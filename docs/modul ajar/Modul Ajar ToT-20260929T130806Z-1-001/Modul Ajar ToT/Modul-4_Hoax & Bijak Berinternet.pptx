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6" r:id="rId1"/>
  </p:sldMasterIdLst>
  <p:notesMasterIdLst>
    <p:notesMasterId r:id="rId23"/>
  </p:notesMasterIdLst>
  <p:handoutMasterIdLst>
    <p:handoutMasterId r:id="rId24"/>
  </p:handoutMasterIdLst>
  <p:sldIdLst>
    <p:sldId id="370" r:id="rId2"/>
    <p:sldId id="355" r:id="rId3"/>
    <p:sldId id="356" r:id="rId4"/>
    <p:sldId id="389" r:id="rId5"/>
    <p:sldId id="387" r:id="rId6"/>
    <p:sldId id="388" r:id="rId7"/>
    <p:sldId id="390" r:id="rId8"/>
    <p:sldId id="391" r:id="rId9"/>
    <p:sldId id="393" r:id="rId10"/>
    <p:sldId id="394" r:id="rId11"/>
    <p:sldId id="392" r:id="rId12"/>
    <p:sldId id="399" r:id="rId13"/>
    <p:sldId id="400" r:id="rId14"/>
    <p:sldId id="395" r:id="rId15"/>
    <p:sldId id="396" r:id="rId16"/>
    <p:sldId id="397" r:id="rId17"/>
    <p:sldId id="398" r:id="rId18"/>
    <p:sldId id="401" r:id="rId19"/>
    <p:sldId id="402" r:id="rId20"/>
    <p:sldId id="403" r:id="rId21"/>
    <p:sldId id="404" r:id="rId2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AFEB110-B98B-5FC4-86D1-F7FB14FE8D37}" name="Andy Sauder" initials="AS" userId="S::andy@rule29.com::a9917daa-d182-4f6d-9c5f-fd037f44924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82E3"/>
    <a:srgbClr val="EEF2EC"/>
    <a:srgbClr val="23366E"/>
    <a:srgbClr val="123F7C"/>
    <a:srgbClr val="FFFFFF"/>
    <a:srgbClr val="143E50"/>
    <a:srgbClr val="085856"/>
    <a:srgbClr val="D0E6DA"/>
    <a:srgbClr val="0000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96287"/>
  </p:normalViewPr>
  <p:slideViewPr>
    <p:cSldViewPr snapToGrid="0" snapToObjects="1">
      <p:cViewPr varScale="1">
        <p:scale>
          <a:sx n="78" d="100"/>
          <a:sy n="78" d="100"/>
        </p:scale>
        <p:origin x="667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8" d="100"/>
        <a:sy n="88" d="100"/>
      </p:scale>
      <p:origin x="0" y="0"/>
    </p:cViewPr>
  </p:sorterViewPr>
  <p:notesViewPr>
    <p:cSldViewPr snapToGrid="0" snapToObjects="1">
      <p:cViewPr varScale="1">
        <p:scale>
          <a:sx n="117" d="100"/>
          <a:sy n="117" d="100"/>
        </p:scale>
        <p:origin x="4200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jar eridianto" userId="1bd4f06f2ecc119f" providerId="LiveId" clId="{7F9F468B-860F-49A9-B1EE-D60BCF4FFEF0}"/>
    <pc:docChg chg="addSld modSld">
      <pc:chgData name="fajar eridianto" userId="1bd4f06f2ecc119f" providerId="LiveId" clId="{7F9F468B-860F-49A9-B1EE-D60BCF4FFEF0}" dt="2026-09-06T15:37:41.158" v="60"/>
      <pc:docMkLst>
        <pc:docMk/>
      </pc:docMkLst>
      <pc:sldChg chg="addSp delSp modSp add mod">
        <pc:chgData name="fajar eridianto" userId="1bd4f06f2ecc119f" providerId="LiveId" clId="{7F9F468B-860F-49A9-B1EE-D60BCF4FFEF0}" dt="2026-09-06T15:36:31.848" v="36" actId="14100"/>
        <pc:sldMkLst>
          <pc:docMk/>
          <pc:sldMk cId="648820197" sldId="402"/>
        </pc:sldMkLst>
        <pc:spChg chg="add mod">
          <ac:chgData name="fajar eridianto" userId="1bd4f06f2ecc119f" providerId="LiveId" clId="{7F9F468B-860F-49A9-B1EE-D60BCF4FFEF0}" dt="2026-09-06T15:36:27.732" v="35" actId="1036"/>
          <ac:spMkLst>
            <pc:docMk/>
            <pc:sldMk cId="648820197" sldId="402"/>
            <ac:spMk id="3" creationId="{26ADD962-A61C-9A3A-F18D-C25832A3C3B1}"/>
          </ac:spMkLst>
        </pc:spChg>
        <pc:spChg chg="del">
          <ac:chgData name="fajar eridianto" userId="1bd4f06f2ecc119f" providerId="LiveId" clId="{7F9F468B-860F-49A9-B1EE-D60BCF4FFEF0}" dt="2026-09-06T15:36:03.282" v="1" actId="478"/>
          <ac:spMkLst>
            <pc:docMk/>
            <pc:sldMk cId="648820197" sldId="402"/>
            <ac:spMk id="7" creationId="{9A3900C7-7ACB-075D-2C09-FB7B97435204}"/>
          </ac:spMkLst>
        </pc:spChg>
        <pc:spChg chg="del">
          <ac:chgData name="fajar eridianto" userId="1bd4f06f2ecc119f" providerId="LiveId" clId="{7F9F468B-860F-49A9-B1EE-D60BCF4FFEF0}" dt="2026-09-06T15:36:03.282" v="1" actId="478"/>
          <ac:spMkLst>
            <pc:docMk/>
            <pc:sldMk cId="648820197" sldId="402"/>
            <ac:spMk id="8" creationId="{B1A6D4CF-36B3-F096-30E6-F1870C88D3AF}"/>
          </ac:spMkLst>
        </pc:spChg>
        <pc:spChg chg="del">
          <ac:chgData name="fajar eridianto" userId="1bd4f06f2ecc119f" providerId="LiveId" clId="{7F9F468B-860F-49A9-B1EE-D60BCF4FFEF0}" dt="2026-09-06T15:36:03.282" v="1" actId="478"/>
          <ac:spMkLst>
            <pc:docMk/>
            <pc:sldMk cId="648820197" sldId="402"/>
            <ac:spMk id="12" creationId="{BE04F9CF-492F-DF9D-352F-B02078EB9D7D}"/>
          </ac:spMkLst>
        </pc:spChg>
        <pc:spChg chg="del">
          <ac:chgData name="fajar eridianto" userId="1bd4f06f2ecc119f" providerId="LiveId" clId="{7F9F468B-860F-49A9-B1EE-D60BCF4FFEF0}" dt="2026-09-06T15:36:03.282" v="1" actId="478"/>
          <ac:spMkLst>
            <pc:docMk/>
            <pc:sldMk cId="648820197" sldId="402"/>
            <ac:spMk id="14" creationId="{A773AEFF-00B1-359D-4B5B-D3C3A925CEE0}"/>
          </ac:spMkLst>
        </pc:spChg>
        <pc:spChg chg="del">
          <ac:chgData name="fajar eridianto" userId="1bd4f06f2ecc119f" providerId="LiveId" clId="{7F9F468B-860F-49A9-B1EE-D60BCF4FFEF0}" dt="2026-09-06T15:36:03.282" v="1" actId="478"/>
          <ac:spMkLst>
            <pc:docMk/>
            <pc:sldMk cId="648820197" sldId="402"/>
            <ac:spMk id="16" creationId="{16D6D0DD-FABB-3725-B22C-AEB00DD5BF71}"/>
          </ac:spMkLst>
        </pc:spChg>
        <pc:spChg chg="del">
          <ac:chgData name="fajar eridianto" userId="1bd4f06f2ecc119f" providerId="LiveId" clId="{7F9F468B-860F-49A9-B1EE-D60BCF4FFEF0}" dt="2026-09-06T15:36:03.282" v="1" actId="478"/>
          <ac:spMkLst>
            <pc:docMk/>
            <pc:sldMk cId="648820197" sldId="402"/>
            <ac:spMk id="18" creationId="{CB6A97C7-33A0-9ABF-6AEF-7C2C0648BE1F}"/>
          </ac:spMkLst>
        </pc:spChg>
        <pc:spChg chg="del">
          <ac:chgData name="fajar eridianto" userId="1bd4f06f2ecc119f" providerId="LiveId" clId="{7F9F468B-860F-49A9-B1EE-D60BCF4FFEF0}" dt="2026-09-06T15:36:03.282" v="1" actId="478"/>
          <ac:spMkLst>
            <pc:docMk/>
            <pc:sldMk cId="648820197" sldId="402"/>
            <ac:spMk id="19" creationId="{DBA8EE4E-552D-5952-D080-D7C28E30C007}"/>
          </ac:spMkLst>
        </pc:spChg>
        <pc:spChg chg="del">
          <ac:chgData name="fajar eridianto" userId="1bd4f06f2ecc119f" providerId="LiveId" clId="{7F9F468B-860F-49A9-B1EE-D60BCF4FFEF0}" dt="2026-09-06T15:36:03.282" v="1" actId="478"/>
          <ac:spMkLst>
            <pc:docMk/>
            <pc:sldMk cId="648820197" sldId="402"/>
            <ac:spMk id="23" creationId="{DC4B46F3-6933-2FB3-7CDE-5919F87B1CF3}"/>
          </ac:spMkLst>
        </pc:spChg>
        <pc:spChg chg="del">
          <ac:chgData name="fajar eridianto" userId="1bd4f06f2ecc119f" providerId="LiveId" clId="{7F9F468B-860F-49A9-B1EE-D60BCF4FFEF0}" dt="2026-09-06T15:36:03.282" v="1" actId="478"/>
          <ac:spMkLst>
            <pc:docMk/>
            <pc:sldMk cId="648820197" sldId="402"/>
            <ac:spMk id="24" creationId="{67D0E6CF-2524-E83D-7001-E7F67D36FEED}"/>
          </ac:spMkLst>
        </pc:spChg>
        <pc:spChg chg="del">
          <ac:chgData name="fajar eridianto" userId="1bd4f06f2ecc119f" providerId="LiveId" clId="{7F9F468B-860F-49A9-B1EE-D60BCF4FFEF0}" dt="2026-09-06T15:36:03.282" v="1" actId="478"/>
          <ac:spMkLst>
            <pc:docMk/>
            <pc:sldMk cId="648820197" sldId="402"/>
            <ac:spMk id="29" creationId="{82E3B073-520C-1C60-8567-A6C563E38267}"/>
          </ac:spMkLst>
        </pc:spChg>
        <pc:spChg chg="add mod">
          <ac:chgData name="fajar eridianto" userId="1bd4f06f2ecc119f" providerId="LiveId" clId="{7F9F468B-860F-49A9-B1EE-D60BCF4FFEF0}" dt="2026-09-06T15:36:27.732" v="35" actId="1036"/>
          <ac:spMkLst>
            <pc:docMk/>
            <pc:sldMk cId="648820197" sldId="402"/>
            <ac:spMk id="31" creationId="{50178544-5223-0820-F320-8F9C0DFE1F5F}"/>
          </ac:spMkLst>
        </pc:spChg>
        <pc:spChg chg="add mod">
          <ac:chgData name="fajar eridianto" userId="1bd4f06f2ecc119f" providerId="LiveId" clId="{7F9F468B-860F-49A9-B1EE-D60BCF4FFEF0}" dt="2026-09-06T15:36:27.732" v="35" actId="1036"/>
          <ac:spMkLst>
            <pc:docMk/>
            <pc:sldMk cId="648820197" sldId="402"/>
            <ac:spMk id="32" creationId="{BBD85BC0-8866-A3FC-2A2B-3EAD9245C636}"/>
          </ac:spMkLst>
        </pc:spChg>
        <pc:spChg chg="add mod">
          <ac:chgData name="fajar eridianto" userId="1bd4f06f2ecc119f" providerId="LiveId" clId="{7F9F468B-860F-49A9-B1EE-D60BCF4FFEF0}" dt="2026-09-06T15:36:27.732" v="35" actId="1036"/>
          <ac:spMkLst>
            <pc:docMk/>
            <pc:sldMk cId="648820197" sldId="402"/>
            <ac:spMk id="33" creationId="{214414C4-FACC-D218-AB88-861E9ACA4E62}"/>
          </ac:spMkLst>
        </pc:spChg>
        <pc:spChg chg="add mod">
          <ac:chgData name="fajar eridianto" userId="1bd4f06f2ecc119f" providerId="LiveId" clId="{7F9F468B-860F-49A9-B1EE-D60BCF4FFEF0}" dt="2026-09-06T15:36:27.732" v="35" actId="1036"/>
          <ac:spMkLst>
            <pc:docMk/>
            <pc:sldMk cId="648820197" sldId="402"/>
            <ac:spMk id="34" creationId="{2294D472-7285-C12B-58BB-CA24642D0CE4}"/>
          </ac:spMkLst>
        </pc:spChg>
        <pc:spChg chg="add mod">
          <ac:chgData name="fajar eridianto" userId="1bd4f06f2ecc119f" providerId="LiveId" clId="{7F9F468B-860F-49A9-B1EE-D60BCF4FFEF0}" dt="2026-09-06T15:36:27.732" v="35" actId="1036"/>
          <ac:spMkLst>
            <pc:docMk/>
            <pc:sldMk cId="648820197" sldId="402"/>
            <ac:spMk id="35" creationId="{28EF3635-238E-3CD0-4DF9-8E9F1BDC2955}"/>
          </ac:spMkLst>
        </pc:spChg>
        <pc:spChg chg="add mod">
          <ac:chgData name="fajar eridianto" userId="1bd4f06f2ecc119f" providerId="LiveId" clId="{7F9F468B-860F-49A9-B1EE-D60BCF4FFEF0}" dt="2026-09-06T15:36:27.732" v="35" actId="1036"/>
          <ac:spMkLst>
            <pc:docMk/>
            <pc:sldMk cId="648820197" sldId="402"/>
            <ac:spMk id="36" creationId="{EA706153-ADB4-105A-AC4E-A7F8235E9E6F}"/>
          </ac:spMkLst>
        </pc:spChg>
        <pc:picChg chg="add mod">
          <ac:chgData name="fajar eridianto" userId="1bd4f06f2ecc119f" providerId="LiveId" clId="{7F9F468B-860F-49A9-B1EE-D60BCF4FFEF0}" dt="2026-09-06T15:36:31.848" v="36" actId="14100"/>
          <ac:picMkLst>
            <pc:docMk/>
            <pc:sldMk cId="648820197" sldId="402"/>
            <ac:picMk id="30" creationId="{65AAC8DB-8ECC-EE48-C403-91E80EC61266}"/>
          </ac:picMkLst>
        </pc:picChg>
      </pc:sldChg>
      <pc:sldChg chg="addSp modSp add mod">
        <pc:chgData name="fajar eridianto" userId="1bd4f06f2ecc119f" providerId="LiveId" clId="{7F9F468B-860F-49A9-B1EE-D60BCF4FFEF0}" dt="2026-09-06T15:37:12.740" v="52" actId="166"/>
        <pc:sldMkLst>
          <pc:docMk/>
          <pc:sldMk cId="2068160473" sldId="403"/>
        </pc:sldMkLst>
        <pc:spChg chg="add mod">
          <ac:chgData name="fajar eridianto" userId="1bd4f06f2ecc119f" providerId="LiveId" clId="{7F9F468B-860F-49A9-B1EE-D60BCF4FFEF0}" dt="2026-09-06T15:37:02.687" v="51" actId="1035"/>
          <ac:spMkLst>
            <pc:docMk/>
            <pc:sldMk cId="2068160473" sldId="403"/>
            <ac:spMk id="3" creationId="{2819CE1D-7DF2-68AA-F250-AB0E09053592}"/>
          </ac:spMkLst>
        </pc:spChg>
        <pc:spChg chg="add mod">
          <ac:chgData name="fajar eridianto" userId="1bd4f06f2ecc119f" providerId="LiveId" clId="{7F9F468B-860F-49A9-B1EE-D60BCF4FFEF0}" dt="2026-09-06T15:37:02.687" v="51" actId="1035"/>
          <ac:spMkLst>
            <pc:docMk/>
            <pc:sldMk cId="2068160473" sldId="403"/>
            <ac:spMk id="8" creationId="{1B1C62B1-6BE4-D5D8-72E0-DAC6104A668E}"/>
          </ac:spMkLst>
        </pc:spChg>
        <pc:spChg chg="add mod">
          <ac:chgData name="fajar eridianto" userId="1bd4f06f2ecc119f" providerId="LiveId" clId="{7F9F468B-860F-49A9-B1EE-D60BCF4FFEF0}" dt="2026-09-06T15:37:02.687" v="51" actId="1035"/>
          <ac:spMkLst>
            <pc:docMk/>
            <pc:sldMk cId="2068160473" sldId="403"/>
            <ac:spMk id="10" creationId="{7309B9BF-F010-DF19-A935-05AC01F6D6C7}"/>
          </ac:spMkLst>
        </pc:spChg>
        <pc:spChg chg="add mod">
          <ac:chgData name="fajar eridianto" userId="1bd4f06f2ecc119f" providerId="LiveId" clId="{7F9F468B-860F-49A9-B1EE-D60BCF4FFEF0}" dt="2026-09-06T15:37:02.687" v="51" actId="1035"/>
          <ac:spMkLst>
            <pc:docMk/>
            <pc:sldMk cId="2068160473" sldId="403"/>
            <ac:spMk id="11" creationId="{6BFC9789-B9C4-D965-2715-1132CFA121BA}"/>
          </ac:spMkLst>
        </pc:spChg>
        <pc:spChg chg="add mod">
          <ac:chgData name="fajar eridianto" userId="1bd4f06f2ecc119f" providerId="LiveId" clId="{7F9F468B-860F-49A9-B1EE-D60BCF4FFEF0}" dt="2026-09-06T15:37:02.687" v="51" actId="1035"/>
          <ac:spMkLst>
            <pc:docMk/>
            <pc:sldMk cId="2068160473" sldId="403"/>
            <ac:spMk id="12" creationId="{456717C8-B454-1A22-5ECE-C7771C010A29}"/>
          </ac:spMkLst>
        </pc:spChg>
        <pc:picChg chg="add mod">
          <ac:chgData name="fajar eridianto" userId="1bd4f06f2ecc119f" providerId="LiveId" clId="{7F9F468B-860F-49A9-B1EE-D60BCF4FFEF0}" dt="2026-09-06T15:37:02.687" v="51" actId="1035"/>
          <ac:picMkLst>
            <pc:docMk/>
            <pc:sldMk cId="2068160473" sldId="403"/>
            <ac:picMk id="2" creationId="{2FB89724-D35D-7853-E78C-CA035ACA2B1F}"/>
          </ac:picMkLst>
        </pc:picChg>
        <pc:picChg chg="add mod">
          <ac:chgData name="fajar eridianto" userId="1bd4f06f2ecc119f" providerId="LiveId" clId="{7F9F468B-860F-49A9-B1EE-D60BCF4FFEF0}" dt="2026-09-06T15:37:02.687" v="51" actId="1035"/>
          <ac:picMkLst>
            <pc:docMk/>
            <pc:sldMk cId="2068160473" sldId="403"/>
            <ac:picMk id="4" creationId="{E86ED889-3C0A-5BF2-1364-31DDC8A389A5}"/>
          </ac:picMkLst>
        </pc:picChg>
        <pc:picChg chg="add mod">
          <ac:chgData name="fajar eridianto" userId="1bd4f06f2ecc119f" providerId="LiveId" clId="{7F9F468B-860F-49A9-B1EE-D60BCF4FFEF0}" dt="2026-09-06T15:37:02.687" v="51" actId="1035"/>
          <ac:picMkLst>
            <pc:docMk/>
            <pc:sldMk cId="2068160473" sldId="403"/>
            <ac:picMk id="5" creationId="{10D39BB9-E65A-5CE7-D8DF-79E2D074804E}"/>
          </ac:picMkLst>
        </pc:picChg>
        <pc:picChg chg="add mod">
          <ac:chgData name="fajar eridianto" userId="1bd4f06f2ecc119f" providerId="LiveId" clId="{7F9F468B-860F-49A9-B1EE-D60BCF4FFEF0}" dt="2026-09-06T15:37:02.687" v="51" actId="1035"/>
          <ac:picMkLst>
            <pc:docMk/>
            <pc:sldMk cId="2068160473" sldId="403"/>
            <ac:picMk id="6" creationId="{77A63ADD-9659-8F1A-AA2B-C7C0BF3C731A}"/>
          </ac:picMkLst>
        </pc:picChg>
        <pc:picChg chg="add mod">
          <ac:chgData name="fajar eridianto" userId="1bd4f06f2ecc119f" providerId="LiveId" clId="{7F9F468B-860F-49A9-B1EE-D60BCF4FFEF0}" dt="2026-09-06T15:37:02.687" v="51" actId="1035"/>
          <ac:picMkLst>
            <pc:docMk/>
            <pc:sldMk cId="2068160473" sldId="403"/>
            <ac:picMk id="7" creationId="{96D035C2-FA6D-DCFF-EF10-D6472D311131}"/>
          </ac:picMkLst>
        </pc:picChg>
        <pc:picChg chg="ord">
          <ac:chgData name="fajar eridianto" userId="1bd4f06f2ecc119f" providerId="LiveId" clId="{7F9F468B-860F-49A9-B1EE-D60BCF4FFEF0}" dt="2026-09-06T15:37:12.740" v="52" actId="166"/>
          <ac:picMkLst>
            <pc:docMk/>
            <pc:sldMk cId="2068160473" sldId="403"/>
            <ac:picMk id="9" creationId="{4310CAED-4F51-D649-B825-2F65A77F0D55}"/>
          </ac:picMkLst>
        </pc:picChg>
      </pc:sldChg>
      <pc:sldChg chg="addSp modSp add mod">
        <pc:chgData name="fajar eridianto" userId="1bd4f06f2ecc119f" providerId="LiveId" clId="{7F9F468B-860F-49A9-B1EE-D60BCF4FFEF0}" dt="2026-09-06T15:37:41.158" v="60"/>
        <pc:sldMkLst>
          <pc:docMk/>
          <pc:sldMk cId="1385462899" sldId="404"/>
        </pc:sldMkLst>
        <pc:spChg chg="add mod">
          <ac:chgData name="fajar eridianto" userId="1bd4f06f2ecc119f" providerId="LiveId" clId="{7F9F468B-860F-49A9-B1EE-D60BCF4FFEF0}" dt="2026-09-06T15:37:33.787" v="59" actId="1035"/>
          <ac:spMkLst>
            <pc:docMk/>
            <pc:sldMk cId="1385462899" sldId="404"/>
            <ac:spMk id="2" creationId="{4C88CE3E-03DC-D448-F512-5641251CCBD3}"/>
          </ac:spMkLst>
        </pc:spChg>
        <pc:spChg chg="add mod">
          <ac:chgData name="fajar eridianto" userId="1bd4f06f2ecc119f" providerId="LiveId" clId="{7F9F468B-860F-49A9-B1EE-D60BCF4FFEF0}" dt="2026-09-06T15:37:33.787" v="59" actId="1035"/>
          <ac:spMkLst>
            <pc:docMk/>
            <pc:sldMk cId="1385462899" sldId="404"/>
            <ac:spMk id="3" creationId="{214208E0-84A4-737F-4D49-CDD5A8DBD1BF}"/>
          </ac:spMkLst>
        </pc:spChg>
        <pc:spChg chg="add mod">
          <ac:chgData name="fajar eridianto" userId="1bd4f06f2ecc119f" providerId="LiveId" clId="{7F9F468B-860F-49A9-B1EE-D60BCF4FFEF0}" dt="2026-09-06T15:37:33.787" v="59" actId="1035"/>
          <ac:spMkLst>
            <pc:docMk/>
            <pc:sldMk cId="1385462899" sldId="404"/>
            <ac:spMk id="4" creationId="{8DBEE361-0657-4BDF-F385-094D2DD628E2}"/>
          </ac:spMkLst>
        </pc:spChg>
        <pc:spChg chg="add mod">
          <ac:chgData name="fajar eridianto" userId="1bd4f06f2ecc119f" providerId="LiveId" clId="{7F9F468B-860F-49A9-B1EE-D60BCF4FFEF0}" dt="2026-09-06T15:37:33.787" v="59" actId="1035"/>
          <ac:spMkLst>
            <pc:docMk/>
            <pc:sldMk cId="1385462899" sldId="404"/>
            <ac:spMk id="5" creationId="{B4AFB54C-AB39-2541-6041-00B6FCEBABC5}"/>
          </ac:spMkLst>
        </pc:spChg>
        <pc:spChg chg="add mod">
          <ac:chgData name="fajar eridianto" userId="1bd4f06f2ecc119f" providerId="LiveId" clId="{7F9F468B-860F-49A9-B1EE-D60BCF4FFEF0}" dt="2026-09-06T15:37:33.787" v="59" actId="1035"/>
          <ac:spMkLst>
            <pc:docMk/>
            <pc:sldMk cId="1385462899" sldId="404"/>
            <ac:spMk id="7" creationId="{9D2DA409-A416-3902-5BDA-2B09B9573B87}"/>
          </ac:spMkLst>
        </pc:spChg>
        <pc:spChg chg="add mod">
          <ac:chgData name="fajar eridianto" userId="1bd4f06f2ecc119f" providerId="LiveId" clId="{7F9F468B-860F-49A9-B1EE-D60BCF4FFEF0}" dt="2026-09-06T15:37:33.787" v="59" actId="1035"/>
          <ac:spMkLst>
            <pc:docMk/>
            <pc:sldMk cId="1385462899" sldId="404"/>
            <ac:spMk id="8" creationId="{7CD6C19F-DAF6-C07E-2A0F-C624DCF0DC4B}"/>
          </ac:spMkLst>
        </pc:spChg>
        <pc:spChg chg="add mod">
          <ac:chgData name="fajar eridianto" userId="1bd4f06f2ecc119f" providerId="LiveId" clId="{7F9F468B-860F-49A9-B1EE-D60BCF4FFEF0}" dt="2026-09-06T15:37:33.787" v="59" actId="1035"/>
          <ac:spMkLst>
            <pc:docMk/>
            <pc:sldMk cId="1385462899" sldId="404"/>
            <ac:spMk id="10" creationId="{231FB503-8514-3458-8F65-4704B0FA76AA}"/>
          </ac:spMkLst>
        </pc:spChg>
        <pc:picChg chg="add mod">
          <ac:chgData name="fajar eridianto" userId="1bd4f06f2ecc119f" providerId="LiveId" clId="{7F9F468B-860F-49A9-B1EE-D60BCF4FFEF0}" dt="2026-09-06T15:37:41.158" v="60"/>
          <ac:picMkLst>
            <pc:docMk/>
            <pc:sldMk cId="1385462899" sldId="404"/>
            <ac:picMk id="6" creationId="{07B43980-7229-56C8-B632-FD50F2362F3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98BAE-C84A-694A-898B-5CF88760D6F5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2F491E-6BDF-894F-89D9-4BED6DF379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020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E74FA06C-4A8C-0E48-B922-007B77153C27}" type="datetimeFigureOut">
              <a:rPr lang="en-GB" altLang="en-US"/>
              <a:pPr/>
              <a:t>06/09/2026</a:t>
            </a:fld>
            <a:endParaRPr lang="en-GB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B620D7F3-EDE1-C147-A04A-D4416A638280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206635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hoto-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 descr="A person standing on a hill looking at a village&#10;&#10;AI-generated content may be incorrect.">
            <a:extLst>
              <a:ext uri="{FF2B5EF4-FFF2-40B4-BE49-F238E27FC236}">
                <a16:creationId xmlns:a16="http://schemas.microsoft.com/office/drawing/2014/main" id="{F8CACF1A-09CE-AFA4-2E2D-0B0D1FE856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2154" b="3399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DC442162-B3CB-6A7E-EF9C-F6DA7DF2E8AC}"/>
              </a:ext>
            </a:extLst>
          </p:cNvPr>
          <p:cNvSpPr/>
          <p:nvPr userDrawn="1"/>
        </p:nvSpPr>
        <p:spPr>
          <a:xfrm rot="10800000">
            <a:off x="344627" y="2"/>
            <a:ext cx="6172200" cy="6076707"/>
          </a:xfrm>
          <a:prstGeom prst="round2SameRect">
            <a:avLst>
              <a:gd name="adj1" fmla="val 1101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F635FF-42BE-CF49-96A5-805FC86C3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825" y="1698297"/>
            <a:ext cx="4639770" cy="2491516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87AA05-FC9A-27B8-7FD9-E1836DAB62B4}"/>
              </a:ext>
            </a:extLst>
          </p:cNvPr>
          <p:cNvSpPr/>
          <p:nvPr userDrawn="1"/>
        </p:nvSpPr>
        <p:spPr>
          <a:xfrm>
            <a:off x="6136186" y="310488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E20F40A-3A07-975F-E57D-1F813C41CAFF}"/>
              </a:ext>
            </a:extLst>
          </p:cNvPr>
          <p:cNvGrpSpPr/>
          <p:nvPr userDrawn="1"/>
        </p:nvGrpSpPr>
        <p:grpSpPr>
          <a:xfrm>
            <a:off x="5101312" y="298394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641E380C-95BA-2C3D-7CCF-C514B4F7570A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989B12A-C785-3B07-2154-42A74B61D3BA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8D05490-8BB9-EC52-2D8E-52E58DFED016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F4131632-A926-8BBE-7D09-B60050218C94}"/>
              </a:ext>
            </a:extLst>
          </p:cNvPr>
          <p:cNvSpPr/>
          <p:nvPr userDrawn="1"/>
        </p:nvSpPr>
        <p:spPr>
          <a:xfrm>
            <a:off x="6136186" y="288869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0A7A421-CCC4-8E66-D308-17C50CB27F08}"/>
              </a:ext>
            </a:extLst>
          </p:cNvPr>
          <p:cNvSpPr/>
          <p:nvPr userDrawn="1"/>
        </p:nvSpPr>
        <p:spPr>
          <a:xfrm rot="5400000">
            <a:off x="5676534" y="2004969"/>
            <a:ext cx="102565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E646C6-DC6F-45B3-216A-67735FDE626E}"/>
              </a:ext>
            </a:extLst>
          </p:cNvPr>
          <p:cNvSpPr/>
          <p:nvPr userDrawn="1"/>
        </p:nvSpPr>
        <p:spPr>
          <a:xfrm>
            <a:off x="3858449" y="5685020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478FA1D-5F5A-ABEC-AD19-0CE3670FDE5F}"/>
              </a:ext>
            </a:extLst>
          </p:cNvPr>
          <p:cNvGrpSpPr/>
          <p:nvPr userDrawn="1"/>
        </p:nvGrpSpPr>
        <p:grpSpPr>
          <a:xfrm flipH="1">
            <a:off x="618808" y="298394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528CED9C-61C2-3C3D-4841-4505DC4B2C05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6DD802E4-B314-3370-9A44-DDA007E74E08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0BE2EB81-8BC0-C5DB-2690-83DB7F6C2127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8167B9B-30BD-9C0C-4170-0652AA9D98E0}"/>
              </a:ext>
            </a:extLst>
          </p:cNvPr>
          <p:cNvSpPr/>
          <p:nvPr userDrawn="1"/>
        </p:nvSpPr>
        <p:spPr>
          <a:xfrm>
            <a:off x="1866637" y="5685020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F56CBC1-42A1-97A6-20BA-6EFAE9B95C3C}"/>
              </a:ext>
            </a:extLst>
          </p:cNvPr>
          <p:cNvSpPr/>
          <p:nvPr userDrawn="1"/>
        </p:nvSpPr>
        <p:spPr>
          <a:xfrm>
            <a:off x="3114323" y="5685020"/>
            <a:ext cx="637774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C8FB855-1F50-F74A-0C8D-DD7FCA53669C}"/>
              </a:ext>
            </a:extLst>
          </p:cNvPr>
          <p:cNvGrpSpPr/>
          <p:nvPr userDrawn="1"/>
        </p:nvGrpSpPr>
        <p:grpSpPr>
          <a:xfrm flipV="1">
            <a:off x="5101097" y="4650038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5AD94452-A8A4-8EC8-24EF-02662331ABAA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6B9715FB-AD26-F456-2140-0876280E24C0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24E6EE0A-EE30-16D5-141D-B7E9931E0057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72C7FEB-B1EA-7516-0D30-633019492F3E}"/>
              </a:ext>
            </a:extLst>
          </p:cNvPr>
          <p:cNvGrpSpPr/>
          <p:nvPr userDrawn="1"/>
        </p:nvGrpSpPr>
        <p:grpSpPr>
          <a:xfrm flipH="1" flipV="1">
            <a:off x="618593" y="4650038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0819B18E-9B0E-6C79-505E-DCA03F241E02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670D81F2-B6F3-91C2-8F91-81BDEC391E4C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0A5140DB-3FD5-962A-20A2-8A2FA0F4BCB8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18" name="Date">
            <a:extLst>
              <a:ext uri="{FF2B5EF4-FFF2-40B4-BE49-F238E27FC236}">
                <a16:creationId xmlns:a16="http://schemas.microsoft.com/office/drawing/2014/main" id="{7BE6BD27-9F7E-CC44-B0D6-6A76616BB737}"/>
              </a:ext>
            </a:extLst>
          </p:cNvPr>
          <p:cNvSpPr>
            <a:spLocks noGrp="1"/>
          </p:cNvSpPr>
          <p:nvPr userDrawn="1">
            <p:ph sz="quarter" idx="12"/>
          </p:nvPr>
        </p:nvSpPr>
        <p:spPr>
          <a:xfrm>
            <a:off x="1176823" y="4357112"/>
            <a:ext cx="4639770" cy="93579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accent6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AFE4D024-5752-B98E-9BFC-1856F1385950}"/>
              </a:ext>
            </a:extLst>
          </p:cNvPr>
          <p:cNvSpPr/>
          <p:nvPr userDrawn="1"/>
        </p:nvSpPr>
        <p:spPr>
          <a:xfrm rot="10800000">
            <a:off x="1044859" y="7"/>
            <a:ext cx="4771736" cy="1371600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52D9E9B1-0605-B278-9E4D-B94FAA3E34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0714" y="441941"/>
            <a:ext cx="1533500" cy="510565"/>
          </a:xfrm>
          <a:prstGeom prst="rect">
            <a:avLst/>
          </a:prstGeom>
        </p:spPr>
      </p:pic>
      <p:pic>
        <p:nvPicPr>
          <p:cNvPr id="11" name="Picture 10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A795B0A0-D4DD-78EE-3060-7AD34D8781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8629" y="441941"/>
            <a:ext cx="2114550" cy="512618"/>
          </a:xfrm>
          <a:prstGeom prst="rect">
            <a:avLst/>
          </a:prstGeom>
        </p:spPr>
      </p:pic>
      <p:sp>
        <p:nvSpPr>
          <p:cNvPr id="108" name="Oval 107">
            <a:extLst>
              <a:ext uri="{FF2B5EF4-FFF2-40B4-BE49-F238E27FC236}">
                <a16:creationId xmlns:a16="http://schemas.microsoft.com/office/drawing/2014/main" id="{20D09D69-0FFF-80DF-68EC-279AFC8DA743}"/>
              </a:ext>
            </a:extLst>
          </p:cNvPr>
          <p:cNvSpPr/>
          <p:nvPr userDrawn="1"/>
        </p:nvSpPr>
        <p:spPr>
          <a:xfrm>
            <a:off x="6136186" y="267872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F25A212-2A32-0AC1-D1F5-9ABE9A2AA257}"/>
              </a:ext>
            </a:extLst>
          </p:cNvPr>
          <p:cNvSpPr/>
          <p:nvPr userDrawn="1"/>
        </p:nvSpPr>
        <p:spPr>
          <a:xfrm>
            <a:off x="6136186" y="331761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B54F41D8-E241-25B1-E8EA-61770797B388}"/>
              </a:ext>
            </a:extLst>
          </p:cNvPr>
          <p:cNvSpPr/>
          <p:nvPr userDrawn="1"/>
        </p:nvSpPr>
        <p:spPr>
          <a:xfrm rot="5400000">
            <a:off x="5682300" y="3984212"/>
            <a:ext cx="101412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E27BFFF-E41C-DCB9-F9F3-6234299306BD}"/>
              </a:ext>
            </a:extLst>
          </p:cNvPr>
          <p:cNvSpPr/>
          <p:nvPr userDrawn="1"/>
        </p:nvSpPr>
        <p:spPr>
          <a:xfrm>
            <a:off x="618486" y="310488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924BCCD3-94AB-257B-1BAD-F3F14D5E7A90}"/>
              </a:ext>
            </a:extLst>
          </p:cNvPr>
          <p:cNvSpPr/>
          <p:nvPr userDrawn="1"/>
        </p:nvSpPr>
        <p:spPr>
          <a:xfrm>
            <a:off x="618486" y="288870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48E6A863-48FF-C6B0-F85C-58572EF19AE5}"/>
              </a:ext>
            </a:extLst>
          </p:cNvPr>
          <p:cNvSpPr/>
          <p:nvPr userDrawn="1"/>
        </p:nvSpPr>
        <p:spPr>
          <a:xfrm rot="5400000">
            <a:off x="158834" y="2004971"/>
            <a:ext cx="102565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C2B280E7-71BF-6D98-FA1F-EA74FBDA538F}"/>
              </a:ext>
            </a:extLst>
          </p:cNvPr>
          <p:cNvSpPr/>
          <p:nvPr userDrawn="1"/>
        </p:nvSpPr>
        <p:spPr>
          <a:xfrm>
            <a:off x="618486" y="2678726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B3A7EF94-A318-8960-154E-D803291E39F6}"/>
              </a:ext>
            </a:extLst>
          </p:cNvPr>
          <p:cNvSpPr/>
          <p:nvPr userDrawn="1"/>
        </p:nvSpPr>
        <p:spPr>
          <a:xfrm>
            <a:off x="618486" y="331762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DD3A888B-3620-9D29-E7AA-B69D53AEC565}"/>
              </a:ext>
            </a:extLst>
          </p:cNvPr>
          <p:cNvSpPr/>
          <p:nvPr userDrawn="1"/>
        </p:nvSpPr>
        <p:spPr>
          <a:xfrm rot="5400000">
            <a:off x="164600" y="3984214"/>
            <a:ext cx="101412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24098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hoto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F7166-ED17-4601-412E-93870551B9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"/>
            <a:ext cx="12192000" cy="6858000"/>
          </a:xfrm>
          <a:prstGeom prst="rect">
            <a:avLst/>
          </a:prstGeom>
        </p:spPr>
      </p:pic>
      <p:sp>
        <p:nvSpPr>
          <p:cNvPr id="6" name="Round Same Side Corner Rectangle 7">
            <a:extLst>
              <a:ext uri="{FF2B5EF4-FFF2-40B4-BE49-F238E27FC236}">
                <a16:creationId xmlns:a16="http://schemas.microsoft.com/office/drawing/2014/main" id="{3E73AF12-F905-99D1-C0D2-536117363D34}"/>
              </a:ext>
            </a:extLst>
          </p:cNvPr>
          <p:cNvSpPr/>
          <p:nvPr userDrawn="1"/>
        </p:nvSpPr>
        <p:spPr>
          <a:xfrm rot="10800000">
            <a:off x="344627" y="2"/>
            <a:ext cx="6172200" cy="6076707"/>
          </a:xfrm>
          <a:prstGeom prst="round2SameRect">
            <a:avLst>
              <a:gd name="adj1" fmla="val 110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FDF35558-73D9-25A4-4A40-5225B0667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825" y="1698297"/>
            <a:ext cx="4639770" cy="2491516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D43280-2B5C-B883-C4C5-C0F30F0E68F4}"/>
              </a:ext>
            </a:extLst>
          </p:cNvPr>
          <p:cNvSpPr/>
          <p:nvPr userDrawn="1"/>
        </p:nvSpPr>
        <p:spPr>
          <a:xfrm>
            <a:off x="6136186" y="310488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22EF7B1-5681-C428-C823-D10352E20F22}"/>
              </a:ext>
            </a:extLst>
          </p:cNvPr>
          <p:cNvGrpSpPr/>
          <p:nvPr userDrawn="1"/>
        </p:nvGrpSpPr>
        <p:grpSpPr>
          <a:xfrm>
            <a:off x="5101312" y="298394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FBF62C6-10BC-65A7-5377-8FB48D7E733F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97011B6-CCF8-49EA-8611-96F07338C666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2767AD6-E7F7-8D7A-C85E-6AD67A47E7FB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C07C8592-9FF1-2C4D-28D9-6C247A71EAF7}"/>
              </a:ext>
            </a:extLst>
          </p:cNvPr>
          <p:cNvSpPr/>
          <p:nvPr userDrawn="1"/>
        </p:nvSpPr>
        <p:spPr>
          <a:xfrm>
            <a:off x="6136186" y="288869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960C84-DB7E-D326-B46A-9A17A0984143}"/>
              </a:ext>
            </a:extLst>
          </p:cNvPr>
          <p:cNvSpPr/>
          <p:nvPr userDrawn="1"/>
        </p:nvSpPr>
        <p:spPr>
          <a:xfrm rot="5400000">
            <a:off x="5676534" y="2004969"/>
            <a:ext cx="102565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84AC1C6-842D-BD78-2C97-220BDAE4A807}"/>
              </a:ext>
            </a:extLst>
          </p:cNvPr>
          <p:cNvSpPr/>
          <p:nvPr userDrawn="1"/>
        </p:nvSpPr>
        <p:spPr>
          <a:xfrm>
            <a:off x="3858449" y="5685020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07D39E-83B8-ABE8-6557-0608175B8754}"/>
              </a:ext>
            </a:extLst>
          </p:cNvPr>
          <p:cNvGrpSpPr/>
          <p:nvPr userDrawn="1"/>
        </p:nvGrpSpPr>
        <p:grpSpPr>
          <a:xfrm flipH="1">
            <a:off x="618808" y="298394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C7FE506-0CD8-C7E9-B70C-105B25B2C5FB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F4908A1-100A-ACC5-9E9E-43E2140143F8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5D137D6-20FC-599B-FD45-49F8244E4F9D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E7936E6-13EA-B203-1871-3C0D73D5F826}"/>
              </a:ext>
            </a:extLst>
          </p:cNvPr>
          <p:cNvSpPr/>
          <p:nvPr userDrawn="1"/>
        </p:nvSpPr>
        <p:spPr>
          <a:xfrm>
            <a:off x="1866637" y="5685020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780D96A-51E6-C2C8-AFC3-4E869FB95468}"/>
              </a:ext>
            </a:extLst>
          </p:cNvPr>
          <p:cNvSpPr/>
          <p:nvPr userDrawn="1"/>
        </p:nvSpPr>
        <p:spPr>
          <a:xfrm>
            <a:off x="3114323" y="5685020"/>
            <a:ext cx="637774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3F19B2-14EB-97B9-D1A6-59BA6B40E8B8}"/>
              </a:ext>
            </a:extLst>
          </p:cNvPr>
          <p:cNvGrpSpPr/>
          <p:nvPr userDrawn="1"/>
        </p:nvGrpSpPr>
        <p:grpSpPr>
          <a:xfrm flipV="1">
            <a:off x="5101097" y="4650038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F97E170-1703-EBF9-5FE8-74275986346D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F6C4D4F-A107-D315-D6EE-966B3B92626A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7374EDA-4670-844B-7147-2B556BD473C1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73D132E-5F32-3F74-E2BE-0C672D53038C}"/>
              </a:ext>
            </a:extLst>
          </p:cNvPr>
          <p:cNvGrpSpPr/>
          <p:nvPr userDrawn="1"/>
        </p:nvGrpSpPr>
        <p:grpSpPr>
          <a:xfrm flipH="1" flipV="1">
            <a:off x="618593" y="4650038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E4F148D-105F-98FC-CD0B-F33B798FDB96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388D092-84D0-8484-4FE1-455DB750138D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7194F4A-FA16-F404-C467-A22035881ADC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33" name="Date">
            <a:extLst>
              <a:ext uri="{FF2B5EF4-FFF2-40B4-BE49-F238E27FC236}">
                <a16:creationId xmlns:a16="http://schemas.microsoft.com/office/drawing/2014/main" id="{6EF32B2D-612C-D022-691A-65F4B37D6E4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76823" y="4357112"/>
            <a:ext cx="4639770" cy="93579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Round Same Side Corner Rectangle 3">
            <a:extLst>
              <a:ext uri="{FF2B5EF4-FFF2-40B4-BE49-F238E27FC236}">
                <a16:creationId xmlns:a16="http://schemas.microsoft.com/office/drawing/2014/main" id="{9D69F228-C84A-6753-EA87-948527EAB7B2}"/>
              </a:ext>
            </a:extLst>
          </p:cNvPr>
          <p:cNvSpPr/>
          <p:nvPr userDrawn="1"/>
        </p:nvSpPr>
        <p:spPr>
          <a:xfrm rot="10800000">
            <a:off x="1044859" y="7"/>
            <a:ext cx="4771736" cy="1371600"/>
          </a:xfrm>
          <a:prstGeom prst="round2Same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71504D39-D3F8-8286-B0FA-C04997FDDB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0714" y="441941"/>
            <a:ext cx="1533500" cy="510565"/>
          </a:xfrm>
          <a:prstGeom prst="rect">
            <a:avLst/>
          </a:prstGeom>
        </p:spPr>
      </p:pic>
      <p:pic>
        <p:nvPicPr>
          <p:cNvPr id="42" name="Picture 4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FDAF462E-590A-813C-A58A-954C8C391AB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8629" y="441941"/>
            <a:ext cx="2114550" cy="512618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9B01BA09-E27A-13A4-A2B4-234DA8A1B6EB}"/>
              </a:ext>
            </a:extLst>
          </p:cNvPr>
          <p:cNvSpPr/>
          <p:nvPr userDrawn="1"/>
        </p:nvSpPr>
        <p:spPr>
          <a:xfrm>
            <a:off x="6136186" y="267872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EB395D3-ABD1-1517-72CE-E4E81C00ADE8}"/>
              </a:ext>
            </a:extLst>
          </p:cNvPr>
          <p:cNvSpPr/>
          <p:nvPr userDrawn="1"/>
        </p:nvSpPr>
        <p:spPr>
          <a:xfrm>
            <a:off x="6136186" y="331761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8AEB147-1286-45B2-05EE-F028E4950001}"/>
              </a:ext>
            </a:extLst>
          </p:cNvPr>
          <p:cNvSpPr/>
          <p:nvPr userDrawn="1"/>
        </p:nvSpPr>
        <p:spPr>
          <a:xfrm rot="5400000">
            <a:off x="5682300" y="3984212"/>
            <a:ext cx="101412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F6A5AB4-0478-9BDB-1DFA-8A4FF550937F}"/>
              </a:ext>
            </a:extLst>
          </p:cNvPr>
          <p:cNvSpPr/>
          <p:nvPr userDrawn="1"/>
        </p:nvSpPr>
        <p:spPr>
          <a:xfrm>
            <a:off x="618486" y="310488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919B6B9-0B68-9C33-BC60-C6807A545432}"/>
              </a:ext>
            </a:extLst>
          </p:cNvPr>
          <p:cNvSpPr/>
          <p:nvPr userDrawn="1"/>
        </p:nvSpPr>
        <p:spPr>
          <a:xfrm>
            <a:off x="618486" y="288870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AA1CAA3-2190-E4D6-C5F4-8E6C7056B6D5}"/>
              </a:ext>
            </a:extLst>
          </p:cNvPr>
          <p:cNvSpPr/>
          <p:nvPr userDrawn="1"/>
        </p:nvSpPr>
        <p:spPr>
          <a:xfrm rot="5400000">
            <a:off x="158834" y="2004971"/>
            <a:ext cx="102565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1839100-544C-4AE5-2FD6-1290976EC186}"/>
              </a:ext>
            </a:extLst>
          </p:cNvPr>
          <p:cNvSpPr/>
          <p:nvPr userDrawn="1"/>
        </p:nvSpPr>
        <p:spPr>
          <a:xfrm>
            <a:off x="618486" y="2678726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7F5407E-BEDB-79FF-3899-E97E250995DD}"/>
              </a:ext>
            </a:extLst>
          </p:cNvPr>
          <p:cNvSpPr/>
          <p:nvPr userDrawn="1"/>
        </p:nvSpPr>
        <p:spPr>
          <a:xfrm>
            <a:off x="618486" y="331762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6ACFB37-583D-B4C7-4CB8-983AEF26B20C}"/>
              </a:ext>
            </a:extLst>
          </p:cNvPr>
          <p:cNvSpPr/>
          <p:nvPr userDrawn="1"/>
        </p:nvSpPr>
        <p:spPr>
          <a:xfrm rot="5400000">
            <a:off x="164600" y="3984214"/>
            <a:ext cx="101412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312895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Graphic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n 14">
            <a:extLst>
              <a:ext uri="{FF2B5EF4-FFF2-40B4-BE49-F238E27FC236}">
                <a16:creationId xmlns:a16="http://schemas.microsoft.com/office/drawing/2014/main" id="{A6A2522C-FE9B-3B93-4ABF-5F7AE81978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7286" y="5714488"/>
            <a:ext cx="1473649" cy="358083"/>
          </a:xfrm>
          <a:prstGeom prst="rect">
            <a:avLst/>
          </a:prstGeom>
          <a:noFill/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04F635FF-42BE-CF49-96A5-805FC86C3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089" y="2757648"/>
            <a:ext cx="9144000" cy="733230"/>
          </a:xfrm>
        </p:spPr>
        <p:txBody>
          <a:bodyPr anchor="t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976D5B7-51B6-EB48-81BC-4F5164ABA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089" y="3592266"/>
            <a:ext cx="9144000" cy="587190"/>
          </a:xfrm>
        </p:spPr>
        <p:txBody>
          <a:bodyPr lIns="0" anchor="t"/>
          <a:lstStyle>
            <a:lvl1pPr marL="0" indent="0" algn="l">
              <a:buNone/>
              <a:defRPr lang="en-US" dirty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Author">
            <a:extLst>
              <a:ext uri="{FF2B5EF4-FFF2-40B4-BE49-F238E27FC236}">
                <a16:creationId xmlns:a16="http://schemas.microsoft.com/office/drawing/2014/main" id="{741AE8C6-33DB-AF4E-AB01-8F8AD2E508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71089" y="5040068"/>
            <a:ext cx="5851525" cy="1077912"/>
          </a:xfrm>
        </p:spPr>
        <p:txBody>
          <a:bodyPr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">
            <a:extLst>
              <a:ext uri="{FF2B5EF4-FFF2-40B4-BE49-F238E27FC236}">
                <a16:creationId xmlns:a16="http://schemas.microsoft.com/office/drawing/2014/main" id="{7BE6BD27-9F7E-CC44-B0D6-6A76616BB7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71089" y="726324"/>
            <a:ext cx="3910806" cy="43656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ISOC logo" descr="Internet Society logo">
            <a:extLst>
              <a:ext uri="{FF2B5EF4-FFF2-40B4-BE49-F238E27FC236}">
                <a16:creationId xmlns:a16="http://schemas.microsoft.com/office/drawing/2014/main" id="{54D3DF5E-479B-7A45-AF40-D789415BE11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88592" y="5719206"/>
            <a:ext cx="1045940" cy="34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8364A3B-BFFE-3A92-5F99-36CAC0125F90}"/>
              </a:ext>
            </a:extLst>
          </p:cNvPr>
          <p:cNvSpPr/>
          <p:nvPr userDrawn="1"/>
        </p:nvSpPr>
        <p:spPr>
          <a:xfrm>
            <a:off x="11794401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94DB9B-7913-49A9-8BFC-B034E585AD3E}"/>
              </a:ext>
            </a:extLst>
          </p:cNvPr>
          <p:cNvGrpSpPr/>
          <p:nvPr userDrawn="1"/>
        </p:nvGrpSpPr>
        <p:grpSpPr>
          <a:xfrm>
            <a:off x="10759634" y="296456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F780D57-239E-D3DF-FC6B-7D3F6C885A28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C02E9A4-E922-771E-4623-5FC0BDF5BE0A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2417338-C772-9ABF-6C18-90177CE14A33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2E45D6CC-A00C-0D46-9381-29A208167946}"/>
              </a:ext>
            </a:extLst>
          </p:cNvPr>
          <p:cNvSpPr/>
          <p:nvPr userDrawn="1"/>
        </p:nvSpPr>
        <p:spPr>
          <a:xfrm>
            <a:off x="11794401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E0662C-85D4-EF16-6AA8-7D8B54A8EB60}"/>
              </a:ext>
            </a:extLst>
          </p:cNvPr>
          <p:cNvSpPr/>
          <p:nvPr userDrawn="1"/>
        </p:nvSpPr>
        <p:spPr>
          <a:xfrm>
            <a:off x="11794401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EE7FCA-8D1A-0AF4-7E5C-8237E2E6703E}"/>
              </a:ext>
            </a:extLst>
          </p:cNvPr>
          <p:cNvSpPr/>
          <p:nvPr userDrawn="1"/>
        </p:nvSpPr>
        <p:spPr>
          <a:xfrm>
            <a:off x="11794401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9E66E6-2AA6-7402-B42E-2EE6A58A6065}"/>
              </a:ext>
            </a:extLst>
          </p:cNvPr>
          <p:cNvSpPr/>
          <p:nvPr userDrawn="1"/>
        </p:nvSpPr>
        <p:spPr>
          <a:xfrm rot="5400000">
            <a:off x="11145389" y="2192383"/>
            <a:ext cx="140437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2B995B-732D-52FA-0CEC-FD7D0883339B}"/>
              </a:ext>
            </a:extLst>
          </p:cNvPr>
          <p:cNvSpPr/>
          <p:nvPr userDrawn="1"/>
        </p:nvSpPr>
        <p:spPr>
          <a:xfrm rot="5400000">
            <a:off x="11143631" y="4556739"/>
            <a:ext cx="1407893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9D5D28-44BD-B7D7-5FD7-68B9BA5CFCAB}"/>
              </a:ext>
            </a:extLst>
          </p:cNvPr>
          <p:cNvSpPr/>
          <p:nvPr userDrawn="1"/>
        </p:nvSpPr>
        <p:spPr>
          <a:xfrm flipH="1">
            <a:off x="291247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F040F22-A062-7056-18B8-D019B2BAC8C2}"/>
              </a:ext>
            </a:extLst>
          </p:cNvPr>
          <p:cNvGrpSpPr/>
          <p:nvPr userDrawn="1"/>
        </p:nvGrpSpPr>
        <p:grpSpPr>
          <a:xfrm flipH="1">
            <a:off x="291032" y="296456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EAAF2F8-A56D-E0DE-DE28-C7C478E65D26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106D80B-42AB-80A4-8C57-8013BF73BCD2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7D2A287-07D7-E21E-603A-C9386B321178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FE866F97-AC5D-FCA1-E715-38ABAEB96494}"/>
              </a:ext>
            </a:extLst>
          </p:cNvPr>
          <p:cNvSpPr/>
          <p:nvPr userDrawn="1"/>
        </p:nvSpPr>
        <p:spPr>
          <a:xfrm flipH="1">
            <a:off x="291247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295FB8-547B-7449-4047-5D4503B59350}"/>
              </a:ext>
            </a:extLst>
          </p:cNvPr>
          <p:cNvSpPr/>
          <p:nvPr userDrawn="1"/>
        </p:nvSpPr>
        <p:spPr>
          <a:xfrm flipH="1">
            <a:off x="291247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9ED8EE-A451-35F1-8A1C-A1E856842867}"/>
              </a:ext>
            </a:extLst>
          </p:cNvPr>
          <p:cNvSpPr/>
          <p:nvPr userDrawn="1"/>
        </p:nvSpPr>
        <p:spPr>
          <a:xfrm flipH="1">
            <a:off x="291247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7F874D9-8523-06F6-F8A5-585B3DE3C2D5}"/>
              </a:ext>
            </a:extLst>
          </p:cNvPr>
          <p:cNvSpPr/>
          <p:nvPr userDrawn="1"/>
        </p:nvSpPr>
        <p:spPr>
          <a:xfrm rot="16200000" flipH="1">
            <a:off x="-357765" y="2192384"/>
            <a:ext cx="140437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F1E178D-C4DD-2ACF-C05D-8D3D7048684E}"/>
              </a:ext>
            </a:extLst>
          </p:cNvPr>
          <p:cNvSpPr/>
          <p:nvPr userDrawn="1"/>
        </p:nvSpPr>
        <p:spPr>
          <a:xfrm rot="16200000" flipH="1">
            <a:off x="-359525" y="4556740"/>
            <a:ext cx="1407896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5EF574-8F8A-F1DE-4473-98484206A483}"/>
              </a:ext>
            </a:extLst>
          </p:cNvPr>
          <p:cNvSpPr/>
          <p:nvPr userDrawn="1"/>
        </p:nvSpPr>
        <p:spPr>
          <a:xfrm>
            <a:off x="1538861" y="6455193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092BFD-7EA9-E3B0-A686-1E7B775D88C8}"/>
              </a:ext>
            </a:extLst>
          </p:cNvPr>
          <p:cNvGrpSpPr/>
          <p:nvPr userDrawn="1"/>
        </p:nvGrpSpPr>
        <p:grpSpPr>
          <a:xfrm flipV="1">
            <a:off x="10759419" y="5420211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57867F3-47E1-CDFF-089E-88DE27195F15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5663694-DAE4-24A3-B2FB-45563EA93081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0D47BAE-F96F-19E8-961C-F767B0A882AE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8C02ED-B2F9-BBE7-9667-2356E6CED977}"/>
              </a:ext>
            </a:extLst>
          </p:cNvPr>
          <p:cNvGrpSpPr/>
          <p:nvPr userDrawn="1"/>
        </p:nvGrpSpPr>
        <p:grpSpPr>
          <a:xfrm flipH="1" flipV="1">
            <a:off x="290817" y="5420211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6C796B5-54DA-20CB-63EC-4B3CF6BDD200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BA84F1C-F7EE-CD16-72BB-907F6DE239B5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5131107-4A20-F7E8-D1A9-26C323A74D9C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CB1D5F7-71F0-4E94-5304-743A63F2357C}"/>
              </a:ext>
            </a:extLst>
          </p:cNvPr>
          <p:cNvSpPr/>
          <p:nvPr userDrawn="1"/>
        </p:nvSpPr>
        <p:spPr>
          <a:xfrm>
            <a:off x="9511805" y="6455193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182F6A9-8D7A-5BB0-151F-07536C75DAD5}"/>
              </a:ext>
            </a:extLst>
          </p:cNvPr>
          <p:cNvSpPr/>
          <p:nvPr userDrawn="1"/>
        </p:nvSpPr>
        <p:spPr>
          <a:xfrm>
            <a:off x="6745288" y="6455193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8B01EB7-1908-C75D-830B-64EFD6BDDB6F}"/>
              </a:ext>
            </a:extLst>
          </p:cNvPr>
          <p:cNvSpPr/>
          <p:nvPr userDrawn="1"/>
        </p:nvSpPr>
        <p:spPr>
          <a:xfrm>
            <a:off x="2786548" y="6449991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4AAFD07-8A31-7575-1CC0-45C1F8D94F2E}"/>
              </a:ext>
            </a:extLst>
          </p:cNvPr>
          <p:cNvSpPr/>
          <p:nvPr userDrawn="1"/>
        </p:nvSpPr>
        <p:spPr>
          <a:xfrm>
            <a:off x="5550778" y="6449991"/>
            <a:ext cx="1088158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179947-C5BF-43D7-AB06-FB027DB56348}"/>
              </a:ext>
            </a:extLst>
          </p:cNvPr>
          <p:cNvSpPr/>
          <p:nvPr userDrawn="1"/>
        </p:nvSpPr>
        <p:spPr>
          <a:xfrm>
            <a:off x="1538861" y="301658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456BF12-C2CC-02B7-1B0C-ACEB8368C8CC}"/>
              </a:ext>
            </a:extLst>
          </p:cNvPr>
          <p:cNvSpPr/>
          <p:nvPr userDrawn="1"/>
        </p:nvSpPr>
        <p:spPr>
          <a:xfrm>
            <a:off x="9511805" y="301658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71F11F6-4B89-D8E8-E69D-90F856D5D4BA}"/>
              </a:ext>
            </a:extLst>
          </p:cNvPr>
          <p:cNvSpPr/>
          <p:nvPr userDrawn="1"/>
        </p:nvSpPr>
        <p:spPr>
          <a:xfrm>
            <a:off x="6745288" y="301658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B1174DE-6C4F-F51F-7A86-EF0A36B4266E}"/>
              </a:ext>
            </a:extLst>
          </p:cNvPr>
          <p:cNvSpPr/>
          <p:nvPr userDrawn="1"/>
        </p:nvSpPr>
        <p:spPr>
          <a:xfrm>
            <a:off x="2786548" y="296456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71C8835-9087-AB86-94FC-385D57C5C50C}"/>
              </a:ext>
            </a:extLst>
          </p:cNvPr>
          <p:cNvSpPr/>
          <p:nvPr userDrawn="1"/>
        </p:nvSpPr>
        <p:spPr>
          <a:xfrm>
            <a:off x="5550778" y="296456"/>
            <a:ext cx="1088158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127835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Graphic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n 14">
            <a:extLst>
              <a:ext uri="{FF2B5EF4-FFF2-40B4-BE49-F238E27FC236}">
                <a16:creationId xmlns:a16="http://schemas.microsoft.com/office/drawing/2014/main" id="{A6A2522C-FE9B-3B93-4ABF-5F7AE81978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7286" y="5705486"/>
            <a:ext cx="1473649" cy="358083"/>
          </a:xfrm>
          <a:prstGeom prst="rect">
            <a:avLst/>
          </a:prstGeom>
          <a:noFill/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04F635FF-42BE-CF49-96A5-805FC86C3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089" y="2757648"/>
            <a:ext cx="9144000" cy="733230"/>
          </a:xfrm>
        </p:spPr>
        <p:txBody>
          <a:bodyPr anchor="t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976D5B7-51B6-EB48-81BC-4F5164ABA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089" y="3592266"/>
            <a:ext cx="9144000" cy="587190"/>
          </a:xfrm>
        </p:spPr>
        <p:txBody>
          <a:bodyPr lIns="0" anchor="t"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0" name="Picture 49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DFE3F3AE-8165-B5D7-344B-AA2B348CA6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6438" y="5716643"/>
            <a:ext cx="1058094" cy="352283"/>
          </a:xfrm>
          <a:prstGeom prst="rect">
            <a:avLst/>
          </a:prstGeom>
        </p:spPr>
      </p:pic>
      <p:sp>
        <p:nvSpPr>
          <p:cNvPr id="20" name="Author">
            <a:extLst>
              <a:ext uri="{FF2B5EF4-FFF2-40B4-BE49-F238E27FC236}">
                <a16:creationId xmlns:a16="http://schemas.microsoft.com/office/drawing/2014/main" id="{741AE8C6-33DB-AF4E-AB01-8F8AD2E508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71089" y="5040068"/>
            <a:ext cx="5851525" cy="1077912"/>
          </a:xfrm>
        </p:spPr>
        <p:txBody>
          <a:bodyPr anchor="b"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">
            <a:extLst>
              <a:ext uri="{FF2B5EF4-FFF2-40B4-BE49-F238E27FC236}">
                <a16:creationId xmlns:a16="http://schemas.microsoft.com/office/drawing/2014/main" id="{7BE6BD27-9F7E-CC44-B0D6-6A76616BB7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71089" y="726324"/>
            <a:ext cx="3910806" cy="43656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364A3B-BFFE-3A92-5F99-36CAC0125F90}"/>
              </a:ext>
            </a:extLst>
          </p:cNvPr>
          <p:cNvSpPr/>
          <p:nvPr userDrawn="1"/>
        </p:nvSpPr>
        <p:spPr>
          <a:xfrm>
            <a:off x="11794401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94DB9B-7913-49A9-8BFC-B034E585AD3E}"/>
              </a:ext>
            </a:extLst>
          </p:cNvPr>
          <p:cNvGrpSpPr/>
          <p:nvPr userDrawn="1"/>
        </p:nvGrpSpPr>
        <p:grpSpPr>
          <a:xfrm>
            <a:off x="10759634" y="296456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F780D57-239E-D3DF-FC6B-7D3F6C885A28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C02E9A4-E922-771E-4623-5FC0BDF5BE0A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2417338-C772-9ABF-6C18-90177CE14A33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2E45D6CC-A00C-0D46-9381-29A208167946}"/>
              </a:ext>
            </a:extLst>
          </p:cNvPr>
          <p:cNvSpPr/>
          <p:nvPr userDrawn="1"/>
        </p:nvSpPr>
        <p:spPr>
          <a:xfrm>
            <a:off x="11794401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E0662C-85D4-EF16-6AA8-7D8B54A8EB60}"/>
              </a:ext>
            </a:extLst>
          </p:cNvPr>
          <p:cNvSpPr/>
          <p:nvPr userDrawn="1"/>
        </p:nvSpPr>
        <p:spPr>
          <a:xfrm>
            <a:off x="11794401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EE7FCA-8D1A-0AF4-7E5C-8237E2E6703E}"/>
              </a:ext>
            </a:extLst>
          </p:cNvPr>
          <p:cNvSpPr/>
          <p:nvPr userDrawn="1"/>
        </p:nvSpPr>
        <p:spPr>
          <a:xfrm>
            <a:off x="11794401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9E66E6-2AA6-7402-B42E-2EE6A58A6065}"/>
              </a:ext>
            </a:extLst>
          </p:cNvPr>
          <p:cNvSpPr/>
          <p:nvPr userDrawn="1"/>
        </p:nvSpPr>
        <p:spPr>
          <a:xfrm rot="5400000">
            <a:off x="11145389" y="2192383"/>
            <a:ext cx="140437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2B995B-732D-52FA-0CEC-FD7D0883339B}"/>
              </a:ext>
            </a:extLst>
          </p:cNvPr>
          <p:cNvSpPr/>
          <p:nvPr userDrawn="1"/>
        </p:nvSpPr>
        <p:spPr>
          <a:xfrm rot="5400000">
            <a:off x="11143631" y="4556739"/>
            <a:ext cx="1407893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9D5D28-44BD-B7D7-5FD7-68B9BA5CFCAB}"/>
              </a:ext>
            </a:extLst>
          </p:cNvPr>
          <p:cNvSpPr/>
          <p:nvPr userDrawn="1"/>
        </p:nvSpPr>
        <p:spPr>
          <a:xfrm flipH="1">
            <a:off x="291247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F040F22-A062-7056-18B8-D019B2BAC8C2}"/>
              </a:ext>
            </a:extLst>
          </p:cNvPr>
          <p:cNvGrpSpPr/>
          <p:nvPr userDrawn="1"/>
        </p:nvGrpSpPr>
        <p:grpSpPr>
          <a:xfrm flipH="1">
            <a:off x="291032" y="296456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EAAF2F8-A56D-E0DE-DE28-C7C478E65D26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106D80B-42AB-80A4-8C57-8013BF73BCD2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7D2A287-07D7-E21E-603A-C9386B321178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FE866F97-AC5D-FCA1-E715-38ABAEB96494}"/>
              </a:ext>
            </a:extLst>
          </p:cNvPr>
          <p:cNvSpPr/>
          <p:nvPr userDrawn="1"/>
        </p:nvSpPr>
        <p:spPr>
          <a:xfrm flipH="1">
            <a:off x="291247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295FB8-547B-7449-4047-5D4503B59350}"/>
              </a:ext>
            </a:extLst>
          </p:cNvPr>
          <p:cNvSpPr/>
          <p:nvPr userDrawn="1"/>
        </p:nvSpPr>
        <p:spPr>
          <a:xfrm flipH="1">
            <a:off x="291247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9ED8EE-A451-35F1-8A1C-A1E856842867}"/>
              </a:ext>
            </a:extLst>
          </p:cNvPr>
          <p:cNvSpPr/>
          <p:nvPr userDrawn="1"/>
        </p:nvSpPr>
        <p:spPr>
          <a:xfrm flipH="1">
            <a:off x="291247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7F874D9-8523-06F6-F8A5-585B3DE3C2D5}"/>
              </a:ext>
            </a:extLst>
          </p:cNvPr>
          <p:cNvSpPr/>
          <p:nvPr userDrawn="1"/>
        </p:nvSpPr>
        <p:spPr>
          <a:xfrm rot="16200000" flipH="1">
            <a:off x="-357765" y="2192384"/>
            <a:ext cx="140437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F1E178D-C4DD-2ACF-C05D-8D3D7048684E}"/>
              </a:ext>
            </a:extLst>
          </p:cNvPr>
          <p:cNvSpPr/>
          <p:nvPr userDrawn="1"/>
        </p:nvSpPr>
        <p:spPr>
          <a:xfrm rot="16200000" flipH="1">
            <a:off x="-359525" y="4556740"/>
            <a:ext cx="1407896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5EF574-8F8A-F1DE-4473-98484206A483}"/>
              </a:ext>
            </a:extLst>
          </p:cNvPr>
          <p:cNvSpPr/>
          <p:nvPr userDrawn="1"/>
        </p:nvSpPr>
        <p:spPr>
          <a:xfrm>
            <a:off x="1538861" y="6455193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092BFD-7EA9-E3B0-A686-1E7B775D88C8}"/>
              </a:ext>
            </a:extLst>
          </p:cNvPr>
          <p:cNvGrpSpPr/>
          <p:nvPr userDrawn="1"/>
        </p:nvGrpSpPr>
        <p:grpSpPr>
          <a:xfrm flipV="1">
            <a:off x="10759419" y="5420211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57867F3-47E1-CDFF-089E-88DE27195F15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5663694-DAE4-24A3-B2FB-45563EA93081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0D47BAE-F96F-19E8-961C-F767B0A882AE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8C02ED-B2F9-BBE7-9667-2356E6CED977}"/>
              </a:ext>
            </a:extLst>
          </p:cNvPr>
          <p:cNvGrpSpPr/>
          <p:nvPr userDrawn="1"/>
        </p:nvGrpSpPr>
        <p:grpSpPr>
          <a:xfrm flipH="1" flipV="1">
            <a:off x="290817" y="5420211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6C796B5-54DA-20CB-63EC-4B3CF6BDD200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BA84F1C-F7EE-CD16-72BB-907F6DE239B5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5131107-4A20-F7E8-D1A9-26C323A74D9C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CB1D5F7-71F0-4E94-5304-743A63F2357C}"/>
              </a:ext>
            </a:extLst>
          </p:cNvPr>
          <p:cNvSpPr/>
          <p:nvPr userDrawn="1"/>
        </p:nvSpPr>
        <p:spPr>
          <a:xfrm>
            <a:off x="9511805" y="6455193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182F6A9-8D7A-5BB0-151F-07536C75DAD5}"/>
              </a:ext>
            </a:extLst>
          </p:cNvPr>
          <p:cNvSpPr/>
          <p:nvPr userDrawn="1"/>
        </p:nvSpPr>
        <p:spPr>
          <a:xfrm>
            <a:off x="6745288" y="6455193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8B01EB7-1908-C75D-830B-64EFD6BDDB6F}"/>
              </a:ext>
            </a:extLst>
          </p:cNvPr>
          <p:cNvSpPr/>
          <p:nvPr userDrawn="1"/>
        </p:nvSpPr>
        <p:spPr>
          <a:xfrm>
            <a:off x="2786548" y="6449991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4AAFD07-8A31-7575-1CC0-45C1F8D94F2E}"/>
              </a:ext>
            </a:extLst>
          </p:cNvPr>
          <p:cNvSpPr/>
          <p:nvPr userDrawn="1"/>
        </p:nvSpPr>
        <p:spPr>
          <a:xfrm>
            <a:off x="5550778" y="6449991"/>
            <a:ext cx="1088158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179947-C5BF-43D7-AB06-FB027DB56348}"/>
              </a:ext>
            </a:extLst>
          </p:cNvPr>
          <p:cNvSpPr/>
          <p:nvPr userDrawn="1"/>
        </p:nvSpPr>
        <p:spPr>
          <a:xfrm>
            <a:off x="1538861" y="301658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456BF12-C2CC-02B7-1B0C-ACEB8368C8CC}"/>
              </a:ext>
            </a:extLst>
          </p:cNvPr>
          <p:cNvSpPr/>
          <p:nvPr userDrawn="1"/>
        </p:nvSpPr>
        <p:spPr>
          <a:xfrm>
            <a:off x="9511805" y="301658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71F11F6-4B89-D8E8-E69D-90F856D5D4BA}"/>
              </a:ext>
            </a:extLst>
          </p:cNvPr>
          <p:cNvSpPr/>
          <p:nvPr userDrawn="1"/>
        </p:nvSpPr>
        <p:spPr>
          <a:xfrm>
            <a:off x="6745288" y="301658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B1174DE-6C4F-F51F-7A86-EF0A36B4266E}"/>
              </a:ext>
            </a:extLst>
          </p:cNvPr>
          <p:cNvSpPr/>
          <p:nvPr userDrawn="1"/>
        </p:nvSpPr>
        <p:spPr>
          <a:xfrm>
            <a:off x="2786548" y="296456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71C8835-9087-AB86-94FC-385D57C5C50C}"/>
              </a:ext>
            </a:extLst>
          </p:cNvPr>
          <p:cNvSpPr/>
          <p:nvPr userDrawn="1"/>
        </p:nvSpPr>
        <p:spPr>
          <a:xfrm>
            <a:off x="5550778" y="296456"/>
            <a:ext cx="1088158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pic>
        <p:nvPicPr>
          <p:cNvPr id="51" name="Picture 50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4E61CED4-DFE8-DE33-9106-864A9042536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1923" y="5715934"/>
            <a:ext cx="1459011" cy="35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2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A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0EF6D2-F24D-1B26-4213-3521812DF46D}"/>
              </a:ext>
            </a:extLst>
          </p:cNvPr>
          <p:cNvSpPr/>
          <p:nvPr userDrawn="1"/>
        </p:nvSpPr>
        <p:spPr>
          <a:xfrm>
            <a:off x="7982290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BF00A3-531C-E24F-3540-30E5C55A6824}"/>
              </a:ext>
            </a:extLst>
          </p:cNvPr>
          <p:cNvSpPr/>
          <p:nvPr userDrawn="1"/>
        </p:nvSpPr>
        <p:spPr>
          <a:xfrm>
            <a:off x="6667366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8776CA-E14C-DB66-91AD-36A22DED7F0E}"/>
              </a:ext>
            </a:extLst>
          </p:cNvPr>
          <p:cNvSpPr/>
          <p:nvPr userDrawn="1"/>
        </p:nvSpPr>
        <p:spPr>
          <a:xfrm flipV="1">
            <a:off x="7982290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72764F-B58D-8243-7AA2-F88B81C73880}"/>
              </a:ext>
            </a:extLst>
          </p:cNvPr>
          <p:cNvSpPr/>
          <p:nvPr userDrawn="1"/>
        </p:nvSpPr>
        <p:spPr>
          <a:xfrm flipV="1">
            <a:off x="9343113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6EC90D-B8E8-D33B-884B-5783197A461E}"/>
              </a:ext>
            </a:extLst>
          </p:cNvPr>
          <p:cNvSpPr/>
          <p:nvPr userDrawn="1"/>
        </p:nvSpPr>
        <p:spPr>
          <a:xfrm flipV="1">
            <a:off x="6591753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E3EA975-78F0-DB51-62AD-056D74001B5E}"/>
              </a:ext>
            </a:extLst>
          </p:cNvPr>
          <p:cNvSpPr/>
          <p:nvPr userDrawn="1"/>
        </p:nvSpPr>
        <p:spPr>
          <a:xfrm>
            <a:off x="8019368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38E7F41-C15A-0C54-E9FC-2C6AC25E1B6B}"/>
              </a:ext>
            </a:extLst>
          </p:cNvPr>
          <p:cNvSpPr/>
          <p:nvPr userDrawn="1"/>
        </p:nvSpPr>
        <p:spPr>
          <a:xfrm>
            <a:off x="9517536" y="3518601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02F1A01-73E7-582A-1195-64F53AC3F828}"/>
              </a:ext>
            </a:extLst>
          </p:cNvPr>
          <p:cNvGrpSpPr/>
          <p:nvPr userDrawn="1"/>
        </p:nvGrpSpPr>
        <p:grpSpPr>
          <a:xfrm>
            <a:off x="10792911" y="5742212"/>
            <a:ext cx="1399091" cy="616232"/>
            <a:chOff x="10792911" y="5742212"/>
            <a:chExt cx="1399091" cy="61623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0BE72B4-CCF6-1823-5516-52EC105679D6}"/>
                </a:ext>
              </a:extLst>
            </p:cNvPr>
            <p:cNvSpPr/>
            <p:nvPr userDrawn="1"/>
          </p:nvSpPr>
          <p:spPr>
            <a:xfrm>
              <a:off x="10792911" y="5742212"/>
              <a:ext cx="1399091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3909459-68B3-9246-CF82-FF5C8F466B19}"/>
                </a:ext>
              </a:extLst>
            </p:cNvPr>
            <p:cNvSpPr/>
            <p:nvPr userDrawn="1"/>
          </p:nvSpPr>
          <p:spPr>
            <a:xfrm>
              <a:off x="11851481" y="5742212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55973FC-C591-3CDC-3C66-2D7417F25395}"/>
              </a:ext>
            </a:extLst>
          </p:cNvPr>
          <p:cNvGrpSpPr/>
          <p:nvPr userDrawn="1"/>
        </p:nvGrpSpPr>
        <p:grpSpPr>
          <a:xfrm>
            <a:off x="10297487" y="4956400"/>
            <a:ext cx="1894515" cy="616782"/>
            <a:chOff x="10297487" y="4956400"/>
            <a:chExt cx="1894515" cy="61678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A551E21-282B-FFD4-86A0-4144BC9D407A}"/>
                </a:ext>
              </a:extLst>
            </p:cNvPr>
            <p:cNvSpPr/>
            <p:nvPr userDrawn="1"/>
          </p:nvSpPr>
          <p:spPr>
            <a:xfrm>
              <a:off x="10297487" y="4956950"/>
              <a:ext cx="1894513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3697C9D-C444-91F4-1B4E-7E8683CD9253}"/>
                </a:ext>
              </a:extLst>
            </p:cNvPr>
            <p:cNvSpPr/>
            <p:nvPr userDrawn="1"/>
          </p:nvSpPr>
          <p:spPr>
            <a:xfrm>
              <a:off x="11854658" y="495640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724262-EE3B-98CA-E3CD-E110D14B8215}"/>
              </a:ext>
            </a:extLst>
          </p:cNvPr>
          <p:cNvGrpSpPr/>
          <p:nvPr userDrawn="1"/>
        </p:nvGrpSpPr>
        <p:grpSpPr>
          <a:xfrm>
            <a:off x="10911665" y="2733614"/>
            <a:ext cx="1280337" cy="617312"/>
            <a:chOff x="10911665" y="2733614"/>
            <a:chExt cx="1280337" cy="61731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7632EB4-39A0-B573-08FA-61DD9E8F3E39}"/>
                </a:ext>
              </a:extLst>
            </p:cNvPr>
            <p:cNvSpPr/>
            <p:nvPr userDrawn="1"/>
          </p:nvSpPr>
          <p:spPr>
            <a:xfrm>
              <a:off x="10911665" y="2733614"/>
              <a:ext cx="1280336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B3D99ED-5810-ED05-0547-42D090E0CDF3}"/>
                </a:ext>
              </a:extLst>
            </p:cNvPr>
            <p:cNvSpPr/>
            <p:nvPr userDrawn="1"/>
          </p:nvSpPr>
          <p:spPr>
            <a:xfrm>
              <a:off x="11854658" y="273469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4C193A-BE0F-5C6F-ABA2-19EEE3F60DC6}"/>
              </a:ext>
            </a:extLst>
          </p:cNvPr>
          <p:cNvGrpSpPr/>
          <p:nvPr userDrawn="1"/>
        </p:nvGrpSpPr>
        <p:grpSpPr>
          <a:xfrm>
            <a:off x="10297488" y="1288767"/>
            <a:ext cx="1894514" cy="616232"/>
            <a:chOff x="10297488" y="1288767"/>
            <a:chExt cx="1894514" cy="61623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9BBBC66-C4B6-3252-3F6E-AE868A4CB3D4}"/>
                </a:ext>
              </a:extLst>
            </p:cNvPr>
            <p:cNvSpPr/>
            <p:nvPr userDrawn="1"/>
          </p:nvSpPr>
          <p:spPr>
            <a:xfrm flipV="1">
              <a:off x="10297488" y="1288767"/>
              <a:ext cx="1894514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33FAB19-C518-7C43-589E-821F0D086699}"/>
                </a:ext>
              </a:extLst>
            </p:cNvPr>
            <p:cNvSpPr/>
            <p:nvPr userDrawn="1"/>
          </p:nvSpPr>
          <p:spPr>
            <a:xfrm>
              <a:off x="11854658" y="1288767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Subtitle">
            <a:extLst>
              <a:ext uri="{FF2B5EF4-FFF2-40B4-BE49-F238E27FC236}">
                <a16:creationId xmlns:a16="http://schemas.microsoft.com/office/drawing/2014/main" id="{B5BE9124-03B3-BD7E-1202-90767922AC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6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44" name="Title">
            <a:extLst>
              <a:ext uri="{FF2B5EF4-FFF2-40B4-BE49-F238E27FC236}">
                <a16:creationId xmlns:a16="http://schemas.microsoft.com/office/drawing/2014/main" id="{D476091C-C5D9-EDEE-0C43-F0D3D771A9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rgbClr val="EEF2EC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687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161A5AA-A5B6-405C-87F8-86C7FC1F2E53}"/>
              </a:ext>
            </a:extLst>
          </p:cNvPr>
          <p:cNvSpPr/>
          <p:nvPr userDrawn="1"/>
        </p:nvSpPr>
        <p:spPr>
          <a:xfrm>
            <a:off x="8868115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5C4CDF6-A121-34CE-5B51-9A5AD0914297}"/>
              </a:ext>
            </a:extLst>
          </p:cNvPr>
          <p:cNvSpPr/>
          <p:nvPr userDrawn="1"/>
        </p:nvSpPr>
        <p:spPr>
          <a:xfrm>
            <a:off x="7553191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19AD155-1311-F4AA-3BEC-D5B2569807AB}"/>
              </a:ext>
            </a:extLst>
          </p:cNvPr>
          <p:cNvSpPr/>
          <p:nvPr userDrawn="1"/>
        </p:nvSpPr>
        <p:spPr>
          <a:xfrm flipV="1">
            <a:off x="8868115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A026F0A-816E-40A1-9240-B23C081DA34C}"/>
              </a:ext>
            </a:extLst>
          </p:cNvPr>
          <p:cNvSpPr/>
          <p:nvPr userDrawn="1"/>
        </p:nvSpPr>
        <p:spPr>
          <a:xfrm flipV="1">
            <a:off x="7477578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32EEA2A-95BC-AAE2-8D11-12599F8AF5B2}"/>
              </a:ext>
            </a:extLst>
          </p:cNvPr>
          <p:cNvSpPr/>
          <p:nvPr userDrawn="1"/>
        </p:nvSpPr>
        <p:spPr>
          <a:xfrm>
            <a:off x="8905193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9C098C1-C937-2783-C784-B901B8E1054B}"/>
              </a:ext>
            </a:extLst>
          </p:cNvPr>
          <p:cNvGrpSpPr/>
          <p:nvPr userDrawn="1"/>
        </p:nvGrpSpPr>
        <p:grpSpPr>
          <a:xfrm>
            <a:off x="11678736" y="5742212"/>
            <a:ext cx="513265" cy="616232"/>
            <a:chOff x="11678736" y="5742212"/>
            <a:chExt cx="513265" cy="61623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3D56C580-BD46-0F8F-CF2F-DAE1739AF4AB}"/>
                </a:ext>
              </a:extLst>
            </p:cNvPr>
            <p:cNvSpPr/>
            <p:nvPr userDrawn="1"/>
          </p:nvSpPr>
          <p:spPr>
            <a:xfrm>
              <a:off x="11678736" y="5742212"/>
              <a:ext cx="513265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24B6BFE-8773-B97F-6B02-60886523F4D3}"/>
                </a:ext>
              </a:extLst>
            </p:cNvPr>
            <p:cNvSpPr/>
            <p:nvPr userDrawn="1"/>
          </p:nvSpPr>
          <p:spPr>
            <a:xfrm>
              <a:off x="11854657" y="5742212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ED2E1C4-83B1-8E0E-34C6-CD2187DF8CF7}"/>
              </a:ext>
            </a:extLst>
          </p:cNvPr>
          <p:cNvGrpSpPr/>
          <p:nvPr userDrawn="1"/>
        </p:nvGrpSpPr>
        <p:grpSpPr>
          <a:xfrm>
            <a:off x="11183313" y="4956400"/>
            <a:ext cx="1008688" cy="616782"/>
            <a:chOff x="11183313" y="4956400"/>
            <a:chExt cx="1008688" cy="616782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3351A3B-3478-3FDE-373A-C09B370C8D82}"/>
                </a:ext>
              </a:extLst>
            </p:cNvPr>
            <p:cNvSpPr/>
            <p:nvPr userDrawn="1"/>
          </p:nvSpPr>
          <p:spPr>
            <a:xfrm>
              <a:off x="11183313" y="4956950"/>
              <a:ext cx="1008688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8ADDC30-D689-AE24-CC92-8EC869C6F291}"/>
                </a:ext>
              </a:extLst>
            </p:cNvPr>
            <p:cNvSpPr/>
            <p:nvPr userDrawn="1"/>
          </p:nvSpPr>
          <p:spPr>
            <a:xfrm>
              <a:off x="11854657" y="495640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56C8C7-82E1-C605-5AC6-F6E96307AA51}"/>
              </a:ext>
            </a:extLst>
          </p:cNvPr>
          <p:cNvGrpSpPr/>
          <p:nvPr userDrawn="1"/>
        </p:nvGrpSpPr>
        <p:grpSpPr>
          <a:xfrm>
            <a:off x="11797490" y="2733614"/>
            <a:ext cx="394511" cy="617312"/>
            <a:chOff x="11797490" y="2733614"/>
            <a:chExt cx="394511" cy="617312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1B5691C5-86A4-898A-11A7-9E7C2DF19ED0}"/>
                </a:ext>
              </a:extLst>
            </p:cNvPr>
            <p:cNvSpPr/>
            <p:nvPr userDrawn="1"/>
          </p:nvSpPr>
          <p:spPr>
            <a:xfrm>
              <a:off x="11797490" y="2733614"/>
              <a:ext cx="394510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C91BBA0-35D7-3635-430A-537871A55074}"/>
                </a:ext>
              </a:extLst>
            </p:cNvPr>
            <p:cNvSpPr/>
            <p:nvPr userDrawn="1"/>
          </p:nvSpPr>
          <p:spPr>
            <a:xfrm>
              <a:off x="11854657" y="273469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128ABA1-420F-1B92-9E12-82005F91E2F8}"/>
              </a:ext>
            </a:extLst>
          </p:cNvPr>
          <p:cNvGrpSpPr/>
          <p:nvPr userDrawn="1"/>
        </p:nvGrpSpPr>
        <p:grpSpPr>
          <a:xfrm>
            <a:off x="11183313" y="1288767"/>
            <a:ext cx="1008688" cy="616232"/>
            <a:chOff x="11183313" y="1288767"/>
            <a:chExt cx="1008688" cy="616232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3E42D6-7409-114B-0AB4-251BDCD7EB8D}"/>
                </a:ext>
              </a:extLst>
            </p:cNvPr>
            <p:cNvSpPr/>
            <p:nvPr userDrawn="1"/>
          </p:nvSpPr>
          <p:spPr>
            <a:xfrm flipV="1">
              <a:off x="11183313" y="1288767"/>
              <a:ext cx="1008687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A738C76-F5D5-45B9-5951-E1FEC92FB843}"/>
                </a:ext>
              </a:extLst>
            </p:cNvPr>
            <p:cNvSpPr/>
            <p:nvPr userDrawn="1"/>
          </p:nvSpPr>
          <p:spPr>
            <a:xfrm>
              <a:off x="11854657" y="1288767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D59D8E8-22A9-8786-BC43-C47A70A9E7FB}"/>
              </a:ext>
            </a:extLst>
          </p:cNvPr>
          <p:cNvGrpSpPr/>
          <p:nvPr userDrawn="1"/>
        </p:nvGrpSpPr>
        <p:grpSpPr>
          <a:xfrm>
            <a:off x="10228938" y="503780"/>
            <a:ext cx="1963063" cy="618296"/>
            <a:chOff x="10228938" y="503780"/>
            <a:chExt cx="1963063" cy="61829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50E78DC-EB8B-D0F0-498F-63F6CC8CB90C}"/>
                </a:ext>
              </a:extLst>
            </p:cNvPr>
            <p:cNvSpPr/>
            <p:nvPr userDrawn="1"/>
          </p:nvSpPr>
          <p:spPr>
            <a:xfrm flipV="1">
              <a:off x="10228938" y="503780"/>
              <a:ext cx="1963063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10DEAEB-B461-6625-745A-EF3314E14A7D}"/>
                </a:ext>
              </a:extLst>
            </p:cNvPr>
            <p:cNvSpPr/>
            <p:nvPr userDrawn="1"/>
          </p:nvSpPr>
          <p:spPr>
            <a:xfrm>
              <a:off x="11854657" y="50584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14C7BDE-DE71-74FE-8A28-5D42F20B561A}"/>
              </a:ext>
            </a:extLst>
          </p:cNvPr>
          <p:cNvGrpSpPr/>
          <p:nvPr userDrawn="1"/>
        </p:nvGrpSpPr>
        <p:grpSpPr>
          <a:xfrm>
            <a:off x="10403361" y="3518601"/>
            <a:ext cx="1788640" cy="616232"/>
            <a:chOff x="10403361" y="3518601"/>
            <a:chExt cx="1788640" cy="61623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501CA74-23FF-90BC-8EB1-A6A02E27B05E}"/>
                </a:ext>
              </a:extLst>
            </p:cNvPr>
            <p:cNvSpPr/>
            <p:nvPr userDrawn="1"/>
          </p:nvSpPr>
          <p:spPr>
            <a:xfrm>
              <a:off x="10403361" y="3518601"/>
              <a:ext cx="1788639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9EA6BC9-F575-1C53-9144-A8BA06CC0057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Subtitle">
            <a:extLst>
              <a:ext uri="{FF2B5EF4-FFF2-40B4-BE49-F238E27FC236}">
                <a16:creationId xmlns:a16="http://schemas.microsoft.com/office/drawing/2014/main" id="{9F13939B-8EEE-1CAA-5335-E64C641626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6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CF77C532-EC6E-975E-DAEB-1693E1ACFE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rgbClr val="EEF2EC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04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C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61D041-8B12-D1D8-2BEB-8B088637D9CA}"/>
              </a:ext>
            </a:extLst>
          </p:cNvPr>
          <p:cNvSpPr/>
          <p:nvPr userDrawn="1"/>
        </p:nvSpPr>
        <p:spPr>
          <a:xfrm>
            <a:off x="9732509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685EC1-D649-0CFF-E444-04E5734281CF}"/>
              </a:ext>
            </a:extLst>
          </p:cNvPr>
          <p:cNvSpPr/>
          <p:nvPr userDrawn="1"/>
        </p:nvSpPr>
        <p:spPr>
          <a:xfrm>
            <a:off x="8341970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D8813F-C320-5024-1DAE-D699BC1F2FC4}"/>
              </a:ext>
            </a:extLst>
          </p:cNvPr>
          <p:cNvSpPr/>
          <p:nvPr userDrawn="1"/>
        </p:nvSpPr>
        <p:spPr>
          <a:xfrm flipV="1">
            <a:off x="9732509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6B3A53-E3DC-EEE6-172E-F472D29E33FB}"/>
              </a:ext>
            </a:extLst>
          </p:cNvPr>
          <p:cNvSpPr/>
          <p:nvPr userDrawn="1"/>
        </p:nvSpPr>
        <p:spPr>
          <a:xfrm flipV="1">
            <a:off x="8341972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F0B163-C273-FF1C-A966-7DD2C65C13C9}"/>
              </a:ext>
            </a:extLst>
          </p:cNvPr>
          <p:cNvSpPr/>
          <p:nvPr userDrawn="1"/>
        </p:nvSpPr>
        <p:spPr>
          <a:xfrm>
            <a:off x="9769587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CD7EB4-5CB1-C98A-F34C-DE2EF8762B9F}"/>
              </a:ext>
            </a:extLst>
          </p:cNvPr>
          <p:cNvGrpSpPr/>
          <p:nvPr userDrawn="1"/>
        </p:nvGrpSpPr>
        <p:grpSpPr>
          <a:xfrm>
            <a:off x="11093332" y="503780"/>
            <a:ext cx="1098669" cy="616232"/>
            <a:chOff x="11093332" y="503780"/>
            <a:chExt cx="1098669" cy="61623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7953AB8-3C66-AB5B-FE35-ABF560B59AF5}"/>
                </a:ext>
              </a:extLst>
            </p:cNvPr>
            <p:cNvSpPr/>
            <p:nvPr userDrawn="1"/>
          </p:nvSpPr>
          <p:spPr>
            <a:xfrm flipV="1">
              <a:off x="11093332" y="503780"/>
              <a:ext cx="1098669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3550EB7-64E6-DE3B-C1CD-726986487AD0}"/>
                </a:ext>
              </a:extLst>
            </p:cNvPr>
            <p:cNvSpPr/>
            <p:nvPr userDrawn="1"/>
          </p:nvSpPr>
          <p:spPr>
            <a:xfrm>
              <a:off x="11854657" y="50378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C12A190-AEEE-39C0-8ACD-DEF04514ECA0}"/>
              </a:ext>
            </a:extLst>
          </p:cNvPr>
          <p:cNvGrpSpPr/>
          <p:nvPr userDrawn="1"/>
        </p:nvGrpSpPr>
        <p:grpSpPr>
          <a:xfrm>
            <a:off x="11267756" y="3518601"/>
            <a:ext cx="924246" cy="616232"/>
            <a:chOff x="11267756" y="3518601"/>
            <a:chExt cx="924246" cy="61623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7D1FCA5-21B1-A5C7-B814-C106987DCBCF}"/>
                </a:ext>
              </a:extLst>
            </p:cNvPr>
            <p:cNvSpPr/>
            <p:nvPr userDrawn="1"/>
          </p:nvSpPr>
          <p:spPr>
            <a:xfrm>
              <a:off x="11267756" y="3518601"/>
              <a:ext cx="924246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C861E0F-5990-7940-1654-B2384D21B3AD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9E0E03-F81C-87E4-924B-F8A79BE37A3D}"/>
              </a:ext>
            </a:extLst>
          </p:cNvPr>
          <p:cNvGrpSpPr/>
          <p:nvPr userDrawn="1"/>
        </p:nvGrpSpPr>
        <p:grpSpPr>
          <a:xfrm>
            <a:off x="11093332" y="5742212"/>
            <a:ext cx="1098670" cy="616232"/>
            <a:chOff x="11267756" y="3518601"/>
            <a:chExt cx="924246" cy="616232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7B13514-0DD4-D0AA-9DE7-A92F662F430D}"/>
                </a:ext>
              </a:extLst>
            </p:cNvPr>
            <p:cNvSpPr/>
            <p:nvPr userDrawn="1"/>
          </p:nvSpPr>
          <p:spPr>
            <a:xfrm>
              <a:off x="11267756" y="3518601"/>
              <a:ext cx="924246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E4858B9-6DE5-519B-D9F1-2DA17DB15BB7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Subtitle">
            <a:extLst>
              <a:ext uri="{FF2B5EF4-FFF2-40B4-BE49-F238E27FC236}">
                <a16:creationId xmlns:a16="http://schemas.microsoft.com/office/drawing/2014/main" id="{525C7A58-85A1-67DE-393E-190AC78CF7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6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43" name="Title">
            <a:extLst>
              <a:ext uri="{FF2B5EF4-FFF2-40B4-BE49-F238E27FC236}">
                <a16:creationId xmlns:a16="http://schemas.microsoft.com/office/drawing/2014/main" id="{91F56F00-FBE7-2F99-5D35-AD9D0950F5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rgbClr val="EEF2EC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239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A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0EF6D2-F24D-1B26-4213-3521812DF46D}"/>
              </a:ext>
            </a:extLst>
          </p:cNvPr>
          <p:cNvSpPr/>
          <p:nvPr userDrawn="1"/>
        </p:nvSpPr>
        <p:spPr>
          <a:xfrm>
            <a:off x="7982290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BF00A3-531C-E24F-3540-30E5C55A6824}"/>
              </a:ext>
            </a:extLst>
          </p:cNvPr>
          <p:cNvSpPr/>
          <p:nvPr userDrawn="1"/>
        </p:nvSpPr>
        <p:spPr>
          <a:xfrm>
            <a:off x="6667366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8776CA-E14C-DB66-91AD-36A22DED7F0E}"/>
              </a:ext>
            </a:extLst>
          </p:cNvPr>
          <p:cNvSpPr/>
          <p:nvPr userDrawn="1"/>
        </p:nvSpPr>
        <p:spPr>
          <a:xfrm flipV="1">
            <a:off x="7982290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72764F-B58D-8243-7AA2-F88B81C73880}"/>
              </a:ext>
            </a:extLst>
          </p:cNvPr>
          <p:cNvSpPr/>
          <p:nvPr userDrawn="1"/>
        </p:nvSpPr>
        <p:spPr>
          <a:xfrm flipV="1">
            <a:off x="9343113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6EC90D-B8E8-D33B-884B-5783197A461E}"/>
              </a:ext>
            </a:extLst>
          </p:cNvPr>
          <p:cNvSpPr/>
          <p:nvPr userDrawn="1"/>
        </p:nvSpPr>
        <p:spPr>
          <a:xfrm flipV="1">
            <a:off x="6591753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E3EA975-78F0-DB51-62AD-056D74001B5E}"/>
              </a:ext>
            </a:extLst>
          </p:cNvPr>
          <p:cNvSpPr/>
          <p:nvPr userDrawn="1"/>
        </p:nvSpPr>
        <p:spPr>
          <a:xfrm>
            <a:off x="8019368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38E7F41-C15A-0C54-E9FC-2C6AC25E1B6B}"/>
              </a:ext>
            </a:extLst>
          </p:cNvPr>
          <p:cNvSpPr/>
          <p:nvPr userDrawn="1"/>
        </p:nvSpPr>
        <p:spPr>
          <a:xfrm>
            <a:off x="9517536" y="3518601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02F1A01-73E7-582A-1195-64F53AC3F828}"/>
              </a:ext>
            </a:extLst>
          </p:cNvPr>
          <p:cNvGrpSpPr/>
          <p:nvPr userDrawn="1"/>
        </p:nvGrpSpPr>
        <p:grpSpPr>
          <a:xfrm>
            <a:off x="10792911" y="5742212"/>
            <a:ext cx="1399091" cy="616232"/>
            <a:chOff x="10792911" y="5742212"/>
            <a:chExt cx="1399091" cy="61623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0BE72B4-CCF6-1823-5516-52EC105679D6}"/>
                </a:ext>
              </a:extLst>
            </p:cNvPr>
            <p:cNvSpPr/>
            <p:nvPr userDrawn="1"/>
          </p:nvSpPr>
          <p:spPr>
            <a:xfrm>
              <a:off x="10792911" y="5742212"/>
              <a:ext cx="1399091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3909459-68B3-9246-CF82-FF5C8F466B19}"/>
                </a:ext>
              </a:extLst>
            </p:cNvPr>
            <p:cNvSpPr/>
            <p:nvPr userDrawn="1"/>
          </p:nvSpPr>
          <p:spPr>
            <a:xfrm>
              <a:off x="11851481" y="5742212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55973FC-C591-3CDC-3C66-2D7417F25395}"/>
              </a:ext>
            </a:extLst>
          </p:cNvPr>
          <p:cNvGrpSpPr/>
          <p:nvPr userDrawn="1"/>
        </p:nvGrpSpPr>
        <p:grpSpPr>
          <a:xfrm>
            <a:off x="10297487" y="4956400"/>
            <a:ext cx="1894515" cy="616782"/>
            <a:chOff x="10297487" y="4956400"/>
            <a:chExt cx="1894515" cy="61678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A551E21-282B-FFD4-86A0-4144BC9D407A}"/>
                </a:ext>
              </a:extLst>
            </p:cNvPr>
            <p:cNvSpPr/>
            <p:nvPr userDrawn="1"/>
          </p:nvSpPr>
          <p:spPr>
            <a:xfrm>
              <a:off x="10297487" y="4956950"/>
              <a:ext cx="1894513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3697C9D-C444-91F4-1B4E-7E8683CD9253}"/>
                </a:ext>
              </a:extLst>
            </p:cNvPr>
            <p:cNvSpPr/>
            <p:nvPr userDrawn="1"/>
          </p:nvSpPr>
          <p:spPr>
            <a:xfrm>
              <a:off x="11854658" y="495640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724262-EE3B-98CA-E3CD-E110D14B8215}"/>
              </a:ext>
            </a:extLst>
          </p:cNvPr>
          <p:cNvGrpSpPr/>
          <p:nvPr userDrawn="1"/>
        </p:nvGrpSpPr>
        <p:grpSpPr>
          <a:xfrm>
            <a:off x="10911665" y="2733614"/>
            <a:ext cx="1280337" cy="617312"/>
            <a:chOff x="10911665" y="2733614"/>
            <a:chExt cx="1280337" cy="61731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7632EB4-39A0-B573-08FA-61DD9E8F3E39}"/>
                </a:ext>
              </a:extLst>
            </p:cNvPr>
            <p:cNvSpPr/>
            <p:nvPr userDrawn="1"/>
          </p:nvSpPr>
          <p:spPr>
            <a:xfrm>
              <a:off x="10911665" y="2733614"/>
              <a:ext cx="1280336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B3D99ED-5810-ED05-0547-42D090E0CDF3}"/>
                </a:ext>
              </a:extLst>
            </p:cNvPr>
            <p:cNvSpPr/>
            <p:nvPr userDrawn="1"/>
          </p:nvSpPr>
          <p:spPr>
            <a:xfrm>
              <a:off x="11854658" y="273469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4C193A-BE0F-5C6F-ABA2-19EEE3F60DC6}"/>
              </a:ext>
            </a:extLst>
          </p:cNvPr>
          <p:cNvGrpSpPr/>
          <p:nvPr userDrawn="1"/>
        </p:nvGrpSpPr>
        <p:grpSpPr>
          <a:xfrm>
            <a:off x="10297488" y="1288767"/>
            <a:ext cx="1894514" cy="616232"/>
            <a:chOff x="10297488" y="1288767"/>
            <a:chExt cx="1894514" cy="61623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9BBBC66-C4B6-3252-3F6E-AE868A4CB3D4}"/>
                </a:ext>
              </a:extLst>
            </p:cNvPr>
            <p:cNvSpPr/>
            <p:nvPr userDrawn="1"/>
          </p:nvSpPr>
          <p:spPr>
            <a:xfrm flipV="1">
              <a:off x="10297488" y="1288767"/>
              <a:ext cx="1894514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33FAB19-C518-7C43-589E-821F0D086699}"/>
                </a:ext>
              </a:extLst>
            </p:cNvPr>
            <p:cNvSpPr/>
            <p:nvPr userDrawn="1"/>
          </p:nvSpPr>
          <p:spPr>
            <a:xfrm>
              <a:off x="11854658" y="1288767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ubtitle">
            <a:extLst>
              <a:ext uri="{FF2B5EF4-FFF2-40B4-BE49-F238E27FC236}">
                <a16:creationId xmlns:a16="http://schemas.microsoft.com/office/drawing/2014/main" id="{AB6EC2AA-DAB6-F3F6-47E6-D423843AB3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1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00D89536-9151-EA5D-5720-F70B9C446D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725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161A5AA-A5B6-405C-87F8-86C7FC1F2E53}"/>
              </a:ext>
            </a:extLst>
          </p:cNvPr>
          <p:cNvSpPr/>
          <p:nvPr userDrawn="1"/>
        </p:nvSpPr>
        <p:spPr>
          <a:xfrm>
            <a:off x="8868115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5C4CDF6-A121-34CE-5B51-9A5AD0914297}"/>
              </a:ext>
            </a:extLst>
          </p:cNvPr>
          <p:cNvSpPr/>
          <p:nvPr userDrawn="1"/>
        </p:nvSpPr>
        <p:spPr>
          <a:xfrm>
            <a:off x="7553191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19AD155-1311-F4AA-3BEC-D5B2569807AB}"/>
              </a:ext>
            </a:extLst>
          </p:cNvPr>
          <p:cNvSpPr/>
          <p:nvPr userDrawn="1"/>
        </p:nvSpPr>
        <p:spPr>
          <a:xfrm flipV="1">
            <a:off x="8868115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A026F0A-816E-40A1-9240-B23C081DA34C}"/>
              </a:ext>
            </a:extLst>
          </p:cNvPr>
          <p:cNvSpPr/>
          <p:nvPr userDrawn="1"/>
        </p:nvSpPr>
        <p:spPr>
          <a:xfrm flipV="1">
            <a:off x="7477578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32EEA2A-95BC-AAE2-8D11-12599F8AF5B2}"/>
              </a:ext>
            </a:extLst>
          </p:cNvPr>
          <p:cNvSpPr/>
          <p:nvPr userDrawn="1"/>
        </p:nvSpPr>
        <p:spPr>
          <a:xfrm>
            <a:off x="8905193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9C098C1-C937-2783-C784-B901B8E1054B}"/>
              </a:ext>
            </a:extLst>
          </p:cNvPr>
          <p:cNvGrpSpPr/>
          <p:nvPr userDrawn="1"/>
        </p:nvGrpSpPr>
        <p:grpSpPr>
          <a:xfrm>
            <a:off x="11678736" y="5742212"/>
            <a:ext cx="513265" cy="616232"/>
            <a:chOff x="11678736" y="5742212"/>
            <a:chExt cx="513265" cy="61623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3D56C580-BD46-0F8F-CF2F-DAE1739AF4AB}"/>
                </a:ext>
              </a:extLst>
            </p:cNvPr>
            <p:cNvSpPr/>
            <p:nvPr userDrawn="1"/>
          </p:nvSpPr>
          <p:spPr>
            <a:xfrm>
              <a:off x="11678736" y="5742212"/>
              <a:ext cx="513265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24B6BFE-8773-B97F-6B02-60886523F4D3}"/>
                </a:ext>
              </a:extLst>
            </p:cNvPr>
            <p:cNvSpPr/>
            <p:nvPr userDrawn="1"/>
          </p:nvSpPr>
          <p:spPr>
            <a:xfrm>
              <a:off x="11854657" y="5742212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ED2E1C4-83B1-8E0E-34C6-CD2187DF8CF7}"/>
              </a:ext>
            </a:extLst>
          </p:cNvPr>
          <p:cNvGrpSpPr/>
          <p:nvPr userDrawn="1"/>
        </p:nvGrpSpPr>
        <p:grpSpPr>
          <a:xfrm>
            <a:off x="11183313" y="4956400"/>
            <a:ext cx="1008688" cy="616782"/>
            <a:chOff x="11183313" y="4956400"/>
            <a:chExt cx="1008688" cy="616782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3351A3B-3478-3FDE-373A-C09B370C8D82}"/>
                </a:ext>
              </a:extLst>
            </p:cNvPr>
            <p:cNvSpPr/>
            <p:nvPr userDrawn="1"/>
          </p:nvSpPr>
          <p:spPr>
            <a:xfrm>
              <a:off x="11183313" y="4956950"/>
              <a:ext cx="1008688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8ADDC30-D689-AE24-CC92-8EC869C6F291}"/>
                </a:ext>
              </a:extLst>
            </p:cNvPr>
            <p:cNvSpPr/>
            <p:nvPr userDrawn="1"/>
          </p:nvSpPr>
          <p:spPr>
            <a:xfrm>
              <a:off x="11854657" y="495640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56C8C7-82E1-C605-5AC6-F6E96307AA51}"/>
              </a:ext>
            </a:extLst>
          </p:cNvPr>
          <p:cNvGrpSpPr/>
          <p:nvPr userDrawn="1"/>
        </p:nvGrpSpPr>
        <p:grpSpPr>
          <a:xfrm>
            <a:off x="11797490" y="2733614"/>
            <a:ext cx="394511" cy="617312"/>
            <a:chOff x="11797490" y="2733614"/>
            <a:chExt cx="394511" cy="617312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1B5691C5-86A4-898A-11A7-9E7C2DF19ED0}"/>
                </a:ext>
              </a:extLst>
            </p:cNvPr>
            <p:cNvSpPr/>
            <p:nvPr userDrawn="1"/>
          </p:nvSpPr>
          <p:spPr>
            <a:xfrm>
              <a:off x="11797490" y="2733614"/>
              <a:ext cx="394510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C91BBA0-35D7-3635-430A-537871A55074}"/>
                </a:ext>
              </a:extLst>
            </p:cNvPr>
            <p:cNvSpPr/>
            <p:nvPr userDrawn="1"/>
          </p:nvSpPr>
          <p:spPr>
            <a:xfrm>
              <a:off x="11854657" y="273469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128ABA1-420F-1B92-9E12-82005F91E2F8}"/>
              </a:ext>
            </a:extLst>
          </p:cNvPr>
          <p:cNvGrpSpPr/>
          <p:nvPr userDrawn="1"/>
        </p:nvGrpSpPr>
        <p:grpSpPr>
          <a:xfrm>
            <a:off x="11183313" y="1288767"/>
            <a:ext cx="1008688" cy="616232"/>
            <a:chOff x="11183313" y="1288767"/>
            <a:chExt cx="1008688" cy="616232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3E42D6-7409-114B-0AB4-251BDCD7EB8D}"/>
                </a:ext>
              </a:extLst>
            </p:cNvPr>
            <p:cNvSpPr/>
            <p:nvPr userDrawn="1"/>
          </p:nvSpPr>
          <p:spPr>
            <a:xfrm flipV="1">
              <a:off x="11183313" y="1288767"/>
              <a:ext cx="1008687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A738C76-F5D5-45B9-5951-E1FEC92FB843}"/>
                </a:ext>
              </a:extLst>
            </p:cNvPr>
            <p:cNvSpPr/>
            <p:nvPr userDrawn="1"/>
          </p:nvSpPr>
          <p:spPr>
            <a:xfrm>
              <a:off x="11854657" y="1288767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D59D8E8-22A9-8786-BC43-C47A70A9E7FB}"/>
              </a:ext>
            </a:extLst>
          </p:cNvPr>
          <p:cNvGrpSpPr/>
          <p:nvPr userDrawn="1"/>
        </p:nvGrpSpPr>
        <p:grpSpPr>
          <a:xfrm>
            <a:off x="10228938" y="503780"/>
            <a:ext cx="1963063" cy="618296"/>
            <a:chOff x="10228938" y="503780"/>
            <a:chExt cx="1963063" cy="61829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50E78DC-EB8B-D0F0-498F-63F6CC8CB90C}"/>
                </a:ext>
              </a:extLst>
            </p:cNvPr>
            <p:cNvSpPr/>
            <p:nvPr userDrawn="1"/>
          </p:nvSpPr>
          <p:spPr>
            <a:xfrm flipV="1">
              <a:off x="10228938" y="503780"/>
              <a:ext cx="1963063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10DEAEB-B461-6625-745A-EF3314E14A7D}"/>
                </a:ext>
              </a:extLst>
            </p:cNvPr>
            <p:cNvSpPr/>
            <p:nvPr userDrawn="1"/>
          </p:nvSpPr>
          <p:spPr>
            <a:xfrm>
              <a:off x="11854657" y="50584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14C7BDE-DE71-74FE-8A28-5D42F20B561A}"/>
              </a:ext>
            </a:extLst>
          </p:cNvPr>
          <p:cNvGrpSpPr/>
          <p:nvPr userDrawn="1"/>
        </p:nvGrpSpPr>
        <p:grpSpPr>
          <a:xfrm>
            <a:off x="10403361" y="3518601"/>
            <a:ext cx="1788640" cy="616232"/>
            <a:chOff x="10403361" y="3518601"/>
            <a:chExt cx="1788640" cy="61623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501CA74-23FF-90BC-8EB1-A6A02E27B05E}"/>
                </a:ext>
              </a:extLst>
            </p:cNvPr>
            <p:cNvSpPr/>
            <p:nvPr userDrawn="1"/>
          </p:nvSpPr>
          <p:spPr>
            <a:xfrm>
              <a:off x="10403361" y="3518601"/>
              <a:ext cx="1788639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9EA6BC9-F575-1C53-9144-A8BA06CC0057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C71DFC01-73EB-EBE3-4900-D866C473F5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1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266426B8-EACD-4FD3-6A8D-5CD31B6018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2189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C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61D041-8B12-D1D8-2BEB-8B088637D9CA}"/>
              </a:ext>
            </a:extLst>
          </p:cNvPr>
          <p:cNvSpPr/>
          <p:nvPr userDrawn="1"/>
        </p:nvSpPr>
        <p:spPr>
          <a:xfrm>
            <a:off x="9732509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685EC1-D649-0CFF-E444-04E5734281CF}"/>
              </a:ext>
            </a:extLst>
          </p:cNvPr>
          <p:cNvSpPr/>
          <p:nvPr userDrawn="1"/>
        </p:nvSpPr>
        <p:spPr>
          <a:xfrm>
            <a:off x="8341970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D8813F-C320-5024-1DAE-D699BC1F2FC4}"/>
              </a:ext>
            </a:extLst>
          </p:cNvPr>
          <p:cNvSpPr/>
          <p:nvPr userDrawn="1"/>
        </p:nvSpPr>
        <p:spPr>
          <a:xfrm flipV="1">
            <a:off x="9732509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6B3A53-E3DC-EEE6-172E-F472D29E33FB}"/>
              </a:ext>
            </a:extLst>
          </p:cNvPr>
          <p:cNvSpPr/>
          <p:nvPr userDrawn="1"/>
        </p:nvSpPr>
        <p:spPr>
          <a:xfrm flipV="1">
            <a:off x="8341972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F0B163-C273-FF1C-A966-7DD2C65C13C9}"/>
              </a:ext>
            </a:extLst>
          </p:cNvPr>
          <p:cNvSpPr/>
          <p:nvPr userDrawn="1"/>
        </p:nvSpPr>
        <p:spPr>
          <a:xfrm>
            <a:off x="9769587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CD7EB4-5CB1-C98A-F34C-DE2EF8762B9F}"/>
              </a:ext>
            </a:extLst>
          </p:cNvPr>
          <p:cNvGrpSpPr/>
          <p:nvPr userDrawn="1"/>
        </p:nvGrpSpPr>
        <p:grpSpPr>
          <a:xfrm>
            <a:off x="11093332" y="503780"/>
            <a:ext cx="1098669" cy="616232"/>
            <a:chOff x="11093332" y="503780"/>
            <a:chExt cx="1098669" cy="61623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7953AB8-3C66-AB5B-FE35-ABF560B59AF5}"/>
                </a:ext>
              </a:extLst>
            </p:cNvPr>
            <p:cNvSpPr/>
            <p:nvPr userDrawn="1"/>
          </p:nvSpPr>
          <p:spPr>
            <a:xfrm flipV="1">
              <a:off x="11093332" y="503780"/>
              <a:ext cx="1098669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3550EB7-64E6-DE3B-C1CD-726986487AD0}"/>
                </a:ext>
              </a:extLst>
            </p:cNvPr>
            <p:cNvSpPr/>
            <p:nvPr userDrawn="1"/>
          </p:nvSpPr>
          <p:spPr>
            <a:xfrm>
              <a:off x="11854657" y="50378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C12A190-AEEE-39C0-8ACD-DEF04514ECA0}"/>
              </a:ext>
            </a:extLst>
          </p:cNvPr>
          <p:cNvGrpSpPr/>
          <p:nvPr userDrawn="1"/>
        </p:nvGrpSpPr>
        <p:grpSpPr>
          <a:xfrm>
            <a:off x="11267756" y="3518601"/>
            <a:ext cx="924246" cy="616232"/>
            <a:chOff x="11267756" y="3518601"/>
            <a:chExt cx="924246" cy="61623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7D1FCA5-21B1-A5C7-B814-C106987DCBCF}"/>
                </a:ext>
              </a:extLst>
            </p:cNvPr>
            <p:cNvSpPr/>
            <p:nvPr userDrawn="1"/>
          </p:nvSpPr>
          <p:spPr>
            <a:xfrm>
              <a:off x="11267756" y="3518601"/>
              <a:ext cx="924246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C861E0F-5990-7940-1654-B2384D21B3AD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9E0E03-F81C-87E4-924B-F8A79BE37A3D}"/>
              </a:ext>
            </a:extLst>
          </p:cNvPr>
          <p:cNvGrpSpPr/>
          <p:nvPr userDrawn="1"/>
        </p:nvGrpSpPr>
        <p:grpSpPr>
          <a:xfrm>
            <a:off x="11093332" y="5742212"/>
            <a:ext cx="1098670" cy="616232"/>
            <a:chOff x="11267756" y="3518601"/>
            <a:chExt cx="924246" cy="616232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7B13514-0DD4-D0AA-9DE7-A92F662F430D}"/>
                </a:ext>
              </a:extLst>
            </p:cNvPr>
            <p:cNvSpPr/>
            <p:nvPr userDrawn="1"/>
          </p:nvSpPr>
          <p:spPr>
            <a:xfrm>
              <a:off x="11267756" y="3518601"/>
              <a:ext cx="924246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E4858B9-6DE5-519B-D9F1-2DA17DB15BB7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Subtitle">
            <a:extLst>
              <a:ext uri="{FF2B5EF4-FFF2-40B4-BE49-F238E27FC236}">
                <a16:creationId xmlns:a16="http://schemas.microsoft.com/office/drawing/2014/main" id="{BDF11898-9A27-CFFB-8261-F1E710A68B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1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141319A6-1719-E7A7-AF9A-8448E3AF3E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839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3D5433-C30F-7B45-99E2-D91CD7A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600" cy="56304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Main Content">
            <a:extLst>
              <a:ext uri="{FF2B5EF4-FFF2-40B4-BE49-F238E27FC236}">
                <a16:creationId xmlns:a16="http://schemas.microsoft.com/office/drawing/2014/main" id="{FE6995CB-E8F1-9145-91FB-1FC5F2C249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4132" y="1353520"/>
            <a:ext cx="11115675" cy="4451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0E827A-246D-64CB-FF4D-7124A033C1C2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A076F02-7B51-B86A-F68A-B7CFCB2EBFF9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C572725-C2C7-9715-B85D-5A51BECABFE4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DA087E-D8EA-557D-ED59-48B6A8D89272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0805098-A839-3E73-B70E-3799C65CF6A2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9B34E38-438F-B9A5-8EBC-18AD2D946758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D59EEA5-7208-B1BD-F4CE-0E7DA8492569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19B82C-48B2-1400-8C1E-51B84EF44207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4A6F0F2-60BF-6A86-3808-5BB30C8ED8A2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39" name="Slide Number">
            <a:extLst>
              <a:ext uri="{FF2B5EF4-FFF2-40B4-BE49-F238E27FC236}">
                <a16:creationId xmlns:a16="http://schemas.microsoft.com/office/drawing/2014/main" id="{089C6D96-2F3E-8253-09E6-B70C4D02D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BBA36CF-27B2-D2D1-C3BE-115D9D99A61B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pic>
        <p:nvPicPr>
          <p:cNvPr id="41" name="Imagen 14">
            <a:extLst>
              <a:ext uri="{FF2B5EF4-FFF2-40B4-BE49-F238E27FC236}">
                <a16:creationId xmlns:a16="http://schemas.microsoft.com/office/drawing/2014/main" id="{805F1E5B-B28D-5E84-DB74-64DA65FF2B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</p:spPr>
      </p:pic>
      <p:pic>
        <p:nvPicPr>
          <p:cNvPr id="42" name="ISOC Symbol">
            <a:extLst>
              <a:ext uri="{FF2B5EF4-FFF2-40B4-BE49-F238E27FC236}">
                <a16:creationId xmlns:a16="http://schemas.microsoft.com/office/drawing/2014/main" id="{508A7A09-3955-9A59-1DA5-97EC9A0E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1785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-Conten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3D5433-C30F-7B45-99E2-D91CD7A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600" cy="56304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Main Content">
            <a:extLst>
              <a:ext uri="{FF2B5EF4-FFF2-40B4-BE49-F238E27FC236}">
                <a16:creationId xmlns:a16="http://schemas.microsoft.com/office/drawing/2014/main" id="{FE6995CB-E8F1-9145-91FB-1FC5F2C249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4132" y="1353520"/>
            <a:ext cx="11115675" cy="445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ISOC Symbol">
            <a:extLst>
              <a:ext uri="{FF2B5EF4-FFF2-40B4-BE49-F238E27FC236}">
                <a16:creationId xmlns:a16="http://schemas.microsoft.com/office/drawing/2014/main" id="{D81B4F08-7334-2149-9EA5-905CA1743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BD2BFFE-3D57-2CA0-89E0-4F41ADB570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B9DE0A-756A-D2ED-C6E8-319219008205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A098EB-9F7E-40E2-26E9-6277251A8DC0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D47394-6F12-8185-8A61-1967341CB60F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445A74-3135-D89B-0FD5-3F7EC91F4042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127D87-80A4-8613-571A-C8315F070CA8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B54C9E-8850-811A-727A-DCE1AD25BC5D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970DE1-31B4-12CC-DAC1-729A11C52311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EF8086-C869-0261-EB76-1E295F27694A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B27831-56DB-47B4-585D-6636FAFB3821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777916-5EFA-2981-DE28-01FBC1B1A82D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E2C7D352-6356-DD0F-FBB2-6880252C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132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2-Column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3D5433-C30F-7B45-99E2-D91CD7A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600" cy="56304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Main Content-Left">
            <a:extLst>
              <a:ext uri="{FF2B5EF4-FFF2-40B4-BE49-F238E27FC236}">
                <a16:creationId xmlns:a16="http://schemas.microsoft.com/office/drawing/2014/main" id="{FE6995CB-E8F1-9145-91FB-1FC5F2C249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4132" y="1353520"/>
            <a:ext cx="5329363" cy="4451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Main Content-Right">
            <a:extLst>
              <a:ext uri="{FF2B5EF4-FFF2-40B4-BE49-F238E27FC236}">
                <a16:creationId xmlns:a16="http://schemas.microsoft.com/office/drawing/2014/main" id="{03B27AED-85A0-F24B-81DD-66759D7A43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0757" y="1353520"/>
            <a:ext cx="5329363" cy="4451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6D280E-747D-989F-23FA-826572D5D923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748442-D864-E703-B073-52E9A31EF868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71217F-E0EA-B546-C343-B8B5AEB997DB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61743F-C3C9-8D50-60DB-F16F2BAE6968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72849A8-8DA1-5CAE-697D-E3733F9FB27B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8D9D96-E8CB-FF2A-3FBE-046CC4FCD0D8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A86EA0-5D95-3627-3EA8-1A6766545B14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CE9F8A2-37A3-ACA5-85B8-8D998E88276F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594C23-1B94-8784-20F3-31A38E12E9BE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F91E43-C63F-38F1-7B1B-213FBC1D0E3D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5" name="Slide Number">
            <a:extLst>
              <a:ext uri="{FF2B5EF4-FFF2-40B4-BE49-F238E27FC236}">
                <a16:creationId xmlns:a16="http://schemas.microsoft.com/office/drawing/2014/main" id="{1DD9F9C7-BD5F-CE9E-FD15-16CD45F3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/>
          </a:p>
        </p:txBody>
      </p:sp>
      <p:pic>
        <p:nvPicPr>
          <p:cNvPr id="26" name="Imagen 14">
            <a:extLst>
              <a:ext uri="{FF2B5EF4-FFF2-40B4-BE49-F238E27FC236}">
                <a16:creationId xmlns:a16="http://schemas.microsoft.com/office/drawing/2014/main" id="{B041FED6-1950-09B4-5A76-F0A18CCF6D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</p:spPr>
      </p:pic>
      <p:pic>
        <p:nvPicPr>
          <p:cNvPr id="27" name="ISOC Symbol">
            <a:extLst>
              <a:ext uri="{FF2B5EF4-FFF2-40B4-BE49-F238E27FC236}">
                <a16:creationId xmlns:a16="http://schemas.microsoft.com/office/drawing/2014/main" id="{C2DE7724-3BC5-CF8A-A448-988851B13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86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2-Column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3D5433-C30F-7B45-99E2-D91CD7A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600" cy="56304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Main Content-Left">
            <a:extLst>
              <a:ext uri="{FF2B5EF4-FFF2-40B4-BE49-F238E27FC236}">
                <a16:creationId xmlns:a16="http://schemas.microsoft.com/office/drawing/2014/main" id="{FE6995CB-E8F1-9145-91FB-1FC5F2C249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4132" y="1353520"/>
            <a:ext cx="5329363" cy="445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Main Content-Right">
            <a:extLst>
              <a:ext uri="{FF2B5EF4-FFF2-40B4-BE49-F238E27FC236}">
                <a16:creationId xmlns:a16="http://schemas.microsoft.com/office/drawing/2014/main" id="{03B27AED-85A0-F24B-81DD-66759D7A43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0757" y="1353520"/>
            <a:ext cx="5329363" cy="445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6D280E-747D-989F-23FA-826572D5D923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748442-D864-E703-B073-52E9A31EF868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71217F-E0EA-B546-C343-B8B5AEB997DB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61743F-C3C9-8D50-60DB-F16F2BAE6968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72849A8-8DA1-5CAE-697D-E3733F9FB27B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8D9D96-E8CB-FF2A-3FBE-046CC4FCD0D8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A86EA0-5D95-3627-3EA8-1A6766545B14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CE9F8A2-37A3-ACA5-85B8-8D998E88276F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594C23-1B94-8784-20F3-31A38E12E9BE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1A4FE238-0C6E-389B-B53F-C710D43CE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F91E43-C63F-38F1-7B1B-213FBC1D0E3D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pic>
        <p:nvPicPr>
          <p:cNvPr id="23" name="ISOC Symbol">
            <a:extLst>
              <a:ext uri="{FF2B5EF4-FFF2-40B4-BE49-F238E27FC236}">
                <a16:creationId xmlns:a16="http://schemas.microsoft.com/office/drawing/2014/main" id="{474417E1-8C94-998A-E82B-EB98677C8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56B4BE95-8B5D-03A4-99BC-C24D576B4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20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Photo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CD902B53-9D84-C24C-93E5-6DA34EE3D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5564373" cy="56304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Main Content">
            <a:extLst>
              <a:ext uri="{FF2B5EF4-FFF2-40B4-BE49-F238E27FC236}">
                <a16:creationId xmlns:a16="http://schemas.microsoft.com/office/drawing/2014/main" id="{822E8AE2-50D4-754F-844E-C2D1E259E67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8640" y="1353520"/>
            <a:ext cx="5564373" cy="4708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1004C492-DDD5-E14C-8F97-9F57C2F76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05106" y="0"/>
            <a:ext cx="5886893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9FC53E-7DF2-683D-DA0E-41F4448C7276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8937DB-65C6-72E1-048A-C42931379B07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62C2FC-3A2F-AAEB-C86B-D8E72FDEEAFB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FB0333-E113-ACC5-3A94-057C8E47C4C9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CE162E-51E7-2BCF-80A6-FA0D1630EFB0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pic>
        <p:nvPicPr>
          <p:cNvPr id="22" name="ISOC Symbol">
            <a:extLst>
              <a:ext uri="{FF2B5EF4-FFF2-40B4-BE49-F238E27FC236}">
                <a16:creationId xmlns:a16="http://schemas.microsoft.com/office/drawing/2014/main" id="{6BFCE243-10BC-3E77-162E-88A2BD09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3E7D005-E707-A03F-E793-74DBB32226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  <p:pic>
        <p:nvPicPr>
          <p:cNvPr id="2" name="Imagen 14">
            <a:extLst>
              <a:ext uri="{FF2B5EF4-FFF2-40B4-BE49-F238E27FC236}">
                <a16:creationId xmlns:a16="http://schemas.microsoft.com/office/drawing/2014/main" id="{76173300-DD60-0163-46E0-DC3377861E8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</p:spPr>
      </p:pic>
      <p:pic>
        <p:nvPicPr>
          <p:cNvPr id="5" name="ISOC Symbol">
            <a:extLst>
              <a:ext uri="{FF2B5EF4-FFF2-40B4-BE49-F238E27FC236}">
                <a16:creationId xmlns:a16="http://schemas.microsoft.com/office/drawing/2014/main" id="{557BB37B-F543-6555-1342-B37349843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70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Photo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CD902B53-9D84-C24C-93E5-6DA34EE3D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5564373" cy="56304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Main Content">
            <a:extLst>
              <a:ext uri="{FF2B5EF4-FFF2-40B4-BE49-F238E27FC236}">
                <a16:creationId xmlns:a16="http://schemas.microsoft.com/office/drawing/2014/main" id="{822E8AE2-50D4-754F-844E-C2D1E259E67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8640" y="1353520"/>
            <a:ext cx="5564373" cy="4708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1004C492-DDD5-E14C-8F97-9F57C2F76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05106" y="0"/>
            <a:ext cx="5886893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9FC53E-7DF2-683D-DA0E-41F4448C7276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8937DB-65C6-72E1-048A-C42931379B07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62C2FC-3A2F-AAEB-C86B-D8E72FDEEAFB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FB0333-E113-ACC5-3A94-057C8E47C4C9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CE162E-51E7-2BCF-80A6-FA0D1630EFB0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pic>
        <p:nvPicPr>
          <p:cNvPr id="22" name="ISOC Symbol">
            <a:extLst>
              <a:ext uri="{FF2B5EF4-FFF2-40B4-BE49-F238E27FC236}">
                <a16:creationId xmlns:a16="http://schemas.microsoft.com/office/drawing/2014/main" id="{6BFCE243-10BC-3E77-162E-88A2BD09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3E7D005-E707-A03F-E793-74DBB32226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6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-Only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14">
            <a:extLst>
              <a:ext uri="{FF2B5EF4-FFF2-40B4-BE49-F238E27FC236}">
                <a16:creationId xmlns:a16="http://schemas.microsoft.com/office/drawing/2014/main" id="{76AF400F-D8FA-7C6C-AA46-4951A245D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80193B3-FE14-004D-BBD6-596D1E04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ISOC Symbol">
            <a:extLst>
              <a:ext uri="{FF2B5EF4-FFF2-40B4-BE49-F238E27FC236}">
                <a16:creationId xmlns:a16="http://schemas.microsoft.com/office/drawing/2014/main" id="{468512CE-C198-7B71-4C2F-330891CEB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1B7A4D-99E4-D21B-CD32-9A58AF80D19D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54F5F7-4C16-C727-D974-651EA501E204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D8AFED-AA18-572F-99E0-D99B1E108C58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1FDF21C-9C57-AE4C-A425-F35410399002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2CCB50F-17BB-79C5-18F3-37A099DA2376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0285774-378D-4C7F-6705-4AFAB727FD94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F944B2-CC99-3C9A-F4F1-B664C1BD5C5D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0000A4-079F-8DF8-07A3-495371922A4D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D8244C-C4F6-6340-3AA8-E780A601DC02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900D107E-89A2-EFD6-12CE-42C422D96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E5EDD9E-8763-DCAE-9CA1-02A209210ADB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111736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-Only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80193B3-FE14-004D-BBD6-596D1E04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5E4EC4C-7F20-504F-83E3-A7F63CD4B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4E134D-E444-31E7-BF28-BA77D13CDAE2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FEE74C-812A-8A89-AA5F-C0226DDAEC88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A28039-C120-1931-7854-E80FD9C8E4DD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820167-3A59-9D9D-AB4E-A571CFF4808E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5F3197-340E-9384-FB69-B7C0B92FDDE7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D798493-61D7-3B27-7CBF-3A3FD24749D7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9F21572-1411-36B5-3D12-776EF5D9F8B3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B2992DB-5BCE-DEDC-9501-B7567A6F2597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A14AB5-26D1-8683-14ED-605B8A8FB0B4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3B11CDA-EAB0-AB1D-8A4D-651DE98CD278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pic>
        <p:nvPicPr>
          <p:cNvPr id="18" name="ISOC Symbol">
            <a:extLst>
              <a:ext uri="{FF2B5EF4-FFF2-40B4-BE49-F238E27FC236}">
                <a16:creationId xmlns:a16="http://schemas.microsoft.com/office/drawing/2014/main" id="{2618BBB0-25E2-E7E9-CCE3-1F8E22933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919D09D2-C95C-18D4-3FEA-3FDE8E7D86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4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17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960" cy="60369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noProof="0" dirty="0"/>
              <a:t>Click to add a Master title</a:t>
            </a:r>
            <a:endParaRPr lang="en-GB" noProof="0" dirty="0"/>
          </a:p>
        </p:txBody>
      </p:sp>
      <p:sp>
        <p:nvSpPr>
          <p:cNvPr id="3" name="Main Text">
            <a:extLst>
              <a:ext uri="{FF2B5EF4-FFF2-40B4-BE49-F238E27FC236}">
                <a16:creationId xmlns:a16="http://schemas.microsoft.com/office/drawing/2014/main" id="{438CC12A-6611-6D4D-A5AD-D4A40ADCC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2174" y="1388182"/>
            <a:ext cx="11109601" cy="4619426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8575" y="6342063"/>
            <a:ext cx="2743200" cy="17303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F4C3A41F-A775-1140-95F7-087AA6C6EBC6}" type="slidenum">
              <a:rPr lang="en-GB" altLang="en-US" noProof="0" smtClean="0"/>
              <a:pPr/>
              <a:t>‹#›</a:t>
            </a:fld>
            <a:endParaRPr lang="en-GB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16387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28" r:id="rId2"/>
    <p:sldLayoutId id="2147483827" r:id="rId3"/>
    <p:sldLayoutId id="2147483797" r:id="rId4"/>
    <p:sldLayoutId id="2147483798" r:id="rId5"/>
    <p:sldLayoutId id="2147483799" r:id="rId6"/>
    <p:sldLayoutId id="2147483800" r:id="rId7"/>
    <p:sldLayoutId id="2147483824" r:id="rId8"/>
    <p:sldLayoutId id="2147483825" r:id="rId9"/>
    <p:sldLayoutId id="2147483826" r:id="rId10"/>
    <p:sldLayoutId id="2147483823" r:id="rId11"/>
    <p:sldLayoutId id="2147483803" r:id="rId12"/>
    <p:sldLayoutId id="2147483804" r:id="rId13"/>
    <p:sldLayoutId id="2147483830" r:id="rId14"/>
    <p:sldLayoutId id="2147483829" r:id="rId15"/>
    <p:sldLayoutId id="2147483805" r:id="rId16"/>
    <p:sldLayoutId id="2147483822" r:id="rId17"/>
    <p:sldLayoutId id="2147483806" r:id="rId18"/>
    <p:sldLayoutId id="2147483807" r:id="rId19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rtl="0" eaLnBrk="1" fontAlgn="base" hangingPunct="1">
        <a:lnSpc>
          <a:spcPct val="106000"/>
        </a:lnSpc>
        <a:spcBef>
          <a:spcPct val="0"/>
        </a:spcBef>
        <a:spcAft>
          <a:spcPts val="600"/>
        </a:spcAft>
        <a:defRPr sz="3000" kern="1200" spc="20">
          <a:solidFill>
            <a:schemeClr val="accent1"/>
          </a:solidFill>
          <a:latin typeface="+mj-lt"/>
          <a:ea typeface="ＭＳ Ｐゴシック" charset="-128"/>
          <a:cs typeface="+mj-cs"/>
        </a:defRPr>
      </a:lvl1pPr>
      <a:lvl2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2pPr>
      <a:lvl3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3pPr>
      <a:lvl4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4pPr>
      <a:lvl5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5pPr>
      <a:lvl6pPr marL="4572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6pPr>
      <a:lvl7pPr marL="9144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7pPr>
      <a:lvl8pPr marL="13716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8pPr>
      <a:lvl9pPr marL="18288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9pPr>
    </p:titleStyle>
    <p:bodyStyle>
      <a:lvl1pPr algn="l" rtl="0" eaLnBrk="1" fontAlgn="base" hangingPunct="1">
        <a:lnSpc>
          <a:spcPct val="106000"/>
        </a:lnSpc>
        <a:spcBef>
          <a:spcPts val="600"/>
        </a:spcBef>
        <a:spcAft>
          <a:spcPts val="600"/>
        </a:spcAft>
        <a:buFont typeface="Arial" charset="0"/>
        <a:defRPr sz="2400" kern="1200" spc="20">
          <a:solidFill>
            <a:schemeClr val="tx1"/>
          </a:solidFill>
          <a:latin typeface="+mn-lt"/>
          <a:ea typeface="Hind Medium" charset="0"/>
          <a:cs typeface="Hind Medium" charset="0"/>
        </a:defRPr>
      </a:lvl1pPr>
      <a:lvl2pPr marL="690563" indent="-227013" algn="l" rtl="0" eaLnBrk="1" fontAlgn="base" hangingPunct="1">
        <a:lnSpc>
          <a:spcPct val="113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•"/>
        <a:tabLst/>
        <a:defRPr sz="2000" kern="1200" spc="2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7763" indent="-228600" algn="l" rtl="0" eaLnBrk="1" fontAlgn="base" hangingPunct="1">
        <a:lnSpc>
          <a:spcPct val="113000"/>
        </a:lnSpc>
        <a:spcBef>
          <a:spcPct val="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1800" kern="1200" spc="2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3375" indent="-227013" algn="l" rtl="0" eaLnBrk="1" fontAlgn="base" hangingPunct="1">
        <a:lnSpc>
          <a:spcPct val="113000"/>
        </a:lnSpc>
        <a:spcBef>
          <a:spcPct val="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1600" kern="1200" spc="2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60575" indent="-22860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1400" kern="1200" spc="2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685800" indent="-228600" algn="l" defTabSz="914400" rtl="0" eaLnBrk="1" latinLnBrk="0" hangingPunct="1">
        <a:lnSpc>
          <a:spcPct val="112000"/>
        </a:lnSpc>
        <a:spcBef>
          <a:spcPts val="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914400" indent="-228600" algn="l" defTabSz="914400" rtl="0" eaLnBrk="1" latinLnBrk="0" hangingPunct="1">
        <a:lnSpc>
          <a:spcPct val="112000"/>
        </a:lnSpc>
        <a:spcBef>
          <a:spcPts val="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5.wdp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6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1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4D8593-3BDD-6D84-6F39-3D86E81220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98" t="42294" r="22150"/>
          <a:stretch>
            <a:fillRect/>
          </a:stretch>
        </p:blipFill>
        <p:spPr>
          <a:xfrm>
            <a:off x="0" y="-7118"/>
            <a:ext cx="12172336" cy="68775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E2BC94-BCD4-8BD6-880C-33A492748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6" y="1802109"/>
            <a:ext cx="5142272" cy="506834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C0EBE0-26D1-52E7-10D3-860A20C9EAA0}"/>
              </a:ext>
            </a:extLst>
          </p:cNvPr>
          <p:cNvSpPr/>
          <p:nvPr/>
        </p:nvSpPr>
        <p:spPr>
          <a:xfrm>
            <a:off x="605626" y="3181242"/>
            <a:ext cx="4241677" cy="328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97EAC-D481-CDDF-32DB-3C87F276CDB0}"/>
              </a:ext>
            </a:extLst>
          </p:cNvPr>
          <p:cNvSpPr txBox="1"/>
          <p:nvPr/>
        </p:nvSpPr>
        <p:spPr>
          <a:xfrm>
            <a:off x="587945" y="3400081"/>
            <a:ext cx="44343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982E3"/>
                </a:solidFill>
              </a:rPr>
              <a:t>MODUL-4</a:t>
            </a:r>
          </a:p>
          <a:p>
            <a:endParaRPr lang="en-US" sz="2400" b="1" dirty="0">
              <a:solidFill>
                <a:srgbClr val="23366E"/>
              </a:solidFill>
            </a:endParaRPr>
          </a:p>
          <a:p>
            <a:r>
              <a:rPr lang="en-US" sz="3600" b="1" dirty="0">
                <a:solidFill>
                  <a:srgbClr val="23366E"/>
                </a:solidFill>
                <a:latin typeface="Fira Sans Black" panose="020B0A03050000020004" pitchFamily="34" charset="0"/>
              </a:rPr>
              <a:t>ETIKA DIGITAL &amp;</a:t>
            </a:r>
            <a:br>
              <a:rPr lang="en-US" sz="3600" b="1" dirty="0">
                <a:solidFill>
                  <a:srgbClr val="23366E"/>
                </a:solidFill>
                <a:latin typeface="Fira Sans Black" panose="020B0A03050000020004" pitchFamily="34" charset="0"/>
              </a:rPr>
            </a:br>
            <a:r>
              <a:rPr lang="en-US" sz="3600" b="1" dirty="0">
                <a:solidFill>
                  <a:srgbClr val="23366E"/>
                </a:solidFill>
                <a:latin typeface="Fira Sans Black" panose="020B0A03050000020004" pitchFamily="34" charset="0"/>
              </a:rPr>
              <a:t>BIJAK BERINTERNET</a:t>
            </a:r>
          </a:p>
          <a:p>
            <a:endParaRPr lang="en-ID" sz="2400" b="1" dirty="0">
              <a:solidFill>
                <a:srgbClr val="23366E"/>
              </a:solidFill>
            </a:endParaRPr>
          </a:p>
          <a:p>
            <a:r>
              <a:rPr lang="en-ID" sz="2400" b="1" dirty="0">
                <a:solidFill>
                  <a:srgbClr val="3982E3"/>
                </a:solidFill>
              </a:rPr>
              <a:t>ISOC Chapter Indonesia</a:t>
            </a:r>
            <a:br>
              <a:rPr lang="en-ID" sz="2400" b="1" dirty="0">
                <a:solidFill>
                  <a:srgbClr val="3982E3"/>
                </a:solidFill>
              </a:rPr>
            </a:br>
            <a:r>
              <a:rPr lang="en-ID" sz="2400" b="1" dirty="0">
                <a:solidFill>
                  <a:srgbClr val="3982E3"/>
                </a:solidFill>
              </a:rPr>
              <a:t>Oktober 2026</a:t>
            </a:r>
            <a:endParaRPr lang="en-US" sz="2400" b="1" dirty="0">
              <a:solidFill>
                <a:srgbClr val="3982E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51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D8551-C553-3CEE-F9DB-1D32501F6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71" y="1147244"/>
            <a:ext cx="8170657" cy="4563512"/>
          </a:xfrm>
        </p:spPr>
        <p:txBody>
          <a:bodyPr/>
          <a:lstStyle/>
          <a:p>
            <a:r>
              <a:rPr lang="en-US" sz="6000" b="1" dirty="0">
                <a:solidFill>
                  <a:srgbClr val="23366E"/>
                </a:solidFill>
                <a:latin typeface="Fira Sans Black" panose="020B0A03050000020004" pitchFamily="34" charset="0"/>
              </a:rPr>
              <a:t>ETIKA DIGITAL</a:t>
            </a:r>
            <a:br>
              <a:rPr lang="en-US" b="1" dirty="0">
                <a:solidFill>
                  <a:srgbClr val="23366E"/>
                </a:solidFill>
              </a:rPr>
            </a:br>
            <a:br>
              <a:rPr lang="en-US" b="1" dirty="0">
                <a:solidFill>
                  <a:srgbClr val="23366E"/>
                </a:solidFill>
              </a:rPr>
            </a:br>
            <a:endParaRPr lang="en-US" b="1" dirty="0">
              <a:solidFill>
                <a:srgbClr val="23366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99041-FA09-DB98-F3D9-FFF142C30F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191250"/>
            <a:ext cx="2743200" cy="365125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2</a:t>
            </a:fld>
            <a:endParaRPr lang="uk-UA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26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6B92-EFE8-FFB3-B967-9943DD1D9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BDAF5-3A7B-2B76-FB1B-FD232BED24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3</a:t>
            </a:fld>
            <a:endParaRPr lang="uk-UA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C009E-9BE6-8940-9613-97D60F99955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Video-1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79413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436E-BD3D-AC16-8716-4EC181EA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66E2B-9F78-FBF2-B5EA-9995059FCA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4</a:t>
            </a:fld>
            <a:endParaRPr lang="uk-UA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55C7B6-CF1C-C036-7B99-2D445A858C8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2" name="Google Shape;214;p6">
            <a:extLst>
              <a:ext uri="{FF2B5EF4-FFF2-40B4-BE49-F238E27FC236}">
                <a16:creationId xmlns:a16="http://schemas.microsoft.com/office/drawing/2014/main" id="{06BA79A2-0ECC-CF24-9AD8-AD8173DB4194}"/>
              </a:ext>
            </a:extLst>
          </p:cNvPr>
          <p:cNvSpPr/>
          <p:nvPr/>
        </p:nvSpPr>
        <p:spPr>
          <a:xfrm>
            <a:off x="438541" y="1920308"/>
            <a:ext cx="4842734" cy="6830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ETIKA OFFLINE</a:t>
            </a:r>
            <a:endParaRPr dirty="0"/>
          </a:p>
        </p:txBody>
      </p:sp>
      <p:sp>
        <p:nvSpPr>
          <p:cNvPr id="3" name="Google Shape;215;p6">
            <a:extLst>
              <a:ext uri="{FF2B5EF4-FFF2-40B4-BE49-F238E27FC236}">
                <a16:creationId xmlns:a16="http://schemas.microsoft.com/office/drawing/2014/main" id="{81E055E5-B536-8247-605A-E136319FF11E}"/>
              </a:ext>
            </a:extLst>
          </p:cNvPr>
          <p:cNvSpPr/>
          <p:nvPr/>
        </p:nvSpPr>
        <p:spPr>
          <a:xfrm>
            <a:off x="5968739" y="1920308"/>
            <a:ext cx="5498573" cy="6830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ETIKA ONLINE</a:t>
            </a:r>
            <a:endParaRPr dirty="0"/>
          </a:p>
        </p:txBody>
      </p:sp>
      <p:sp>
        <p:nvSpPr>
          <p:cNvPr id="5" name="Google Shape;216;p6">
            <a:extLst>
              <a:ext uri="{FF2B5EF4-FFF2-40B4-BE49-F238E27FC236}">
                <a16:creationId xmlns:a16="http://schemas.microsoft.com/office/drawing/2014/main" id="{D4D1F8DD-B4E4-19B6-72E9-630B93D8688F}"/>
              </a:ext>
            </a:extLst>
          </p:cNvPr>
          <p:cNvSpPr/>
          <p:nvPr/>
        </p:nvSpPr>
        <p:spPr>
          <a:xfrm>
            <a:off x="438541" y="2735556"/>
            <a:ext cx="4842734" cy="1839817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istem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nilai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norma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moral yang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menjadi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pegangan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bagi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individu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atau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sekelompok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individu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dalam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mengatur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tingkah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lakunya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berinteraksi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lingkungan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sosial</a:t>
            </a:r>
            <a:endParaRPr sz="20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217;p6">
            <a:extLst>
              <a:ext uri="{FF2B5EF4-FFF2-40B4-BE49-F238E27FC236}">
                <a16:creationId xmlns:a16="http://schemas.microsoft.com/office/drawing/2014/main" id="{CC1B18A8-F277-703B-B722-493DE5A6187D}"/>
              </a:ext>
            </a:extLst>
          </p:cNvPr>
          <p:cNvSpPr/>
          <p:nvPr/>
        </p:nvSpPr>
        <p:spPr>
          <a:xfrm>
            <a:off x="438541" y="4663107"/>
            <a:ext cx="4842734" cy="1395916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Berlaku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meskipun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individu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sendirian</a:t>
            </a:r>
            <a:r>
              <a:rPr lang="id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mewakili</a:t>
            </a:r>
            <a:r>
              <a:rPr lang="en-US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Image </a:t>
            </a:r>
            <a:r>
              <a:rPr lang="en-US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individu</a:t>
            </a:r>
            <a:r>
              <a:rPr lang="en-US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pandangan</a:t>
            </a:r>
            <a:r>
              <a:rPr lang="en-US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orang lain </a:t>
            </a:r>
            <a:r>
              <a:rPr lang="en-US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terhadap</a:t>
            </a:r>
            <a:r>
              <a:rPr lang="en-US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sikap</a:t>
            </a:r>
            <a:r>
              <a:rPr lang="en-US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prilaku</a:t>
            </a:r>
            <a:r>
              <a:rPr lang="en-US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individu</a:t>
            </a:r>
            <a:r>
              <a:rPr lang="en-US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lingkungannya</a:t>
            </a:r>
            <a:endParaRPr sz="20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" name="Google Shape;218;p6">
            <a:extLst>
              <a:ext uri="{FF2B5EF4-FFF2-40B4-BE49-F238E27FC236}">
                <a16:creationId xmlns:a16="http://schemas.microsoft.com/office/drawing/2014/main" id="{DA6AD7F1-7957-C794-016E-F172FA9BFCEB}"/>
              </a:ext>
            </a:extLst>
          </p:cNvPr>
          <p:cNvCxnSpPr/>
          <p:nvPr/>
        </p:nvCxnSpPr>
        <p:spPr>
          <a:xfrm>
            <a:off x="5629053" y="1760162"/>
            <a:ext cx="0" cy="4247404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219;p6">
            <a:extLst>
              <a:ext uri="{FF2B5EF4-FFF2-40B4-BE49-F238E27FC236}">
                <a16:creationId xmlns:a16="http://schemas.microsoft.com/office/drawing/2014/main" id="{D1A6BED0-A9C2-2DAF-1775-49406AB709A1}"/>
              </a:ext>
            </a:extLst>
          </p:cNvPr>
          <p:cNvSpPr/>
          <p:nvPr/>
        </p:nvSpPr>
        <p:spPr>
          <a:xfrm>
            <a:off x="5968739" y="2735556"/>
            <a:ext cx="5498573" cy="18398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Tata </a:t>
            </a:r>
            <a:r>
              <a:rPr lang="en-ID" sz="20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cara</a:t>
            </a:r>
            <a:r>
              <a:rPr lang="en-ID" sz="20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individu</a:t>
            </a:r>
            <a:r>
              <a:rPr lang="en-ID" sz="20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sebagai</a:t>
            </a:r>
            <a:r>
              <a:rPr lang="en-ID" sz="20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NETIZEN yang </a:t>
            </a:r>
            <a:r>
              <a:rPr lang="en-ID" sz="20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beretika</a:t>
            </a:r>
            <a:r>
              <a:rPr lang="en-ID" sz="20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ala Indonesia, </a:t>
            </a:r>
            <a:r>
              <a:rPr lang="en-ID" sz="20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berinteraksi</a:t>
            </a:r>
            <a:r>
              <a:rPr lang="en-ID" sz="20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ID" sz="20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berkolaborasi</a:t>
            </a:r>
            <a:r>
              <a:rPr lang="en-ID" sz="20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dengan</a:t>
            </a:r>
            <a:r>
              <a:rPr lang="en-ID" sz="20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Netizen </a:t>
            </a:r>
            <a:r>
              <a:rPr lang="en-ID" sz="20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lainnya</a:t>
            </a:r>
            <a:r>
              <a:rPr lang="en-ID" sz="20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bahkan</a:t>
            </a:r>
            <a:r>
              <a:rPr lang="en-ID" sz="20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Netizen Negara lain</a:t>
            </a:r>
            <a:endParaRPr sz="20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220;p6">
            <a:extLst>
              <a:ext uri="{FF2B5EF4-FFF2-40B4-BE49-F238E27FC236}">
                <a16:creationId xmlns:a16="http://schemas.microsoft.com/office/drawing/2014/main" id="{2FF7C4D5-2387-351A-D14C-0672DBF3E217}"/>
              </a:ext>
            </a:extLst>
          </p:cNvPr>
          <p:cNvSpPr/>
          <p:nvPr/>
        </p:nvSpPr>
        <p:spPr>
          <a:xfrm>
            <a:off x="5968739" y="4663106"/>
            <a:ext cx="5498573" cy="13444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Netizen Indonesia yang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beretika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Indonesia,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menjadi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perwakilan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Image </a:t>
            </a:r>
            <a:r>
              <a:rPr lang="en-ID" sz="2000" b="1" i="0" u="none" strike="noStrik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Bangsa</a:t>
            </a:r>
            <a:r>
              <a:rPr lang="en-ID" sz="2000" b="1" i="0" u="none" strike="noStrik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Indonesia di Dunia Online</a:t>
            </a:r>
            <a:endParaRPr sz="20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Google Shape;213;p6">
            <a:extLst>
              <a:ext uri="{FF2B5EF4-FFF2-40B4-BE49-F238E27FC236}">
                <a16:creationId xmlns:a16="http://schemas.microsoft.com/office/drawing/2014/main" id="{C35E011E-3A48-A7C0-1706-3688E6717D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9942" y="580368"/>
            <a:ext cx="80295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n-ID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ETIKA </a:t>
            </a:r>
            <a:r>
              <a:rPr lang="en-ID" b="1" dirty="0">
                <a:solidFill>
                  <a:schemeClr val="accent1">
                    <a:lumMod val="75000"/>
                  </a:schemeClr>
                </a:solidFill>
                <a:latin typeface="Dubai Light" panose="020B0303030403030204" pitchFamily="34" charset="-78"/>
                <a:cs typeface="Dubai Light" panose="020B0303030403030204" pitchFamily="34" charset="-78"/>
              </a:rPr>
              <a:t>VS</a:t>
            </a:r>
            <a:r>
              <a:rPr lang="en-ID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ETIKET</a:t>
            </a:r>
          </a:p>
        </p:txBody>
      </p:sp>
    </p:spTree>
    <p:extLst>
      <p:ext uri="{BB962C8B-B14F-4D97-AF65-F5344CB8AC3E}">
        <p14:creationId xmlns:p14="http://schemas.microsoft.com/office/powerpoint/2010/main" val="1072998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F023-582E-681C-D670-140ABED0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14BA3-6CF9-3E6B-60D7-C7D35FD8AD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5</a:t>
            </a:fld>
            <a:endParaRPr lang="uk-UA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7B179C-0DC6-F964-32CD-AD8822488A3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2" name="Google Shape;141;p3">
            <a:extLst>
              <a:ext uri="{FF2B5EF4-FFF2-40B4-BE49-F238E27FC236}">
                <a16:creationId xmlns:a16="http://schemas.microsoft.com/office/drawing/2014/main" id="{AC229130-F866-AA87-47FD-0BCF035474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627" y="647822"/>
            <a:ext cx="10515600" cy="85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n-ID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 Black" panose="020B0A030500000200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LATAR BELAKANG </a:t>
            </a:r>
            <a:r>
              <a:rPr lang="en-ID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ETIKA BERINTERNET</a:t>
            </a:r>
            <a:endParaRPr lang="en-ID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grpSp>
        <p:nvGrpSpPr>
          <p:cNvPr id="3" name="Google Shape;143;p3">
            <a:extLst>
              <a:ext uri="{FF2B5EF4-FFF2-40B4-BE49-F238E27FC236}">
                <a16:creationId xmlns:a16="http://schemas.microsoft.com/office/drawing/2014/main" id="{60E7D88E-004A-AB76-F4E1-CEC268935123}"/>
              </a:ext>
            </a:extLst>
          </p:cNvPr>
          <p:cNvGrpSpPr/>
          <p:nvPr/>
        </p:nvGrpSpPr>
        <p:grpSpPr>
          <a:xfrm>
            <a:off x="774441" y="3165962"/>
            <a:ext cx="10876771" cy="1218935"/>
            <a:chOff x="332050" y="4129018"/>
            <a:chExt cx="4919037" cy="2827965"/>
          </a:xfrm>
        </p:grpSpPr>
        <p:sp>
          <p:nvSpPr>
            <p:cNvPr id="5" name="Google Shape;144;p3">
              <a:extLst>
                <a:ext uri="{FF2B5EF4-FFF2-40B4-BE49-F238E27FC236}">
                  <a16:creationId xmlns:a16="http://schemas.microsoft.com/office/drawing/2014/main" id="{8A30B1B0-523F-54D1-8868-53D882C44526}"/>
                </a:ext>
              </a:extLst>
            </p:cNvPr>
            <p:cNvSpPr/>
            <p:nvPr/>
          </p:nvSpPr>
          <p:spPr>
            <a:xfrm>
              <a:off x="332050" y="4129018"/>
              <a:ext cx="4919037" cy="2771062"/>
            </a:xfrm>
            <a:custGeom>
              <a:avLst/>
              <a:gdLst/>
              <a:ahLst/>
              <a:cxnLst/>
              <a:rect l="l" t="t" r="r" b="b"/>
              <a:pathLst>
                <a:path w="4820639" h="1579849" extrusionOk="0">
                  <a:moveTo>
                    <a:pt x="4696179" y="1579849"/>
                  </a:moveTo>
                  <a:lnTo>
                    <a:pt x="124460" y="1579849"/>
                  </a:lnTo>
                  <a:cubicBezTo>
                    <a:pt x="55880" y="1579849"/>
                    <a:pt x="0" y="1523969"/>
                    <a:pt x="0" y="145538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96179" y="0"/>
                  </a:lnTo>
                  <a:cubicBezTo>
                    <a:pt x="4764759" y="0"/>
                    <a:pt x="4820639" y="55880"/>
                    <a:pt x="4820639" y="124460"/>
                  </a:cubicBezTo>
                  <a:lnTo>
                    <a:pt x="4820639" y="1455389"/>
                  </a:lnTo>
                  <a:cubicBezTo>
                    <a:pt x="4820639" y="1523969"/>
                    <a:pt x="4764759" y="1579849"/>
                    <a:pt x="4696179" y="1579849"/>
                  </a:cubicBezTo>
                  <a:close/>
                </a:path>
              </a:pathLst>
            </a:custGeom>
            <a:solidFill>
              <a:srgbClr val="EDF0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" name="Google Shape;145;p3">
              <a:extLst>
                <a:ext uri="{FF2B5EF4-FFF2-40B4-BE49-F238E27FC236}">
                  <a16:creationId xmlns:a16="http://schemas.microsoft.com/office/drawing/2014/main" id="{8122A9C4-697E-9537-5AAC-7CDD9D0C4377}"/>
                </a:ext>
              </a:extLst>
            </p:cNvPr>
            <p:cNvSpPr txBox="1"/>
            <p:nvPr/>
          </p:nvSpPr>
          <p:spPr>
            <a:xfrm>
              <a:off x="463278" y="4257872"/>
              <a:ext cx="4741123" cy="2699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Interaksi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antar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Netizen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berarti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juga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interaksi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antar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budaya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,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istiadat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id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akan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menciptakan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ID" b="1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standar</a:t>
              </a:r>
              <a:r>
                <a:rPr lang="en-ID" b="1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ID" b="1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baru</a:t>
              </a:r>
              <a:r>
                <a:rPr lang="en-ID" b="1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tentang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etika</a:t>
              </a:r>
              <a:r>
                <a:rPr lang="id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, 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agar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bisa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menimbulkan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rasa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nyaman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dalam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bersosialisasi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, </a:t>
              </a:r>
              <a:r>
                <a:rPr lang="en-US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berkomunikasi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sekaligus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membentengi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Image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Positif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Netizen yang Indonesia</a:t>
              </a:r>
              <a:endParaRPr b="0" i="0" u="none" strike="noStrike" cap="none" dirty="0">
                <a:solidFill>
                  <a:srgbClr val="000000"/>
                </a:solidFill>
                <a:latin typeface="Fira Sans" panose="020B05030500000200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7" name="Google Shape;146;p3">
            <a:extLst>
              <a:ext uri="{FF2B5EF4-FFF2-40B4-BE49-F238E27FC236}">
                <a16:creationId xmlns:a16="http://schemas.microsoft.com/office/drawing/2014/main" id="{20EE9F29-02BC-20AD-D952-6D8FECB6F177}"/>
              </a:ext>
            </a:extLst>
          </p:cNvPr>
          <p:cNvGrpSpPr/>
          <p:nvPr/>
        </p:nvGrpSpPr>
        <p:grpSpPr>
          <a:xfrm>
            <a:off x="774442" y="1779556"/>
            <a:ext cx="10876772" cy="1251747"/>
            <a:chOff x="332050" y="4129018"/>
            <a:chExt cx="4919037" cy="3164142"/>
          </a:xfrm>
        </p:grpSpPr>
        <p:sp>
          <p:nvSpPr>
            <p:cNvPr id="8" name="Google Shape;147;p3">
              <a:extLst>
                <a:ext uri="{FF2B5EF4-FFF2-40B4-BE49-F238E27FC236}">
                  <a16:creationId xmlns:a16="http://schemas.microsoft.com/office/drawing/2014/main" id="{19C91642-6131-AB12-2ADC-918AC6185AC8}"/>
                </a:ext>
              </a:extLst>
            </p:cNvPr>
            <p:cNvSpPr/>
            <p:nvPr/>
          </p:nvSpPr>
          <p:spPr>
            <a:xfrm>
              <a:off x="332050" y="4129018"/>
              <a:ext cx="4919037" cy="3164142"/>
            </a:xfrm>
            <a:custGeom>
              <a:avLst/>
              <a:gdLst/>
              <a:ahLst/>
              <a:cxnLst/>
              <a:rect l="l" t="t" r="r" b="b"/>
              <a:pathLst>
                <a:path w="4820639" h="1579849" extrusionOk="0">
                  <a:moveTo>
                    <a:pt x="4696179" y="1579849"/>
                  </a:moveTo>
                  <a:lnTo>
                    <a:pt x="124460" y="1579849"/>
                  </a:lnTo>
                  <a:cubicBezTo>
                    <a:pt x="55880" y="1579849"/>
                    <a:pt x="0" y="1523969"/>
                    <a:pt x="0" y="145538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96179" y="0"/>
                  </a:lnTo>
                  <a:cubicBezTo>
                    <a:pt x="4764759" y="0"/>
                    <a:pt x="4820639" y="55880"/>
                    <a:pt x="4820639" y="124460"/>
                  </a:cubicBezTo>
                  <a:lnTo>
                    <a:pt x="4820639" y="1455389"/>
                  </a:lnTo>
                  <a:cubicBezTo>
                    <a:pt x="4820639" y="1523969"/>
                    <a:pt x="4764759" y="1579849"/>
                    <a:pt x="4696179" y="1579849"/>
                  </a:cubicBezTo>
                  <a:close/>
                </a:path>
              </a:pathLst>
            </a:custGeom>
            <a:solidFill>
              <a:srgbClr val="EDF0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Google Shape;148;p3">
              <a:extLst>
                <a:ext uri="{FF2B5EF4-FFF2-40B4-BE49-F238E27FC236}">
                  <a16:creationId xmlns:a16="http://schemas.microsoft.com/office/drawing/2014/main" id="{58F87421-69A9-14E0-DAD7-FE48AC887A54}"/>
                </a:ext>
              </a:extLst>
            </p:cNvPr>
            <p:cNvSpPr txBox="1"/>
            <p:nvPr/>
          </p:nvSpPr>
          <p:spPr>
            <a:xfrm>
              <a:off x="468756" y="4231272"/>
              <a:ext cx="4735644" cy="2940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Perkembangan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pemanfaat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teknologi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makin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masif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saat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ini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77%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lebih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adalah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netizen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aktif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dari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210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juta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pengguna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Internet di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indonesia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, Netizen </a:t>
              </a:r>
              <a:r>
                <a:rPr lang="en-US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memanfaatkan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ruang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digital </a:t>
              </a:r>
              <a:r>
                <a:rPr lang="en-US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sebagai</a:t>
              </a:r>
              <a:r>
                <a:rPr lang="en-US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media </a:t>
              </a:r>
              <a:r>
                <a:rPr lang="en-US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mendapatkan</a:t>
              </a:r>
              <a:r>
                <a:rPr lang="en-US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informasi</a:t>
              </a:r>
              <a:r>
                <a:rPr lang="en-US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, media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berinteraksi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, media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berkomunikasi</a:t>
              </a:r>
              <a:r>
                <a:rPr lang="en-ID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dan media </a:t>
              </a:r>
              <a:r>
                <a:rPr lang="en-ID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berkolaborasi</a:t>
              </a:r>
              <a:endParaRPr b="1" i="0" u="none" strike="noStrike" cap="none" dirty="0">
                <a:solidFill>
                  <a:srgbClr val="000000"/>
                </a:solidFill>
                <a:latin typeface="Fira Sans" panose="020B05030500000200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" name="Google Shape;157;p3">
            <a:extLst>
              <a:ext uri="{FF2B5EF4-FFF2-40B4-BE49-F238E27FC236}">
                <a16:creationId xmlns:a16="http://schemas.microsoft.com/office/drawing/2014/main" id="{F4B18BA0-8BF6-1ABA-DFC0-D60B34C14604}"/>
              </a:ext>
            </a:extLst>
          </p:cNvPr>
          <p:cNvGrpSpPr/>
          <p:nvPr/>
        </p:nvGrpSpPr>
        <p:grpSpPr>
          <a:xfrm>
            <a:off x="774442" y="4540549"/>
            <a:ext cx="10876771" cy="1378970"/>
            <a:chOff x="332050" y="3507317"/>
            <a:chExt cx="4919037" cy="2794569"/>
          </a:xfrm>
        </p:grpSpPr>
        <p:sp>
          <p:nvSpPr>
            <p:cNvPr id="12" name="Google Shape;158;p3">
              <a:extLst>
                <a:ext uri="{FF2B5EF4-FFF2-40B4-BE49-F238E27FC236}">
                  <a16:creationId xmlns:a16="http://schemas.microsoft.com/office/drawing/2014/main" id="{FE52217E-CF30-3CB4-03F4-7173CEF74D60}"/>
                </a:ext>
              </a:extLst>
            </p:cNvPr>
            <p:cNvSpPr/>
            <p:nvPr/>
          </p:nvSpPr>
          <p:spPr>
            <a:xfrm>
              <a:off x="332050" y="3507317"/>
              <a:ext cx="4919037" cy="2794569"/>
            </a:xfrm>
            <a:custGeom>
              <a:avLst/>
              <a:gdLst/>
              <a:ahLst/>
              <a:cxnLst/>
              <a:rect l="l" t="t" r="r" b="b"/>
              <a:pathLst>
                <a:path w="4820639" h="1579849" extrusionOk="0">
                  <a:moveTo>
                    <a:pt x="4696179" y="1579849"/>
                  </a:moveTo>
                  <a:lnTo>
                    <a:pt x="124460" y="1579849"/>
                  </a:lnTo>
                  <a:cubicBezTo>
                    <a:pt x="55880" y="1579849"/>
                    <a:pt x="0" y="1523969"/>
                    <a:pt x="0" y="145538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96179" y="0"/>
                  </a:lnTo>
                  <a:cubicBezTo>
                    <a:pt x="4764759" y="0"/>
                    <a:pt x="4820639" y="55880"/>
                    <a:pt x="4820639" y="124460"/>
                  </a:cubicBezTo>
                  <a:lnTo>
                    <a:pt x="4820639" y="1455389"/>
                  </a:lnTo>
                  <a:cubicBezTo>
                    <a:pt x="4820639" y="1523969"/>
                    <a:pt x="4764759" y="1579849"/>
                    <a:pt x="4696179" y="1579849"/>
                  </a:cubicBezTo>
                  <a:close/>
                </a:path>
              </a:pathLst>
            </a:custGeom>
            <a:solidFill>
              <a:srgbClr val="EDF0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159;p3">
              <a:extLst>
                <a:ext uri="{FF2B5EF4-FFF2-40B4-BE49-F238E27FC236}">
                  <a16:creationId xmlns:a16="http://schemas.microsoft.com/office/drawing/2014/main" id="{76C70BC3-25B0-122A-28AB-B416C5DF7502}"/>
                </a:ext>
              </a:extLst>
            </p:cNvPr>
            <p:cNvSpPr txBox="1"/>
            <p:nvPr/>
          </p:nvSpPr>
          <p:spPr>
            <a:xfrm>
              <a:off x="463278" y="3553989"/>
              <a:ext cx="4741123" cy="2357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dirty="0" err="1">
                  <a:latin typeface="Fira Sans" panose="020B0503050000020004" pitchFamily="34" charset="0"/>
                </a:rPr>
                <a:t>Terciptanya</a:t>
              </a:r>
              <a:r>
                <a:rPr lang="en-US" dirty="0">
                  <a:latin typeface="Fira Sans" panose="020B0503050000020004" pitchFamily="34" charset="0"/>
                </a:rPr>
                <a:t> Standard </a:t>
              </a:r>
              <a:r>
                <a:rPr lang="en-US" dirty="0" err="1">
                  <a:latin typeface="Fira Sans" panose="020B0503050000020004" pitchFamily="34" charset="0"/>
                </a:rPr>
                <a:t>Baru</a:t>
              </a:r>
              <a:r>
                <a:rPr lang="en-US" dirty="0">
                  <a:latin typeface="Fira Sans" panose="020B0503050000020004" pitchFamily="34" charset="0"/>
                </a:rPr>
                <a:t> yang di </a:t>
              </a:r>
              <a:r>
                <a:rPr lang="en-US" dirty="0" err="1">
                  <a:latin typeface="Fira Sans" panose="020B0503050000020004" pitchFamily="34" charset="0"/>
                </a:rPr>
                <a:t>kemas</a:t>
              </a:r>
              <a:r>
                <a:rPr lang="en-US" dirty="0">
                  <a:latin typeface="Fira Sans" panose="020B0503050000020004" pitchFamily="34" charset="0"/>
                </a:rPr>
                <a:t> </a:t>
              </a:r>
              <a:r>
                <a:rPr lang="en-US" dirty="0" err="1">
                  <a:latin typeface="Fira Sans" panose="020B0503050000020004" pitchFamily="34" charset="0"/>
                </a:rPr>
                <a:t>dalam</a:t>
              </a:r>
              <a:r>
                <a:rPr lang="en-US" dirty="0">
                  <a:latin typeface="Fira Sans" panose="020B0503050000020004" pitchFamily="34" charset="0"/>
                </a:rPr>
                <a:t> </a:t>
              </a:r>
              <a:r>
                <a:rPr lang="en-US" dirty="0" err="1">
                  <a:latin typeface="Fira Sans" panose="020B0503050000020004" pitchFamily="34" charset="0"/>
                </a:rPr>
                <a:t>sebuat</a:t>
              </a:r>
              <a:r>
                <a:rPr lang="en-US" dirty="0">
                  <a:latin typeface="Fira Sans" panose="020B0503050000020004" pitchFamily="34" charset="0"/>
                </a:rPr>
                <a:t> NETIKET </a:t>
              </a:r>
              <a:r>
                <a:rPr lang="en-US" dirty="0" err="1">
                  <a:latin typeface="Fira Sans" panose="020B0503050000020004" pitchFamily="34" charset="0"/>
                </a:rPr>
                <a:t>sebuah</a:t>
              </a:r>
              <a:r>
                <a:rPr lang="en-US" dirty="0">
                  <a:latin typeface="Fira Sans" panose="020B0503050000020004" pitchFamily="34" charset="0"/>
                </a:rPr>
                <a:t> </a:t>
              </a:r>
              <a:r>
                <a:rPr lang="en-US" dirty="0" err="1">
                  <a:latin typeface="Fira Sans" panose="020B0503050000020004" pitchFamily="34" charset="0"/>
                </a:rPr>
                <a:t>acuan</a:t>
              </a:r>
              <a:r>
                <a:rPr lang="en-US" dirty="0">
                  <a:latin typeface="Fira Sans" panose="020B0503050000020004" pitchFamily="34" charset="0"/>
                </a:rPr>
                <a:t> </a:t>
              </a:r>
              <a:r>
                <a:rPr lang="en-US" dirty="0" err="1">
                  <a:latin typeface="Fira Sans" panose="020B0503050000020004" pitchFamily="34" charset="0"/>
                </a:rPr>
                <a:t>berkomunikasi</a:t>
              </a:r>
              <a:r>
                <a:rPr lang="en-US" dirty="0">
                  <a:latin typeface="Fira Sans" panose="020B0503050000020004" pitchFamily="34" charset="0"/>
                </a:rPr>
                <a:t>, </a:t>
              </a:r>
              <a:r>
                <a:rPr lang="en-US" dirty="0" err="1">
                  <a:latin typeface="Fira Sans" panose="020B0503050000020004" pitchFamily="34" charset="0"/>
                </a:rPr>
                <a:t>berinteraksi</a:t>
              </a:r>
              <a:r>
                <a:rPr lang="en-US" dirty="0">
                  <a:latin typeface="Fira Sans" panose="020B0503050000020004" pitchFamily="34" charset="0"/>
                </a:rPr>
                <a:t> dan </a:t>
              </a:r>
              <a:r>
                <a:rPr lang="en-US" dirty="0" err="1">
                  <a:latin typeface="Fira Sans" panose="020B0503050000020004" pitchFamily="34" charset="0"/>
                </a:rPr>
                <a:t>berkolaborasi</a:t>
              </a:r>
              <a:r>
                <a:rPr lang="en-US" dirty="0">
                  <a:latin typeface="Fira Sans" panose="020B0503050000020004" pitchFamily="34" charset="0"/>
                </a:rPr>
                <a:t> di internet, </a:t>
              </a:r>
              <a:r>
                <a:rPr lang="en-US" dirty="0" err="1">
                  <a:latin typeface="Fira Sans" panose="020B0503050000020004" pitchFamily="34" charset="0"/>
                </a:rPr>
                <a:t>suatu</a:t>
              </a:r>
              <a:r>
                <a:rPr lang="en-US" dirty="0">
                  <a:latin typeface="Fira Sans" panose="020B0503050000020004" pitchFamily="34" charset="0"/>
                </a:rPr>
                <a:t> </a:t>
              </a:r>
              <a:r>
                <a:rPr lang="en-US" dirty="0" err="1">
                  <a:latin typeface="Fira Sans" panose="020B0503050000020004" pitchFamily="34" charset="0"/>
                </a:rPr>
                <a:t>acuan</a:t>
              </a:r>
              <a:r>
                <a:rPr lang="en-US" dirty="0">
                  <a:latin typeface="Fira Sans" panose="020B0503050000020004" pitchFamily="34" charset="0"/>
                </a:rPr>
                <a:t> </a:t>
              </a:r>
              <a:r>
                <a:rPr lang="en-US" dirty="0" err="1">
                  <a:latin typeface="Fira Sans" panose="020B0503050000020004" pitchFamily="34" charset="0"/>
                </a:rPr>
                <a:t>etika</a:t>
              </a:r>
              <a:r>
                <a:rPr lang="en-US" dirty="0">
                  <a:latin typeface="Fira Sans" panose="020B0503050000020004" pitchFamily="34" charset="0"/>
                </a:rPr>
                <a:t> yang di </a:t>
              </a:r>
              <a:r>
                <a:rPr lang="en-US" dirty="0" err="1">
                  <a:latin typeface="Fira Sans" panose="020B0503050000020004" pitchFamily="34" charset="0"/>
                </a:rPr>
                <a:t>pahami</a:t>
              </a:r>
              <a:r>
                <a:rPr lang="en-US" dirty="0">
                  <a:latin typeface="Fira Sans" panose="020B0503050000020004" pitchFamily="34" charset="0"/>
                </a:rPr>
                <a:t> dan </a:t>
              </a:r>
              <a:r>
                <a:rPr lang="en-US" dirty="0" err="1">
                  <a:latin typeface="Fira Sans" panose="020B0503050000020004" pitchFamily="34" charset="0"/>
                </a:rPr>
                <a:t>disepakati</a:t>
              </a:r>
              <a:r>
                <a:rPr lang="en-US" dirty="0">
                  <a:latin typeface="Fira Sans" panose="020B0503050000020004" pitchFamily="34" charset="0"/>
                </a:rPr>
                <a:t> Bersama </a:t>
              </a:r>
              <a:r>
                <a:rPr lang="en-US" dirty="0" err="1">
                  <a:latin typeface="Fira Sans" panose="020B0503050000020004" pitchFamily="34" charset="0"/>
                </a:rPr>
                <a:t>mewakili</a:t>
              </a:r>
              <a:r>
                <a:rPr lang="en-US" dirty="0">
                  <a:latin typeface="Fira Sans" panose="020B0503050000020004" pitchFamily="34" charset="0"/>
                </a:rPr>
                <a:t> </a:t>
              </a:r>
              <a:r>
                <a:rPr lang="en-US" dirty="0" err="1">
                  <a:latin typeface="Fira Sans" panose="020B0503050000020004" pitchFamily="34" charset="0"/>
                </a:rPr>
                <a:t>beragam</a:t>
              </a:r>
              <a:r>
                <a:rPr lang="en-US" dirty="0">
                  <a:latin typeface="Fira Sans" panose="020B0503050000020004" pitchFamily="34" charset="0"/>
                </a:rPr>
                <a:t> </a:t>
              </a:r>
              <a:r>
                <a:rPr lang="en-US" dirty="0" err="1">
                  <a:latin typeface="Fira Sans" panose="020B0503050000020004" pitchFamily="34" charset="0"/>
                </a:rPr>
                <a:t>istiadat</a:t>
              </a:r>
              <a:r>
                <a:rPr lang="en-US" dirty="0">
                  <a:latin typeface="Fira Sans" panose="020B0503050000020004" pitchFamily="34" charset="0"/>
                </a:rPr>
                <a:t>, </a:t>
              </a:r>
              <a:r>
                <a:rPr lang="en-US" dirty="0" err="1">
                  <a:latin typeface="Fira Sans" panose="020B0503050000020004" pitchFamily="34" charset="0"/>
                </a:rPr>
                <a:t>ciptakan</a:t>
              </a:r>
              <a:r>
                <a:rPr lang="en-US" dirty="0">
                  <a:latin typeface="Fira Sans" panose="020B0503050000020004" pitchFamily="34" charset="0"/>
                </a:rPr>
                <a:t> </a:t>
              </a:r>
              <a:r>
                <a:rPr lang="en-US" dirty="0" err="1">
                  <a:latin typeface="Fira Sans" panose="020B0503050000020004" pitchFamily="34" charset="0"/>
                </a:rPr>
                <a:t>acuan</a:t>
              </a:r>
              <a:r>
                <a:rPr lang="en-US" dirty="0">
                  <a:latin typeface="Fira Sans" panose="020B0503050000020004" pitchFamily="34" charset="0"/>
                </a:rPr>
                <a:t> </a:t>
              </a:r>
              <a:r>
                <a:rPr lang="en-US" dirty="0" err="1">
                  <a:latin typeface="Fira Sans" panose="020B0503050000020004" pitchFamily="34" charset="0"/>
                </a:rPr>
                <a:t>komunikasi</a:t>
              </a:r>
              <a:r>
                <a:rPr lang="en-US" dirty="0">
                  <a:latin typeface="Fira Sans" panose="020B0503050000020004" pitchFamily="34" charset="0"/>
                </a:rPr>
                <a:t> di </a:t>
              </a:r>
              <a:r>
                <a:rPr lang="en-US" dirty="0" err="1">
                  <a:latin typeface="Fira Sans" panose="020B0503050000020004" pitchFamily="34" charset="0"/>
                </a:rPr>
                <a:t>lingkungan</a:t>
              </a:r>
              <a:r>
                <a:rPr lang="en-US" dirty="0">
                  <a:latin typeface="Fira Sans" panose="020B0503050000020004" pitchFamily="34" charset="0"/>
                </a:rPr>
                <a:t> social media</a:t>
              </a:r>
              <a:endParaRPr dirty="0">
                <a:latin typeface="Fira Sans" panose="020B0503050000020004" pitchFamily="34" charset="0"/>
              </a:endParaRPr>
            </a:p>
          </p:txBody>
        </p:sp>
      </p:grpSp>
      <p:sp>
        <p:nvSpPr>
          <p:cNvPr id="15" name="Google Shape;139;p3">
            <a:extLst>
              <a:ext uri="{FF2B5EF4-FFF2-40B4-BE49-F238E27FC236}">
                <a16:creationId xmlns:a16="http://schemas.microsoft.com/office/drawing/2014/main" id="{A51AE09C-C004-1441-9859-0140BDAD1046}"/>
              </a:ext>
            </a:extLst>
          </p:cNvPr>
          <p:cNvSpPr/>
          <p:nvPr/>
        </p:nvSpPr>
        <p:spPr>
          <a:xfrm>
            <a:off x="334627" y="4432144"/>
            <a:ext cx="593389" cy="540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23" name="Google Shape;140;p3">
            <a:extLst>
              <a:ext uri="{FF2B5EF4-FFF2-40B4-BE49-F238E27FC236}">
                <a16:creationId xmlns:a16="http://schemas.microsoft.com/office/drawing/2014/main" id="{2A9EFE6F-81C2-7C7A-AF0C-46AD86677843}"/>
              </a:ext>
            </a:extLst>
          </p:cNvPr>
          <p:cNvSpPr/>
          <p:nvPr/>
        </p:nvSpPr>
        <p:spPr>
          <a:xfrm>
            <a:off x="334627" y="1738642"/>
            <a:ext cx="567209" cy="540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D" sz="2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2000"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" name="Google Shape;142;p3">
            <a:extLst>
              <a:ext uri="{FF2B5EF4-FFF2-40B4-BE49-F238E27FC236}">
                <a16:creationId xmlns:a16="http://schemas.microsoft.com/office/drawing/2014/main" id="{3B89C5CB-AC18-26C7-F24B-4C82948C73D7}"/>
              </a:ext>
            </a:extLst>
          </p:cNvPr>
          <p:cNvSpPr/>
          <p:nvPr/>
        </p:nvSpPr>
        <p:spPr>
          <a:xfrm>
            <a:off x="334627" y="3126229"/>
            <a:ext cx="593389" cy="540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20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689225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5AC9A-3F4A-1145-8B1F-81B05176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0C1DB-EFC3-C222-18B7-7AC0EAC925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6</a:t>
            </a:fld>
            <a:endParaRPr lang="uk-UA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F1F371-3D8A-99FF-AB18-26CC86281C4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2" name="Google Shape;132;p3">
            <a:extLst>
              <a:ext uri="{FF2B5EF4-FFF2-40B4-BE49-F238E27FC236}">
                <a16:creationId xmlns:a16="http://schemas.microsoft.com/office/drawing/2014/main" id="{835525E4-69D0-F916-D1E4-0CBFF9DB81CD}"/>
              </a:ext>
            </a:extLst>
          </p:cNvPr>
          <p:cNvSpPr/>
          <p:nvPr/>
        </p:nvSpPr>
        <p:spPr>
          <a:xfrm>
            <a:off x="1630654" y="5482804"/>
            <a:ext cx="9017682" cy="542799"/>
          </a:xfrm>
          <a:custGeom>
            <a:avLst/>
            <a:gdLst/>
            <a:ahLst/>
            <a:cxnLst/>
            <a:rect l="l" t="t" r="r" b="b"/>
            <a:pathLst>
              <a:path w="4820639" h="1579849" extrusionOk="0">
                <a:moveTo>
                  <a:pt x="4696179" y="1579849"/>
                </a:moveTo>
                <a:lnTo>
                  <a:pt x="124460" y="1579849"/>
                </a:lnTo>
                <a:cubicBezTo>
                  <a:pt x="55880" y="1579849"/>
                  <a:pt x="0" y="1523969"/>
                  <a:pt x="0" y="1455389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4696179" y="0"/>
                </a:lnTo>
                <a:cubicBezTo>
                  <a:pt x="4764759" y="0"/>
                  <a:pt x="4820639" y="55880"/>
                  <a:pt x="4820639" y="124460"/>
                </a:cubicBezTo>
                <a:lnTo>
                  <a:pt x="4820639" y="1455389"/>
                </a:lnTo>
                <a:cubicBezTo>
                  <a:pt x="4820639" y="1523969"/>
                  <a:pt x="4764759" y="1579849"/>
                  <a:pt x="4696179" y="157984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sv-SE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Penyebaran </a:t>
            </a:r>
            <a:r>
              <a:rPr lang="sv-SE" sz="1600" b="1" i="0" u="none" strike="noStrike" cap="none" dirty="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berita bohong </a:t>
            </a:r>
            <a:r>
              <a:rPr lang="id-ID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semakin </a:t>
            </a:r>
            <a:r>
              <a:rPr lang="sv-SE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menyesatkan </a:t>
            </a:r>
            <a:r>
              <a:rPr lang="id-ID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dan</a:t>
            </a:r>
            <a:r>
              <a:rPr lang="sv-SE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kerugian</a:t>
            </a:r>
            <a:r>
              <a:rPr lang="id-ID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masyarakat</a:t>
            </a:r>
            <a:endParaRPr lang="sv-SE" sz="1200" b="1" dirty="0">
              <a:solidFill>
                <a:schemeClr val="bg1"/>
              </a:solidFill>
            </a:endParaRPr>
          </a:p>
        </p:txBody>
      </p:sp>
      <p:sp>
        <p:nvSpPr>
          <p:cNvPr id="3" name="Google Shape;133;p3">
            <a:extLst>
              <a:ext uri="{FF2B5EF4-FFF2-40B4-BE49-F238E27FC236}">
                <a16:creationId xmlns:a16="http://schemas.microsoft.com/office/drawing/2014/main" id="{0195ABDE-989E-7E0B-3BE2-B55EADE1D214}"/>
              </a:ext>
            </a:extLst>
          </p:cNvPr>
          <p:cNvSpPr/>
          <p:nvPr/>
        </p:nvSpPr>
        <p:spPr>
          <a:xfrm>
            <a:off x="1630654" y="1176491"/>
            <a:ext cx="9017682" cy="542799"/>
          </a:xfrm>
          <a:custGeom>
            <a:avLst/>
            <a:gdLst/>
            <a:ahLst/>
            <a:cxnLst/>
            <a:rect l="l" t="t" r="r" b="b"/>
            <a:pathLst>
              <a:path w="4820639" h="1579849" extrusionOk="0">
                <a:moveTo>
                  <a:pt x="4696179" y="1579849"/>
                </a:moveTo>
                <a:lnTo>
                  <a:pt x="124460" y="1579849"/>
                </a:lnTo>
                <a:cubicBezTo>
                  <a:pt x="55880" y="1579849"/>
                  <a:pt x="0" y="1523969"/>
                  <a:pt x="0" y="1455389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4696179" y="0"/>
                </a:lnTo>
                <a:cubicBezTo>
                  <a:pt x="4764759" y="0"/>
                  <a:pt x="4820639" y="55880"/>
                  <a:pt x="4820639" y="124460"/>
                </a:cubicBezTo>
                <a:lnTo>
                  <a:pt x="4820639" y="1455389"/>
                </a:lnTo>
                <a:cubicBezTo>
                  <a:pt x="4820639" y="1523969"/>
                  <a:pt x="4764759" y="1579849"/>
                  <a:pt x="4696179" y="157984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Menipisnya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d-ID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nilai </a:t>
            </a: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kesopanan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kesantunan</a:t>
            </a:r>
            <a:r>
              <a:rPr lang="id-ID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dan mengaburnya </a:t>
            </a:r>
            <a:r>
              <a:rPr lang="id-ID" sz="1600" b="1" i="0" u="none" strike="noStrike" cap="none" dirty="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wawasan kebangsaaan</a:t>
            </a:r>
            <a:endParaRPr sz="1600" b="1" i="0" u="none" strike="noStrike" cap="none" dirty="0">
              <a:solidFill>
                <a:srgbClr val="FFFF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Google Shape;134;p3">
            <a:extLst>
              <a:ext uri="{FF2B5EF4-FFF2-40B4-BE49-F238E27FC236}">
                <a16:creationId xmlns:a16="http://schemas.microsoft.com/office/drawing/2014/main" id="{9D3AC88C-F513-8556-9D66-BCC47CA77CA9}"/>
              </a:ext>
            </a:extLst>
          </p:cNvPr>
          <p:cNvSpPr/>
          <p:nvPr/>
        </p:nvSpPr>
        <p:spPr>
          <a:xfrm>
            <a:off x="1630654" y="1785967"/>
            <a:ext cx="9017682" cy="542799"/>
          </a:xfrm>
          <a:custGeom>
            <a:avLst/>
            <a:gdLst/>
            <a:ahLst/>
            <a:cxnLst/>
            <a:rect l="l" t="t" r="r" b="b"/>
            <a:pathLst>
              <a:path w="4820639" h="1579849" extrusionOk="0">
                <a:moveTo>
                  <a:pt x="4696179" y="1579849"/>
                </a:moveTo>
                <a:lnTo>
                  <a:pt x="124460" y="1579849"/>
                </a:lnTo>
                <a:cubicBezTo>
                  <a:pt x="55880" y="1579849"/>
                  <a:pt x="0" y="1523969"/>
                  <a:pt x="0" y="1455389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4696179" y="0"/>
                </a:lnTo>
                <a:cubicBezTo>
                  <a:pt x="4764759" y="0"/>
                  <a:pt x="4820639" y="55880"/>
                  <a:pt x="4820639" y="124460"/>
                </a:cubicBezTo>
                <a:lnTo>
                  <a:pt x="4820639" y="1455389"/>
                </a:lnTo>
                <a:cubicBezTo>
                  <a:pt x="4820639" y="1523969"/>
                  <a:pt x="4764759" y="1579849"/>
                  <a:pt x="4696179" y="157984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Menipisnya </a:t>
            </a: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budaya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Indonesia, media digital </a:t>
            </a: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menjadi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panggung</a:t>
            </a:r>
            <a:r>
              <a:rPr lang="en-US" sz="1600" b="1" i="0" u="none" strike="noStrike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budaya</a:t>
            </a:r>
            <a:r>
              <a:rPr lang="en-US" sz="1600" b="1" i="0" u="none" strike="noStrike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asing</a:t>
            </a:r>
            <a:endParaRPr sz="1600" b="1" i="0" u="none" strike="noStrike" cap="none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135;p3">
            <a:extLst>
              <a:ext uri="{FF2B5EF4-FFF2-40B4-BE49-F238E27FC236}">
                <a16:creationId xmlns:a16="http://schemas.microsoft.com/office/drawing/2014/main" id="{C7A2D432-7BD1-5BE4-C819-719E5BA21E4C}"/>
              </a:ext>
            </a:extLst>
          </p:cNvPr>
          <p:cNvSpPr/>
          <p:nvPr/>
        </p:nvSpPr>
        <p:spPr>
          <a:xfrm>
            <a:off x="1630654" y="2402852"/>
            <a:ext cx="9017682" cy="542799"/>
          </a:xfrm>
          <a:custGeom>
            <a:avLst/>
            <a:gdLst/>
            <a:ahLst/>
            <a:cxnLst/>
            <a:rect l="l" t="t" r="r" b="b"/>
            <a:pathLst>
              <a:path w="4820639" h="1579849" extrusionOk="0">
                <a:moveTo>
                  <a:pt x="4696179" y="1579849"/>
                </a:moveTo>
                <a:lnTo>
                  <a:pt x="124460" y="1579849"/>
                </a:lnTo>
                <a:cubicBezTo>
                  <a:pt x="55880" y="1579849"/>
                  <a:pt x="0" y="1523969"/>
                  <a:pt x="0" y="1455389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4696179" y="0"/>
                </a:lnTo>
                <a:cubicBezTo>
                  <a:pt x="4764759" y="0"/>
                  <a:pt x="4820639" y="55880"/>
                  <a:pt x="4820639" y="124460"/>
                </a:cubicBezTo>
                <a:lnTo>
                  <a:pt x="4820639" y="1455389"/>
                </a:lnTo>
                <a:cubicBezTo>
                  <a:pt x="4820639" y="1523969"/>
                  <a:pt x="4764759" y="1579849"/>
                  <a:pt x="4696179" y="157984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Minimnya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pemahaman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akan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hak-hak</a:t>
            </a:r>
            <a:r>
              <a:rPr lang="en-US" sz="1600" b="1" i="0" u="none" strike="noStrike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 digital</a:t>
            </a:r>
            <a:endParaRPr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Google Shape;136;p3">
            <a:extLst>
              <a:ext uri="{FF2B5EF4-FFF2-40B4-BE49-F238E27FC236}">
                <a16:creationId xmlns:a16="http://schemas.microsoft.com/office/drawing/2014/main" id="{D35B2082-E2C8-69CE-1406-97B8B901D62F}"/>
              </a:ext>
            </a:extLst>
          </p:cNvPr>
          <p:cNvSpPr/>
          <p:nvPr/>
        </p:nvSpPr>
        <p:spPr>
          <a:xfrm>
            <a:off x="1630654" y="3015011"/>
            <a:ext cx="9017682" cy="542799"/>
          </a:xfrm>
          <a:custGeom>
            <a:avLst/>
            <a:gdLst/>
            <a:ahLst/>
            <a:cxnLst/>
            <a:rect l="l" t="t" r="r" b="b"/>
            <a:pathLst>
              <a:path w="4820639" h="1579849" extrusionOk="0">
                <a:moveTo>
                  <a:pt x="4696179" y="1579849"/>
                </a:moveTo>
                <a:lnTo>
                  <a:pt x="124460" y="1579849"/>
                </a:lnTo>
                <a:cubicBezTo>
                  <a:pt x="55880" y="1579849"/>
                  <a:pt x="0" y="1523969"/>
                  <a:pt x="0" y="1455389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4696179" y="0"/>
                </a:lnTo>
                <a:cubicBezTo>
                  <a:pt x="4764759" y="0"/>
                  <a:pt x="4820639" y="55880"/>
                  <a:pt x="4820639" y="124460"/>
                </a:cubicBezTo>
                <a:lnTo>
                  <a:pt x="4820639" y="1455389"/>
                </a:lnTo>
                <a:cubicBezTo>
                  <a:pt x="4820639" y="1523969"/>
                  <a:pt x="4764759" y="1579849"/>
                  <a:pt x="4696179" y="157984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Implementasi</a:t>
            </a:r>
            <a:r>
              <a:rPr lang="en-US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Kebebasan</a:t>
            </a:r>
            <a:r>
              <a:rPr lang="en-US" sz="1600" b="1" i="0" u="none" strike="noStrike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berekspresi</a:t>
            </a:r>
            <a:r>
              <a:rPr lang="en-US" sz="1600" b="1" i="0" u="none" strike="noStrike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yang </a:t>
            </a: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kebablasan</a:t>
            </a:r>
            <a:endParaRPr sz="1600" b="1" i="0" u="none" strike="noStrike" cap="none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Google Shape;137;p3">
            <a:extLst>
              <a:ext uri="{FF2B5EF4-FFF2-40B4-BE49-F238E27FC236}">
                <a16:creationId xmlns:a16="http://schemas.microsoft.com/office/drawing/2014/main" id="{A9A77325-08E2-FE2B-C50D-1861102C86F6}"/>
              </a:ext>
            </a:extLst>
          </p:cNvPr>
          <p:cNvSpPr/>
          <p:nvPr/>
        </p:nvSpPr>
        <p:spPr>
          <a:xfrm>
            <a:off x="1630654" y="3641736"/>
            <a:ext cx="9017682" cy="542799"/>
          </a:xfrm>
          <a:custGeom>
            <a:avLst/>
            <a:gdLst/>
            <a:ahLst/>
            <a:cxnLst/>
            <a:rect l="l" t="t" r="r" b="b"/>
            <a:pathLst>
              <a:path w="4820639" h="1579849" extrusionOk="0">
                <a:moveTo>
                  <a:pt x="4696179" y="1579849"/>
                </a:moveTo>
                <a:lnTo>
                  <a:pt x="124460" y="1579849"/>
                </a:lnTo>
                <a:cubicBezTo>
                  <a:pt x="55880" y="1579849"/>
                  <a:pt x="0" y="1523969"/>
                  <a:pt x="0" y="1455389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4696179" y="0"/>
                </a:lnTo>
                <a:cubicBezTo>
                  <a:pt x="4764759" y="0"/>
                  <a:pt x="4820639" y="55880"/>
                  <a:pt x="4820639" y="124460"/>
                </a:cubicBezTo>
                <a:lnTo>
                  <a:pt x="4820639" y="1455389"/>
                </a:lnTo>
                <a:cubicBezTo>
                  <a:pt x="4820639" y="1523969"/>
                  <a:pt x="4764759" y="1579849"/>
                  <a:pt x="4696179" y="157984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Berkurangnya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d-ID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penghargaan 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dan </a:t>
            </a:r>
            <a:r>
              <a:rPr lang="id-ID" sz="1600" b="1" i="0" u="none" strike="noStrike" cap="none" dirty="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toleransi</a:t>
            </a:r>
            <a:r>
              <a:rPr lang="en-US" sz="1600" b="1" i="0" u="none" strike="noStrike" cap="none" dirty="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 pada 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perbedaan</a:t>
            </a:r>
            <a:endParaRPr sz="1600" b="1" i="0" u="none" strike="noStrike" cap="none" dirty="0">
              <a:solidFill>
                <a:srgbClr val="FFFF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38;p3">
            <a:extLst>
              <a:ext uri="{FF2B5EF4-FFF2-40B4-BE49-F238E27FC236}">
                <a16:creationId xmlns:a16="http://schemas.microsoft.com/office/drawing/2014/main" id="{E17CAA2A-DA6D-F5A7-A549-5B1B6A6D54F4}"/>
              </a:ext>
            </a:extLst>
          </p:cNvPr>
          <p:cNvSpPr/>
          <p:nvPr/>
        </p:nvSpPr>
        <p:spPr>
          <a:xfrm>
            <a:off x="1630654" y="4231547"/>
            <a:ext cx="9017682" cy="542799"/>
          </a:xfrm>
          <a:custGeom>
            <a:avLst/>
            <a:gdLst/>
            <a:ahLst/>
            <a:cxnLst/>
            <a:rect l="l" t="t" r="r" b="b"/>
            <a:pathLst>
              <a:path w="4820639" h="1579849" extrusionOk="0">
                <a:moveTo>
                  <a:pt x="4696179" y="1579849"/>
                </a:moveTo>
                <a:lnTo>
                  <a:pt x="124460" y="1579849"/>
                </a:lnTo>
                <a:cubicBezTo>
                  <a:pt x="55880" y="1579849"/>
                  <a:pt x="0" y="1523969"/>
                  <a:pt x="0" y="1455389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4696179" y="0"/>
                </a:lnTo>
                <a:cubicBezTo>
                  <a:pt x="4764759" y="0"/>
                  <a:pt x="4820639" y="55880"/>
                  <a:pt x="4820639" y="124460"/>
                </a:cubicBezTo>
                <a:lnTo>
                  <a:pt x="4820639" y="1455389"/>
                </a:lnTo>
                <a:cubicBezTo>
                  <a:pt x="4820639" y="1523969"/>
                  <a:pt x="4764759" y="1579849"/>
                  <a:pt x="4696179" y="157984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Menghilangnya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batas-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batas</a:t>
            </a:r>
            <a:r>
              <a:rPr lang="en-US" sz="1600" b="1" i="0" u="none" strike="noStrike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privasi</a:t>
            </a:r>
            <a:endParaRPr sz="1600" b="1" i="0" u="none" strike="noStrike" cap="none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Google Shape;140;p3">
            <a:extLst>
              <a:ext uri="{FF2B5EF4-FFF2-40B4-BE49-F238E27FC236}">
                <a16:creationId xmlns:a16="http://schemas.microsoft.com/office/drawing/2014/main" id="{B6838F56-03E6-A163-FD9F-C097594BDE43}"/>
              </a:ext>
            </a:extLst>
          </p:cNvPr>
          <p:cNvSpPr/>
          <p:nvPr/>
        </p:nvSpPr>
        <p:spPr>
          <a:xfrm>
            <a:off x="1257793" y="5570668"/>
            <a:ext cx="361079" cy="362697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rgbClr val="54482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Google Shape;141;p3">
            <a:extLst>
              <a:ext uri="{FF2B5EF4-FFF2-40B4-BE49-F238E27FC236}">
                <a16:creationId xmlns:a16="http://schemas.microsoft.com/office/drawing/2014/main" id="{BCEFDF5E-7087-34BA-F5DC-F935CFA3FF84}"/>
              </a:ext>
            </a:extLst>
          </p:cNvPr>
          <p:cNvSpPr/>
          <p:nvPr/>
        </p:nvSpPr>
        <p:spPr>
          <a:xfrm>
            <a:off x="1257793" y="1259991"/>
            <a:ext cx="361079" cy="362697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rgbClr val="54482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142;p3">
            <a:extLst>
              <a:ext uri="{FF2B5EF4-FFF2-40B4-BE49-F238E27FC236}">
                <a16:creationId xmlns:a16="http://schemas.microsoft.com/office/drawing/2014/main" id="{B845B76B-33FC-E7FC-52F7-A1D88A426DDE}"/>
              </a:ext>
            </a:extLst>
          </p:cNvPr>
          <p:cNvSpPr/>
          <p:nvPr/>
        </p:nvSpPr>
        <p:spPr>
          <a:xfrm>
            <a:off x="1257793" y="1833188"/>
            <a:ext cx="361079" cy="362697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rgbClr val="54482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3;p3">
            <a:extLst>
              <a:ext uri="{FF2B5EF4-FFF2-40B4-BE49-F238E27FC236}">
                <a16:creationId xmlns:a16="http://schemas.microsoft.com/office/drawing/2014/main" id="{F15F578F-65B1-5B67-51D9-4CC399358289}"/>
              </a:ext>
            </a:extLst>
          </p:cNvPr>
          <p:cNvSpPr/>
          <p:nvPr/>
        </p:nvSpPr>
        <p:spPr>
          <a:xfrm>
            <a:off x="1257793" y="2445709"/>
            <a:ext cx="361079" cy="362697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rgbClr val="54482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Google Shape;144;p3">
            <a:extLst>
              <a:ext uri="{FF2B5EF4-FFF2-40B4-BE49-F238E27FC236}">
                <a16:creationId xmlns:a16="http://schemas.microsoft.com/office/drawing/2014/main" id="{19C7ED7C-1E5C-A9DB-0E9B-D2B8D3F56675}"/>
              </a:ext>
            </a:extLst>
          </p:cNvPr>
          <p:cNvSpPr/>
          <p:nvPr/>
        </p:nvSpPr>
        <p:spPr>
          <a:xfrm>
            <a:off x="1257793" y="3091314"/>
            <a:ext cx="361079" cy="362697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rgbClr val="54482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Google Shape;145;p3">
            <a:extLst>
              <a:ext uri="{FF2B5EF4-FFF2-40B4-BE49-F238E27FC236}">
                <a16:creationId xmlns:a16="http://schemas.microsoft.com/office/drawing/2014/main" id="{A1D4FDEA-D3A5-6684-7E19-402FA8DF03F3}"/>
              </a:ext>
            </a:extLst>
          </p:cNvPr>
          <p:cNvSpPr/>
          <p:nvPr/>
        </p:nvSpPr>
        <p:spPr>
          <a:xfrm>
            <a:off x="1257793" y="3713675"/>
            <a:ext cx="361079" cy="362697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rgbClr val="54482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146;p3">
            <a:extLst>
              <a:ext uri="{FF2B5EF4-FFF2-40B4-BE49-F238E27FC236}">
                <a16:creationId xmlns:a16="http://schemas.microsoft.com/office/drawing/2014/main" id="{FC053C10-E29A-EB8E-9D23-437A7DE9970A}"/>
              </a:ext>
            </a:extLst>
          </p:cNvPr>
          <p:cNvSpPr/>
          <p:nvPr/>
        </p:nvSpPr>
        <p:spPr>
          <a:xfrm>
            <a:off x="1257793" y="4267207"/>
            <a:ext cx="361079" cy="362697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rgbClr val="54482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Google Shape;147;p3">
            <a:extLst>
              <a:ext uri="{FF2B5EF4-FFF2-40B4-BE49-F238E27FC236}">
                <a16:creationId xmlns:a16="http://schemas.microsoft.com/office/drawing/2014/main" id="{ED7EC443-2FB9-4609-07B6-3CB363D9AF62}"/>
              </a:ext>
            </a:extLst>
          </p:cNvPr>
          <p:cNvSpPr/>
          <p:nvPr/>
        </p:nvSpPr>
        <p:spPr>
          <a:xfrm>
            <a:off x="1630654" y="4864464"/>
            <a:ext cx="9017682" cy="542799"/>
          </a:xfrm>
          <a:custGeom>
            <a:avLst/>
            <a:gdLst/>
            <a:ahLst/>
            <a:cxnLst/>
            <a:rect l="l" t="t" r="r" b="b"/>
            <a:pathLst>
              <a:path w="4820639" h="1579849" extrusionOk="0">
                <a:moveTo>
                  <a:pt x="4696179" y="1579849"/>
                </a:moveTo>
                <a:lnTo>
                  <a:pt x="124460" y="1579849"/>
                </a:lnTo>
                <a:cubicBezTo>
                  <a:pt x="55880" y="1579849"/>
                  <a:pt x="0" y="1523969"/>
                  <a:pt x="0" y="1455389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4696179" y="0"/>
                </a:lnTo>
                <a:cubicBezTo>
                  <a:pt x="4764759" y="0"/>
                  <a:pt x="4820639" y="55880"/>
                  <a:pt x="4820639" y="124460"/>
                </a:cubicBezTo>
                <a:lnTo>
                  <a:pt x="4820639" y="1455389"/>
                </a:lnTo>
                <a:cubicBezTo>
                  <a:pt x="4820639" y="1523969"/>
                  <a:pt x="4764759" y="1579849"/>
                  <a:pt x="4696179" y="157984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Pelanggaran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hak</a:t>
            </a:r>
            <a:r>
              <a:rPr lang="en-US" sz="1600" b="1" i="0" u="none" strike="noStrike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cipta</a:t>
            </a:r>
            <a:r>
              <a:rPr lang="en-US" sz="1600" b="1" i="0" u="none" strike="noStrike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karya</a:t>
            </a:r>
            <a:r>
              <a:rPr lang="en-US" sz="1600" b="1" i="0" u="none" strike="noStrike" cap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1" i="0" u="none" strike="noStrike" cap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/>
                <a:ea typeface="Open Sans"/>
                <a:cs typeface="Open Sans"/>
                <a:sym typeface="Open Sans"/>
              </a:rPr>
              <a:t>intelektual</a:t>
            </a:r>
            <a:endParaRPr sz="1600" b="1" i="0" u="none" strike="noStrike" cap="none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148;p3">
            <a:extLst>
              <a:ext uri="{FF2B5EF4-FFF2-40B4-BE49-F238E27FC236}">
                <a16:creationId xmlns:a16="http://schemas.microsoft.com/office/drawing/2014/main" id="{ECFD2B1A-95AF-CE37-FE06-0B77912191A2}"/>
              </a:ext>
            </a:extLst>
          </p:cNvPr>
          <p:cNvSpPr/>
          <p:nvPr/>
        </p:nvSpPr>
        <p:spPr>
          <a:xfrm>
            <a:off x="1257793" y="4900124"/>
            <a:ext cx="361079" cy="362697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rgbClr val="54482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AD7422-65F4-C673-CDF5-1DB1A75C6EA8}"/>
              </a:ext>
            </a:extLst>
          </p:cNvPr>
          <p:cNvSpPr txBox="1"/>
          <p:nvPr/>
        </p:nvSpPr>
        <p:spPr>
          <a:xfrm>
            <a:off x="-72321" y="372601"/>
            <a:ext cx="92223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2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   “Pentingnya Netiket untuk Netizen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Indonesia</a:t>
            </a:r>
            <a:r>
              <a:rPr lang="id-ID" sz="32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”</a:t>
            </a:r>
            <a:endParaRPr lang="en-ID" sz="3200" b="1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163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1A93D-ABA8-8799-DB7A-4FF41E8C1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BC9B6-9D53-EE11-876E-629A9FFA29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7</a:t>
            </a:fld>
            <a:endParaRPr lang="uk-UA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553744-B516-64CA-52D7-DEA09DFE637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38714F-7ED0-F0D7-CF0B-60CC881763F1}"/>
              </a:ext>
            </a:extLst>
          </p:cNvPr>
          <p:cNvSpPr/>
          <p:nvPr/>
        </p:nvSpPr>
        <p:spPr>
          <a:xfrm>
            <a:off x="1381328" y="2149813"/>
            <a:ext cx="4428000" cy="612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5BC2C1-46AD-B7EC-070C-C80723DB8487}"/>
              </a:ext>
            </a:extLst>
          </p:cNvPr>
          <p:cNvSpPr/>
          <p:nvPr/>
        </p:nvSpPr>
        <p:spPr>
          <a:xfrm>
            <a:off x="6230274" y="2094247"/>
            <a:ext cx="4428000" cy="612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CBC85A-ABB4-FBAD-896E-450ED377919B}"/>
              </a:ext>
            </a:extLst>
          </p:cNvPr>
          <p:cNvSpPr txBox="1"/>
          <p:nvPr/>
        </p:nvSpPr>
        <p:spPr>
          <a:xfrm>
            <a:off x="3222469" y="910678"/>
            <a:ext cx="2315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ETIKA</a:t>
            </a:r>
            <a:endParaRPr lang="en-ID" sz="3600" b="1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C3752A-31F2-CFF6-0129-C3838AA3B90C}"/>
              </a:ext>
            </a:extLst>
          </p:cNvPr>
          <p:cNvSpPr txBox="1"/>
          <p:nvPr/>
        </p:nvSpPr>
        <p:spPr>
          <a:xfrm>
            <a:off x="6697575" y="910678"/>
            <a:ext cx="2315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NETIKET</a:t>
            </a:r>
            <a:endParaRPr lang="en-ID" sz="36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F340DD-FA47-C012-46E6-EBC6570E3CE9}"/>
              </a:ext>
            </a:extLst>
          </p:cNvPr>
          <p:cNvSpPr txBox="1"/>
          <p:nvPr/>
        </p:nvSpPr>
        <p:spPr>
          <a:xfrm>
            <a:off x="7676083" y="1562113"/>
            <a:ext cx="46339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Bijak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merespon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postingan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Santun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berkomentar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Posting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hal-hal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positif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Mampu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validasi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informasi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Tidak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sembarang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reshare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hargai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konten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netizen lain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Hormati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perbedaan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Saling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menjaga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Privasi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dan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lainnya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D0D647-7F1A-4F04-68AA-98735A2A4D8A}"/>
              </a:ext>
            </a:extLst>
          </p:cNvPr>
          <p:cNvSpPr txBox="1"/>
          <p:nvPr/>
        </p:nvSpPr>
        <p:spPr>
          <a:xfrm>
            <a:off x="1112856" y="5084714"/>
            <a:ext cx="99336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NETIKET Netizen Indonesia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mewakili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ETIKA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Bangsa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 Indonesia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</a:rPr>
              <a:t>tercinta</a:t>
            </a:r>
            <a:endParaRPr lang="en-ID" sz="3600" b="1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</a:endParaRPr>
          </a:p>
        </p:txBody>
      </p:sp>
      <p:pic>
        <p:nvPicPr>
          <p:cNvPr id="22" name="Picture 4" descr="Woman Cooking 50s Illustration PNG &amp; SVG Design For T-Shirts">
            <a:extLst>
              <a:ext uri="{FF2B5EF4-FFF2-40B4-BE49-F238E27FC236}">
                <a16:creationId xmlns:a16="http://schemas.microsoft.com/office/drawing/2014/main" id="{D6F014D1-31F6-FAE7-56A3-93A9DA9165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83" b="49414" l="6055" r="59961">
                        <a14:foregroundMark x1="33984" y1="8789" x2="29688" y2="18164"/>
                        <a14:foregroundMark x1="34180" y1="8398" x2="37109" y2="20898"/>
                        <a14:foregroundMark x1="41016" y1="13867" x2="30859" y2="20703"/>
                        <a14:foregroundMark x1="30859" y1="20703" x2="24414" y2="29297"/>
                        <a14:foregroundMark x1="24414" y1="29297" x2="29102" y2="44922"/>
                        <a14:foregroundMark x1="29102" y1="44922" x2="28711" y2="47852"/>
                        <a14:foregroundMark x1="30664" y1="7813" x2="28320" y2="12109"/>
                        <a14:foregroundMark x1="27930" y1="20508" x2="22461" y2="30273"/>
                        <a14:foregroundMark x1="22461" y1="30273" x2="21289" y2="42188"/>
                        <a14:foregroundMark x1="18750" y1="31445" x2="17383" y2="38672"/>
                        <a14:foregroundMark x1="17383" y1="38672" x2="17188" y2="39063"/>
                        <a14:foregroundMark x1="36523" y1="37305" x2="25781" y2="31445"/>
                        <a14:foregroundMark x1="51758" y1="40625" x2="48633" y2="37695"/>
                        <a14:foregroundMark x1="55078" y1="40039" x2="49805" y2="42578"/>
                        <a14:foregroundMark x1="60156" y1="38281" x2="55273" y2="41797"/>
                        <a14:foregroundMark x1="31445" y1="49414" x2="30273" y2="48633"/>
                        <a14:foregroundMark x1="38086" y1="13086" x2="35352" y2="10156"/>
                        <a14:backgroundMark x1="29488" y1="19362" x2="29327" y2="19716"/>
                        <a14:backgroundMark x1="50000" y1="50977" x2="43945" y2="50391"/>
                        <a14:backgroundMark x1="49219" y1="49023" x2="41406" y2="50391"/>
                        <a14:backgroundMark x1="41406" y1="50391" x2="41797" y2="50195"/>
                        <a14:backgroundMark x1="49219" y1="48828" x2="39648" y2="51563"/>
                        <a14:backgroundMark x1="56641" y1="50000" x2="48828" y2="48828"/>
                        <a14:backgroundMark x1="48828" y1="48828" x2="46875" y2="4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8097" b="48649"/>
          <a:stretch/>
        </p:blipFill>
        <p:spPr bwMode="auto">
          <a:xfrm flipH="1">
            <a:off x="3512371" y="1299499"/>
            <a:ext cx="3261247" cy="304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Metaverse png - Download Free Png Images">
            <a:extLst>
              <a:ext uri="{FF2B5EF4-FFF2-40B4-BE49-F238E27FC236}">
                <a16:creationId xmlns:a16="http://schemas.microsoft.com/office/drawing/2014/main" id="{6DA97083-DBA5-199F-7FA7-9C5E355707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38514" y1="28321" x2="38514" y2="28321"/>
                        <a14:backgroundMark x1="39780" y1="20566" x2="36064" y2="46797"/>
                        <a14:backgroundMark x1="39992" y1="23129" x2="38598" y2="53473"/>
                        <a14:backgroundMark x1="42568" y1="17195" x2="40372" y2="48753"/>
                        <a14:backgroundMark x1="42399" y1="46055" x2="37204" y2="74511"/>
                        <a14:backgroundMark x1="22424" y1="53068" x2="17441" y2="73500"/>
                        <a14:backgroundMark x1="30997" y1="46662" x2="26900" y2="80917"/>
                        <a14:backgroundMark x1="36444" y1="51585" x2="28927" y2="78355"/>
                        <a14:backgroundMark x1="19848" y1="67431" x2="12247" y2="92448"/>
                        <a14:backgroundMark x1="26267" y1="61160" x2="13260" y2="87256"/>
                        <a14:backgroundMark x1="33953" y1="54956" x2="22551" y2="85165"/>
                        <a14:backgroundMark x1="84713" y1="10249" x2="97424" y2="22522"/>
                        <a14:backgroundMark x1="87753" y1="16858" x2="93497" y2="49359"/>
                        <a14:backgroundMark x1="67061" y1="43830" x2="70313" y2="57788"/>
                        <a14:backgroundMark x1="34586" y1="68712" x2="36360" y2="904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105"/>
          <a:stretch/>
        </p:blipFill>
        <p:spPr bwMode="auto">
          <a:xfrm>
            <a:off x="2905760" y="1379175"/>
            <a:ext cx="5449051" cy="311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5130163-879A-66C6-8380-DA84276FD3A2}"/>
              </a:ext>
            </a:extLst>
          </p:cNvPr>
          <p:cNvSpPr txBox="1"/>
          <p:nvPr/>
        </p:nvSpPr>
        <p:spPr>
          <a:xfrm>
            <a:off x="608210" y="1720360"/>
            <a:ext cx="578857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Bertutur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Sopan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Bersikap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Santun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Menghormati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orang lain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Menghargai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pendapat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lain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Menghormati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adat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Saling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sapa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Saling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menolong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dan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lainnya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291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66819-211D-AFAF-E03F-B4E56B59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97E5F-C14F-07EA-7967-D903E25285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8</a:t>
            </a:fld>
            <a:endParaRPr lang="uk-UA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32D6EF-CA00-48A7-23F6-71255B8D715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2" name="Google Shape;237;p8">
            <a:extLst>
              <a:ext uri="{FF2B5EF4-FFF2-40B4-BE49-F238E27FC236}">
                <a16:creationId xmlns:a16="http://schemas.microsoft.com/office/drawing/2014/main" id="{B53A88FE-2C53-37E9-85EF-1F953CD1EE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2544" y="428716"/>
            <a:ext cx="82665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id-ID" sz="44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RUANG LINGKUP </a:t>
            </a:r>
            <a:br>
              <a:rPr lang="id-ID" sz="44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</a:b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ETIKA ONLINE NETIZEN INDONESIA</a:t>
            </a:r>
            <a:endParaRPr sz="4400" b="1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</a:endParaRPr>
          </a:p>
        </p:txBody>
      </p:sp>
      <p:sp>
        <p:nvSpPr>
          <p:cNvPr id="3" name="Rectangle: Top Corners One Rounded and One Snipped 2">
            <a:extLst>
              <a:ext uri="{FF2B5EF4-FFF2-40B4-BE49-F238E27FC236}">
                <a16:creationId xmlns:a16="http://schemas.microsoft.com/office/drawing/2014/main" id="{EE0B61A6-EC7F-8EB5-9CC4-AB21D2AC27F2}"/>
              </a:ext>
            </a:extLst>
          </p:cNvPr>
          <p:cNvSpPr/>
          <p:nvPr/>
        </p:nvSpPr>
        <p:spPr>
          <a:xfrm>
            <a:off x="478172" y="2062265"/>
            <a:ext cx="5475627" cy="1980000"/>
          </a:xfrm>
          <a:prstGeom prst="snipRoundRect">
            <a:avLst>
              <a:gd name="adj1" fmla="val 16667"/>
              <a:gd name="adj2" fmla="val 46875"/>
            </a:avLst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1487C-A0FC-7A49-F407-91B36A2061C8}"/>
              </a:ext>
            </a:extLst>
          </p:cNvPr>
          <p:cNvSpPr txBox="1"/>
          <p:nvPr/>
        </p:nvSpPr>
        <p:spPr>
          <a:xfrm>
            <a:off x="748760" y="2294745"/>
            <a:ext cx="494173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200" b="1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</a:rPr>
              <a:t>KESADARAN</a:t>
            </a:r>
          </a:p>
          <a:p>
            <a:endParaRPr lang="id-ID" sz="105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d-ID" sz="2200" dirty="0">
                <a:solidFill>
                  <a:schemeClr val="accent1">
                    <a:lumMod val="75000"/>
                  </a:schemeClr>
                </a:solidFill>
              </a:rPr>
              <a:t>Melakukan Interaksi di ranah online dengan </a:t>
            </a:r>
            <a:r>
              <a:rPr lang="id-ID" sz="2200" b="1" dirty="0">
                <a:solidFill>
                  <a:schemeClr val="accent1">
                    <a:lumMod val="75000"/>
                  </a:schemeClr>
                </a:solidFill>
              </a:rPr>
              <a:t>penuh sadar </a:t>
            </a:r>
            <a:r>
              <a:rPr lang="id-ID" sz="2200" dirty="0">
                <a:solidFill>
                  <a:schemeClr val="accent1">
                    <a:lumMod val="75000"/>
                  </a:schemeClr>
                </a:solidFill>
              </a:rPr>
              <a:t>dan memiliki tujuan pasti</a:t>
            </a:r>
            <a:endParaRPr lang="en-ID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: Top Corners One Rounded and One Snipped 5">
            <a:extLst>
              <a:ext uri="{FF2B5EF4-FFF2-40B4-BE49-F238E27FC236}">
                <a16:creationId xmlns:a16="http://schemas.microsoft.com/office/drawing/2014/main" id="{34359E1D-6F01-FDD0-4128-0B42E8289991}"/>
              </a:ext>
            </a:extLst>
          </p:cNvPr>
          <p:cNvSpPr/>
          <p:nvPr/>
        </p:nvSpPr>
        <p:spPr>
          <a:xfrm flipV="1">
            <a:off x="482725" y="4205388"/>
            <a:ext cx="5475627" cy="1980000"/>
          </a:xfrm>
          <a:prstGeom prst="snipRoundRect">
            <a:avLst>
              <a:gd name="adj1" fmla="val 16667"/>
              <a:gd name="adj2" fmla="val 46875"/>
            </a:avLst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CAF2BF-DBDA-4426-B8C2-CEC67BDA0430}"/>
              </a:ext>
            </a:extLst>
          </p:cNvPr>
          <p:cNvSpPr txBox="1"/>
          <p:nvPr/>
        </p:nvSpPr>
        <p:spPr>
          <a:xfrm>
            <a:off x="6010895" y="2294745"/>
            <a:ext cx="529078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200" b="1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</a:rPr>
              <a:t>TANGGUNG JAWAB</a:t>
            </a:r>
          </a:p>
          <a:p>
            <a:pPr algn="r"/>
            <a:endParaRPr lang="id-ID" sz="1050" dirty="0">
              <a:solidFill>
                <a:schemeClr val="accent1">
                  <a:lumMod val="75000"/>
                </a:schemeClr>
              </a:solidFill>
              <a:latin typeface="Fira Sans" panose="020B0503050000020004" pitchFamily="34" charset="0"/>
            </a:endParaRPr>
          </a:p>
          <a:p>
            <a:pPr algn="r"/>
            <a:r>
              <a:rPr lang="id-ID" sz="2200" dirty="0">
                <a:solidFill>
                  <a:schemeClr val="accent1">
                    <a:lumMod val="75000"/>
                  </a:schemeClr>
                </a:solidFill>
              </a:rPr>
              <a:t>Sebagai konsekwensi wajar dari kegiatan berinteraksi adalah dapat </a:t>
            </a:r>
            <a:r>
              <a:rPr lang="id-ID" sz="2200" b="1" dirty="0">
                <a:solidFill>
                  <a:schemeClr val="accent1">
                    <a:lumMod val="75000"/>
                  </a:schemeClr>
                </a:solidFill>
              </a:rPr>
              <a:t>pertanggung jawab</a:t>
            </a:r>
            <a:r>
              <a:rPr lang="id-ID" sz="2200" dirty="0">
                <a:solidFill>
                  <a:schemeClr val="accent1">
                    <a:lumMod val="75000"/>
                  </a:schemeClr>
                </a:solidFill>
              </a:rPr>
              <a:t> terhadap konten</a:t>
            </a:r>
            <a:endParaRPr lang="en-ID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: Top Corners One Rounded and One Snipped 7">
            <a:extLst>
              <a:ext uri="{FF2B5EF4-FFF2-40B4-BE49-F238E27FC236}">
                <a16:creationId xmlns:a16="http://schemas.microsoft.com/office/drawing/2014/main" id="{D66B5AEB-E722-7255-3569-B068FAECEB01}"/>
              </a:ext>
            </a:extLst>
          </p:cNvPr>
          <p:cNvSpPr/>
          <p:nvPr/>
        </p:nvSpPr>
        <p:spPr>
          <a:xfrm flipH="1">
            <a:off x="6128102" y="2062265"/>
            <a:ext cx="5378853" cy="1980000"/>
          </a:xfrm>
          <a:prstGeom prst="snipRoundRect">
            <a:avLst>
              <a:gd name="adj1" fmla="val 16667"/>
              <a:gd name="adj2" fmla="val 46875"/>
            </a:avLst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052B19-A682-9C02-B0BB-1AFE51C68741}"/>
              </a:ext>
            </a:extLst>
          </p:cNvPr>
          <p:cNvSpPr txBox="1"/>
          <p:nvPr/>
        </p:nvSpPr>
        <p:spPr>
          <a:xfrm>
            <a:off x="795426" y="4228301"/>
            <a:ext cx="475859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200" b="1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</a:rPr>
              <a:t>INTEGRITAS</a:t>
            </a:r>
          </a:p>
          <a:p>
            <a:endParaRPr lang="id-ID" sz="5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id-ID" sz="2200" dirty="0">
                <a:solidFill>
                  <a:schemeClr val="accent1">
                    <a:lumMod val="75000"/>
                  </a:schemeClr>
                </a:solidFill>
              </a:rPr>
              <a:t>Tetap jujur dalam berinteraksi, </a:t>
            </a:r>
            <a:r>
              <a:rPr lang="id-ID" sz="2200" b="1" dirty="0">
                <a:solidFill>
                  <a:schemeClr val="accent1">
                    <a:lumMod val="75000"/>
                  </a:schemeClr>
                </a:solidFill>
              </a:rPr>
              <a:t>jujur dalam konten</a:t>
            </a:r>
            <a:r>
              <a:rPr lang="id-ID" sz="2200" dirty="0">
                <a:solidFill>
                  <a:schemeClr val="accent1">
                    <a:lumMod val="75000"/>
                  </a:schemeClr>
                </a:solidFill>
              </a:rPr>
              <a:t>, menghindari plagiasi, menghindari manipulasi dan hal-hal yang merugikan</a:t>
            </a:r>
            <a:endParaRPr lang="en-ID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Rectangle: Top Corners One Rounded and One Snipped 10">
            <a:extLst>
              <a:ext uri="{FF2B5EF4-FFF2-40B4-BE49-F238E27FC236}">
                <a16:creationId xmlns:a16="http://schemas.microsoft.com/office/drawing/2014/main" id="{7783F6EE-8C83-6231-3811-84D9F6B171B6}"/>
              </a:ext>
            </a:extLst>
          </p:cNvPr>
          <p:cNvSpPr/>
          <p:nvPr/>
        </p:nvSpPr>
        <p:spPr>
          <a:xfrm flipH="1" flipV="1">
            <a:off x="6132655" y="4205388"/>
            <a:ext cx="5378853" cy="1980000"/>
          </a:xfrm>
          <a:prstGeom prst="snipRoundRect">
            <a:avLst>
              <a:gd name="adj1" fmla="val 16667"/>
              <a:gd name="adj2" fmla="val 46875"/>
            </a:avLst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7237E0-9364-01BD-CF8D-8C32E98251EC}"/>
              </a:ext>
            </a:extLst>
          </p:cNvPr>
          <p:cNvSpPr txBox="1"/>
          <p:nvPr/>
        </p:nvSpPr>
        <p:spPr>
          <a:xfrm>
            <a:off x="6272385" y="4250325"/>
            <a:ext cx="5099950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200" b="1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</a:rPr>
              <a:t>KEBAJIKAN</a:t>
            </a:r>
          </a:p>
          <a:p>
            <a:pPr algn="r"/>
            <a:endParaRPr lang="id-ID" sz="100" dirty="0">
              <a:solidFill>
                <a:schemeClr val="accent1">
                  <a:lumMod val="75000"/>
                </a:schemeClr>
              </a:solidFill>
              <a:latin typeface="Fira Sans" panose="020B0503050000020004" pitchFamily="34" charset="0"/>
            </a:endParaRPr>
          </a:p>
          <a:p>
            <a:pPr algn="r"/>
            <a:r>
              <a:rPr lang="id-ID" sz="2200" dirty="0">
                <a:solidFill>
                  <a:schemeClr val="accent1">
                    <a:lumMod val="75000"/>
                  </a:schemeClr>
                </a:solidFill>
              </a:rPr>
              <a:t>Selalu berinteraksi dengan membagikan </a:t>
            </a:r>
            <a:r>
              <a:rPr lang="id-ID" sz="2200" b="1" dirty="0">
                <a:solidFill>
                  <a:schemeClr val="accent1">
                    <a:lumMod val="75000"/>
                  </a:schemeClr>
                </a:solidFill>
              </a:rPr>
              <a:t>konten-konten</a:t>
            </a:r>
            <a:r>
              <a:rPr lang="id-ID" sz="2200" dirty="0">
                <a:solidFill>
                  <a:schemeClr val="accent1">
                    <a:lumMod val="75000"/>
                  </a:schemeClr>
                </a:solidFill>
              </a:rPr>
              <a:t> yang </a:t>
            </a:r>
            <a:r>
              <a:rPr lang="id-ID" sz="2200" b="1" dirty="0">
                <a:solidFill>
                  <a:schemeClr val="accent1">
                    <a:lumMod val="75000"/>
                  </a:schemeClr>
                </a:solidFill>
              </a:rPr>
              <a:t>bermanfaat</a:t>
            </a:r>
            <a:r>
              <a:rPr lang="id-ID" sz="2200" dirty="0">
                <a:solidFill>
                  <a:schemeClr val="accent1">
                    <a:lumMod val="75000"/>
                  </a:schemeClr>
                </a:solidFill>
              </a:rPr>
              <a:t>, mengandung unsur kemanusiaan dan kebaikan</a:t>
            </a:r>
            <a:endParaRPr lang="en-ID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442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4208-D1D7-94D6-C953-694712F36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FC0485F-2BCC-DFE4-1BE7-ED62657541D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6AFDCE5-5D1B-18C0-59EE-3DBC1C104895}"/>
              </a:ext>
            </a:extLst>
          </p:cNvPr>
          <p:cNvSpPr txBox="1"/>
          <p:nvPr/>
        </p:nvSpPr>
        <p:spPr>
          <a:xfrm>
            <a:off x="5147750" y="2190220"/>
            <a:ext cx="11579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2000" b="1" i="0" u="none" strike="noStrike" cap="none" dirty="0">
                <a:solidFill>
                  <a:schemeClr val="bg1"/>
                </a:solidFill>
                <a:ea typeface="Open Sans"/>
                <a:cs typeface="Open Sans"/>
                <a:sym typeface="Open Sans"/>
              </a:rPr>
              <a:t>-</a:t>
            </a:r>
            <a:endParaRPr lang="id-ID" sz="2000" b="1" i="0" u="none" strike="noStrike" cap="none" dirty="0">
              <a:solidFill>
                <a:schemeClr val="bg1"/>
              </a:solidFill>
              <a:ea typeface="Open Sans"/>
              <a:cs typeface="Open Sans"/>
              <a:sym typeface="Open Sans"/>
            </a:endParaRPr>
          </a:p>
          <a:p>
            <a:pPr algn="r"/>
            <a:r>
              <a:rPr lang="id-ID" sz="2000" b="1" dirty="0">
                <a:solidFill>
                  <a:schemeClr val="bg1"/>
                </a:solidFill>
                <a:ea typeface="Open Sans"/>
                <a:cs typeface="Open Sans"/>
                <a:sym typeface="Open Sans"/>
              </a:rPr>
              <a:t>-</a:t>
            </a:r>
          </a:p>
          <a:p>
            <a:pPr algn="r"/>
            <a:r>
              <a:rPr lang="id-ID" sz="2000" b="1" i="0" u="none" strike="noStrike" cap="none" dirty="0">
                <a:solidFill>
                  <a:schemeClr val="bg1"/>
                </a:solidFill>
                <a:ea typeface="Open Sans"/>
                <a:cs typeface="Open Sans"/>
                <a:sym typeface="Open Sans"/>
              </a:rPr>
              <a:t>-</a:t>
            </a:r>
          </a:p>
          <a:p>
            <a:pPr algn="r"/>
            <a:endParaRPr lang="id-ID" sz="2000" b="1" dirty="0">
              <a:solidFill>
                <a:schemeClr val="bg1"/>
              </a:solidFill>
              <a:ea typeface="Open Sans"/>
              <a:cs typeface="Open Sans"/>
              <a:sym typeface="Open Sans"/>
            </a:endParaRPr>
          </a:p>
          <a:p>
            <a:pPr algn="r"/>
            <a:r>
              <a:rPr lang="id-ID" sz="2000" b="1" i="0" u="none" strike="noStrike" cap="none" dirty="0">
                <a:solidFill>
                  <a:schemeClr val="bg1"/>
                </a:solidFill>
                <a:ea typeface="Open Sans"/>
                <a:cs typeface="Open Sans"/>
                <a:sym typeface="Open Sans"/>
              </a:rPr>
              <a:t>-</a:t>
            </a:r>
          </a:p>
          <a:p>
            <a:pPr algn="r"/>
            <a:r>
              <a:rPr lang="id-ID" sz="2000" b="1" dirty="0">
                <a:solidFill>
                  <a:schemeClr val="bg1"/>
                </a:solidFill>
                <a:ea typeface="Open Sans"/>
                <a:cs typeface="Open Sans"/>
                <a:sym typeface="Open Sans"/>
              </a:rPr>
              <a:t>-</a:t>
            </a:r>
          </a:p>
          <a:p>
            <a:pPr algn="r"/>
            <a:r>
              <a:rPr lang="id-ID" sz="2000" b="1" i="0" u="none" strike="noStrike" cap="none" dirty="0">
                <a:solidFill>
                  <a:schemeClr val="bg1"/>
                </a:solidFill>
                <a:ea typeface="Open Sans"/>
                <a:cs typeface="Open Sans"/>
                <a:sym typeface="Open Sans"/>
              </a:rPr>
              <a:t>-</a:t>
            </a:r>
            <a:endParaRPr lang="en-ID" sz="2000" b="1" i="0" u="none" strike="noStrike" cap="none" dirty="0">
              <a:solidFill>
                <a:schemeClr val="bg1"/>
              </a:solidFill>
              <a:ea typeface="Open Sans"/>
              <a:cs typeface="Open Sans"/>
              <a:sym typeface="Open Sans"/>
            </a:endParaRPr>
          </a:p>
          <a:p>
            <a:pPr algn="r"/>
            <a:endParaRPr lang="en-ID" sz="2000" b="1" dirty="0">
              <a:solidFill>
                <a:schemeClr val="bg1"/>
              </a:solidFill>
            </a:endParaRPr>
          </a:p>
        </p:txBody>
      </p:sp>
      <p:sp>
        <p:nvSpPr>
          <p:cNvPr id="28" name="Google Shape;177;p7">
            <a:extLst>
              <a:ext uri="{FF2B5EF4-FFF2-40B4-BE49-F238E27FC236}">
                <a16:creationId xmlns:a16="http://schemas.microsoft.com/office/drawing/2014/main" id="{2B7893BC-873E-58C4-F459-9AF6DBAE2DF9}"/>
              </a:ext>
            </a:extLst>
          </p:cNvPr>
          <p:cNvSpPr/>
          <p:nvPr/>
        </p:nvSpPr>
        <p:spPr>
          <a:xfrm>
            <a:off x="4279177" y="666734"/>
            <a:ext cx="7637520" cy="952610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rgbClr val="D9CFB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Sila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Pertama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Nilai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utamanya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adalah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cinta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kasih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saling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menghormati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perbedaan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kepercayaan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digital</a:t>
            </a:r>
            <a:endParaRPr dirty="0"/>
          </a:p>
        </p:txBody>
      </p:sp>
      <p:sp>
        <p:nvSpPr>
          <p:cNvPr id="29" name="Google Shape;179;p7">
            <a:extLst>
              <a:ext uri="{FF2B5EF4-FFF2-40B4-BE49-F238E27FC236}">
                <a16:creationId xmlns:a16="http://schemas.microsoft.com/office/drawing/2014/main" id="{974583C1-AC0E-2606-686B-BDFEF613AD85}"/>
              </a:ext>
            </a:extLst>
          </p:cNvPr>
          <p:cNvSpPr/>
          <p:nvPr/>
        </p:nvSpPr>
        <p:spPr>
          <a:xfrm>
            <a:off x="4279175" y="1777700"/>
            <a:ext cx="7637519" cy="952610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rgbClr val="D9CFB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Sila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Kedua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Nilai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utamanya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adalah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kesetaraan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memperlakukan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orang lain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dengan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adil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manusiawi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digital</a:t>
            </a:r>
            <a:endParaRPr dirty="0"/>
          </a:p>
        </p:txBody>
      </p:sp>
      <p:sp>
        <p:nvSpPr>
          <p:cNvPr id="30" name="Google Shape;180;p7">
            <a:extLst>
              <a:ext uri="{FF2B5EF4-FFF2-40B4-BE49-F238E27FC236}">
                <a16:creationId xmlns:a16="http://schemas.microsoft.com/office/drawing/2014/main" id="{45EC885F-D383-9C1C-751A-1E3E13D0324F}"/>
              </a:ext>
            </a:extLst>
          </p:cNvPr>
          <p:cNvSpPr/>
          <p:nvPr/>
        </p:nvSpPr>
        <p:spPr>
          <a:xfrm>
            <a:off x="4281804" y="2908986"/>
            <a:ext cx="7634890" cy="952610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rgbClr val="D9CFB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Sila 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Ketiga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Nilai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utamanya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adalah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harmoni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mengutamakan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kepentingan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Indonesia di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atas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kepentingan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pribadi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atau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golongan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ruang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digital</a:t>
            </a:r>
            <a:endParaRPr dirty="0"/>
          </a:p>
        </p:txBody>
      </p:sp>
      <p:sp>
        <p:nvSpPr>
          <p:cNvPr id="31" name="Google Shape;181;p7">
            <a:extLst>
              <a:ext uri="{FF2B5EF4-FFF2-40B4-BE49-F238E27FC236}">
                <a16:creationId xmlns:a16="http://schemas.microsoft.com/office/drawing/2014/main" id="{6AC34DD6-98BD-B158-D99D-3886BC37ED51}"/>
              </a:ext>
            </a:extLst>
          </p:cNvPr>
          <p:cNvSpPr/>
          <p:nvPr/>
        </p:nvSpPr>
        <p:spPr>
          <a:xfrm>
            <a:off x="4281802" y="4009792"/>
            <a:ext cx="7634889" cy="952610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rgbClr val="D9CFB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Sila Keempat: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Nilai utamanya adalah demokratis. Memberi kesempatan setiap orang untuk bebas berekspresi, dan berpendapat di ruang digital </a:t>
            </a:r>
            <a:endParaRPr/>
          </a:p>
        </p:txBody>
      </p:sp>
      <p:sp>
        <p:nvSpPr>
          <p:cNvPr id="32" name="Google Shape;182;p7">
            <a:extLst>
              <a:ext uri="{FF2B5EF4-FFF2-40B4-BE49-F238E27FC236}">
                <a16:creationId xmlns:a16="http://schemas.microsoft.com/office/drawing/2014/main" id="{856D79E7-41AF-7525-E258-F3A0CDB6041C}"/>
              </a:ext>
            </a:extLst>
          </p:cNvPr>
          <p:cNvSpPr/>
          <p:nvPr/>
        </p:nvSpPr>
        <p:spPr>
          <a:xfrm>
            <a:off x="4279175" y="5141078"/>
            <a:ext cx="7637521" cy="952610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rgbClr val="D9CFB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Sila Kelima: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Nilai utamanya adalah gotong royong. Bersama-sama membangun ruang digital yang aman dan etis bagi setiap pengguna</a:t>
            </a:r>
            <a:endParaRPr sz="16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3" name="Picture 2" descr="Makna Lambang Pada Garuda Pancasila: Simbol Gambar Bintang - Mata Bandung">
            <a:extLst>
              <a:ext uri="{FF2B5EF4-FFF2-40B4-BE49-F238E27FC236}">
                <a16:creationId xmlns:a16="http://schemas.microsoft.com/office/drawing/2014/main" id="{41824370-F398-30C5-A956-39593F71B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87" t="17076" r="33360" b="16613"/>
          <a:stretch/>
        </p:blipFill>
        <p:spPr bwMode="auto">
          <a:xfrm>
            <a:off x="3516020" y="701864"/>
            <a:ext cx="579120" cy="77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Pembelajaran 6 Subtema 1 Aku Anggota Pramuka | Mikirbae.com">
            <a:extLst>
              <a:ext uri="{FF2B5EF4-FFF2-40B4-BE49-F238E27FC236}">
                <a16:creationId xmlns:a16="http://schemas.microsoft.com/office/drawing/2014/main" id="{C01F3FC0-1052-D41F-C282-45201687E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648" y="1775041"/>
            <a:ext cx="697865" cy="8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DF9D399-D39B-4CF3-D9DE-026B1A2071BC}"/>
              </a:ext>
            </a:extLst>
          </p:cNvPr>
          <p:cNvSpPr txBox="1"/>
          <p:nvPr/>
        </p:nvSpPr>
        <p:spPr>
          <a:xfrm>
            <a:off x="1376516" y="802850"/>
            <a:ext cx="1970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b="1" dirty="0"/>
              <a:t>Ketuhanan yang Maha Esa</a:t>
            </a:r>
            <a:endParaRPr lang="en-ID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690D2D-637C-7B8D-C81B-D43836944FB5}"/>
              </a:ext>
            </a:extLst>
          </p:cNvPr>
          <p:cNvSpPr txBox="1"/>
          <p:nvPr/>
        </p:nvSpPr>
        <p:spPr>
          <a:xfrm>
            <a:off x="994372" y="1829638"/>
            <a:ext cx="2352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b="1" dirty="0"/>
              <a:t>Kemanusiaan yang adil dan beradab</a:t>
            </a:r>
            <a:endParaRPr lang="en-ID" b="1" dirty="0"/>
          </a:p>
        </p:txBody>
      </p:sp>
      <p:pic>
        <p:nvPicPr>
          <p:cNvPr id="37" name="Picture 6" descr="Pancasila dan Lambang Negara Indonesia yang Kaya Makna">
            <a:extLst>
              <a:ext uri="{FF2B5EF4-FFF2-40B4-BE49-F238E27FC236}">
                <a16:creationId xmlns:a16="http://schemas.microsoft.com/office/drawing/2014/main" id="{3884C17E-A2BE-E84B-8155-958F8F4485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2" t="19389" r="13336" b="14582"/>
          <a:stretch/>
        </p:blipFill>
        <p:spPr bwMode="auto">
          <a:xfrm>
            <a:off x="3374291" y="2936621"/>
            <a:ext cx="862578" cy="80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C5AC219-5FCB-C7F0-8C3A-E3448296017F}"/>
              </a:ext>
            </a:extLst>
          </p:cNvPr>
          <p:cNvSpPr txBox="1"/>
          <p:nvPr/>
        </p:nvSpPr>
        <p:spPr>
          <a:xfrm>
            <a:off x="1746212" y="2939848"/>
            <a:ext cx="1600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b="1" dirty="0"/>
              <a:t>Persatuan Indonesia</a:t>
            </a:r>
            <a:endParaRPr lang="en-ID" b="1" dirty="0"/>
          </a:p>
        </p:txBody>
      </p:sp>
      <p:pic>
        <p:nvPicPr>
          <p:cNvPr id="39" name="Picture 8" descr="Arti dan Makna Banteng pada Sila Keempat di Lambang Pancasila - Semua  Halaman - Kids">
            <a:extLst>
              <a:ext uri="{FF2B5EF4-FFF2-40B4-BE49-F238E27FC236}">
                <a16:creationId xmlns:a16="http://schemas.microsoft.com/office/drawing/2014/main" id="{E407C337-F12C-DC61-4A35-58B17F52FF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5" t="16584" r="30240" b="18307"/>
          <a:stretch/>
        </p:blipFill>
        <p:spPr bwMode="auto">
          <a:xfrm>
            <a:off x="3456648" y="4145262"/>
            <a:ext cx="708129" cy="69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9AB9E57-1134-2A29-55C3-84CCDEFF8D0D}"/>
              </a:ext>
            </a:extLst>
          </p:cNvPr>
          <p:cNvSpPr txBox="1"/>
          <p:nvPr/>
        </p:nvSpPr>
        <p:spPr>
          <a:xfrm>
            <a:off x="391324" y="3922269"/>
            <a:ext cx="2940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b="1" dirty="0"/>
              <a:t>Kerakyatan yang dipimpin oleh hikmat kebijaksanaan dalam permusyawaratan perwakilan</a:t>
            </a:r>
            <a:endParaRPr lang="en-ID" b="1" dirty="0"/>
          </a:p>
        </p:txBody>
      </p:sp>
      <p:pic>
        <p:nvPicPr>
          <p:cNvPr id="41" name="Picture 10" descr="Arti Lambang Padi dan Kapas pada Sila ke-5 Pancasila: Keadilan Sosial bagi  Seluruh Rakyat Indonesia - Tribunnews.com Mobile">
            <a:extLst>
              <a:ext uri="{FF2B5EF4-FFF2-40B4-BE49-F238E27FC236}">
                <a16:creationId xmlns:a16="http://schemas.microsoft.com/office/drawing/2014/main" id="{80E920AE-C9C5-E638-7B25-349316B885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9" t="10322" r="23111" b="9161"/>
          <a:stretch/>
        </p:blipFill>
        <p:spPr bwMode="auto">
          <a:xfrm>
            <a:off x="3456647" y="5283770"/>
            <a:ext cx="697865" cy="68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CBE69E2-12FD-2898-BE6D-39D53BCA6308}"/>
              </a:ext>
            </a:extLst>
          </p:cNvPr>
          <p:cNvSpPr txBox="1"/>
          <p:nvPr/>
        </p:nvSpPr>
        <p:spPr>
          <a:xfrm>
            <a:off x="994371" y="5157529"/>
            <a:ext cx="2352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b="1" dirty="0"/>
              <a:t>Keadilan sosial bagi seluruh rakyat Indonesia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4158880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950DB-B79D-E4A6-314B-4AF3C6D5C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191BA47-C00E-035D-F90F-B0AD13B18C2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pic>
        <p:nvPicPr>
          <p:cNvPr id="2" name="Picture 2" descr="Makna Lambang Pada Garuda Pancasila: Simbol Gambar Bintang - Mata Bandung">
            <a:extLst>
              <a:ext uri="{FF2B5EF4-FFF2-40B4-BE49-F238E27FC236}">
                <a16:creationId xmlns:a16="http://schemas.microsoft.com/office/drawing/2014/main" id="{70224902-E03D-0111-11F6-D77369D66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87" t="17076" r="33360" b="16613"/>
          <a:stretch/>
        </p:blipFill>
        <p:spPr bwMode="auto">
          <a:xfrm>
            <a:off x="3007678" y="690894"/>
            <a:ext cx="579120" cy="77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Pembelajaran 6 Subtema 1 Aku Anggota Pramuka | Mikirbae.com">
            <a:extLst>
              <a:ext uri="{FF2B5EF4-FFF2-40B4-BE49-F238E27FC236}">
                <a16:creationId xmlns:a16="http://schemas.microsoft.com/office/drawing/2014/main" id="{940E6A5E-E08A-35F7-4F16-8622B4BEA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044" y="700769"/>
            <a:ext cx="697865" cy="8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Pancasila dan Lambang Negara Indonesia yang Kaya Makna">
            <a:extLst>
              <a:ext uri="{FF2B5EF4-FFF2-40B4-BE49-F238E27FC236}">
                <a16:creationId xmlns:a16="http://schemas.microsoft.com/office/drawing/2014/main" id="{297B1EE7-D78D-5657-1C4D-98BFFA7E8B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2" t="19389" r="13336" b="14582"/>
          <a:stretch/>
        </p:blipFill>
        <p:spPr bwMode="auto">
          <a:xfrm>
            <a:off x="6560172" y="661259"/>
            <a:ext cx="862578" cy="80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Arti dan Makna Banteng pada Sila Keempat di Lambang Pancasila - Semua  Halaman - Kids">
            <a:extLst>
              <a:ext uri="{FF2B5EF4-FFF2-40B4-BE49-F238E27FC236}">
                <a16:creationId xmlns:a16="http://schemas.microsoft.com/office/drawing/2014/main" id="{46F3F94F-A204-A70D-512F-7EA4794CC0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5" t="16584" r="30240" b="18307"/>
          <a:stretch/>
        </p:blipFill>
        <p:spPr bwMode="auto">
          <a:xfrm>
            <a:off x="8494755" y="727714"/>
            <a:ext cx="708129" cy="69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Arti Lambang Padi dan Kapas pada Sila ke-5 Pancasila: Keadilan Sosial bagi  Seluruh Rakyat Indonesia - Tribunnews.com Mobile">
            <a:extLst>
              <a:ext uri="{FF2B5EF4-FFF2-40B4-BE49-F238E27FC236}">
                <a16:creationId xmlns:a16="http://schemas.microsoft.com/office/drawing/2014/main" id="{69D2BB5C-1E4B-D92B-3E7E-50B1BF17FF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9" t="10322" r="23111" b="9161"/>
          <a:stretch/>
        </p:blipFill>
        <p:spPr bwMode="auto">
          <a:xfrm>
            <a:off x="10345596" y="700768"/>
            <a:ext cx="697865" cy="68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79;p7">
            <a:extLst>
              <a:ext uri="{FF2B5EF4-FFF2-40B4-BE49-F238E27FC236}">
                <a16:creationId xmlns:a16="http://schemas.microsoft.com/office/drawing/2014/main" id="{527B00CA-29EA-0541-6E21-AF61B0E5B62B}"/>
              </a:ext>
            </a:extLst>
          </p:cNvPr>
          <p:cNvSpPr/>
          <p:nvPr/>
        </p:nvSpPr>
        <p:spPr>
          <a:xfrm>
            <a:off x="2387132" y="1682691"/>
            <a:ext cx="1800000" cy="222461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D9CFB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Berkomentar positif pada keragaman agama, tersirat menghormati kepercayaan netizen lainnya</a:t>
            </a:r>
            <a:endParaRPr sz="1600" b="1" dirty="0"/>
          </a:p>
        </p:txBody>
      </p:sp>
      <p:sp>
        <p:nvSpPr>
          <p:cNvPr id="8" name="Google Shape;179;p7">
            <a:extLst>
              <a:ext uri="{FF2B5EF4-FFF2-40B4-BE49-F238E27FC236}">
                <a16:creationId xmlns:a16="http://schemas.microsoft.com/office/drawing/2014/main" id="{5ABD7801-A40A-B0C2-12F2-E494DE34D293}"/>
              </a:ext>
            </a:extLst>
          </p:cNvPr>
          <p:cNvSpPr/>
          <p:nvPr/>
        </p:nvSpPr>
        <p:spPr>
          <a:xfrm>
            <a:off x="4240507" y="1682691"/>
            <a:ext cx="1800000" cy="222461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D9CFB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Berkomentar positif pada postingan ttg kegiatan kemanusiaan, mendukung kesetaraan hak dan kewaiban</a:t>
            </a:r>
            <a:endParaRPr lang="id-ID" sz="1600" b="1" dirty="0"/>
          </a:p>
        </p:txBody>
      </p:sp>
      <p:sp>
        <p:nvSpPr>
          <p:cNvPr id="10" name="Google Shape;179;p7">
            <a:extLst>
              <a:ext uri="{FF2B5EF4-FFF2-40B4-BE49-F238E27FC236}">
                <a16:creationId xmlns:a16="http://schemas.microsoft.com/office/drawing/2014/main" id="{7328A62B-AF90-5D94-8AFE-7887AA5F2C70}"/>
              </a:ext>
            </a:extLst>
          </p:cNvPr>
          <p:cNvSpPr/>
          <p:nvPr/>
        </p:nvSpPr>
        <p:spPr>
          <a:xfrm>
            <a:off x="6109331" y="1682691"/>
            <a:ext cx="1800000" cy="222461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D9CFB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Posting &amp; komen hal-hal positif tentang penguatan persatuan, keragaman adalah Indonesia</a:t>
            </a:r>
            <a:endParaRPr sz="1600" dirty="0"/>
          </a:p>
        </p:txBody>
      </p:sp>
      <p:sp>
        <p:nvSpPr>
          <p:cNvPr id="11" name="Google Shape;179;p7">
            <a:extLst>
              <a:ext uri="{FF2B5EF4-FFF2-40B4-BE49-F238E27FC236}">
                <a16:creationId xmlns:a16="http://schemas.microsoft.com/office/drawing/2014/main" id="{62860AB3-6CD7-2761-20D7-488EFBC0C475}"/>
              </a:ext>
            </a:extLst>
          </p:cNvPr>
          <p:cNvSpPr/>
          <p:nvPr/>
        </p:nvSpPr>
        <p:spPr>
          <a:xfrm>
            <a:off x="7977348" y="1682691"/>
            <a:ext cx="1800000" cy="222461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D9CFB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Posting &amp; komen positih terhadap wakil rakyat dan pemerintahan, legowo atas keputusan hasil musyawarah</a:t>
            </a:r>
            <a:endParaRPr sz="1600" dirty="0"/>
          </a:p>
        </p:txBody>
      </p:sp>
      <p:sp>
        <p:nvSpPr>
          <p:cNvPr id="12" name="Google Shape;179;p7">
            <a:extLst>
              <a:ext uri="{FF2B5EF4-FFF2-40B4-BE49-F238E27FC236}">
                <a16:creationId xmlns:a16="http://schemas.microsoft.com/office/drawing/2014/main" id="{BC1169C1-35DE-1553-AF37-7A9DE306E03C}"/>
              </a:ext>
            </a:extLst>
          </p:cNvPr>
          <p:cNvSpPr/>
          <p:nvPr/>
        </p:nvSpPr>
        <p:spPr>
          <a:xfrm>
            <a:off x="9824280" y="1682691"/>
            <a:ext cx="1800000" cy="222461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D9CFB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Posting &amp; komen positif terhadap kesetaraan, kebersamaan, kesejahteraan, saling membantu antar netizen</a:t>
            </a:r>
            <a:endParaRPr sz="1600" dirty="0"/>
          </a:p>
        </p:txBody>
      </p:sp>
      <p:sp>
        <p:nvSpPr>
          <p:cNvPr id="13" name="Google Shape;179;p7">
            <a:extLst>
              <a:ext uri="{FF2B5EF4-FFF2-40B4-BE49-F238E27FC236}">
                <a16:creationId xmlns:a16="http://schemas.microsoft.com/office/drawing/2014/main" id="{FA1766AE-CF8C-E0FE-EFF8-33D466C1C934}"/>
              </a:ext>
            </a:extLst>
          </p:cNvPr>
          <p:cNvSpPr/>
          <p:nvPr/>
        </p:nvSpPr>
        <p:spPr>
          <a:xfrm>
            <a:off x="2400872" y="3991662"/>
            <a:ext cx="1800000" cy="222461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Selalu berkomentar negatif, cenderung sebagai penista agama lain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4" name="Google Shape;179;p7">
            <a:extLst>
              <a:ext uri="{FF2B5EF4-FFF2-40B4-BE49-F238E27FC236}">
                <a16:creationId xmlns:a16="http://schemas.microsoft.com/office/drawing/2014/main" id="{3754C1F5-B279-5A28-3D26-E31358D25DF9}"/>
              </a:ext>
            </a:extLst>
          </p:cNvPr>
          <p:cNvSpPr/>
          <p:nvPr/>
        </p:nvSpPr>
        <p:spPr>
          <a:xfrm>
            <a:off x="4254247" y="3991662"/>
            <a:ext cx="1800000" cy="222461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berkomentar atau posting hal yang rendahkan netizen lain, SARA, sombong diri / kelompok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15" name="Google Shape;179;p7">
            <a:extLst>
              <a:ext uri="{FF2B5EF4-FFF2-40B4-BE49-F238E27FC236}">
                <a16:creationId xmlns:a16="http://schemas.microsoft.com/office/drawing/2014/main" id="{0B5A4846-E334-0E5F-1140-F87634EDD51B}"/>
              </a:ext>
            </a:extLst>
          </p:cNvPr>
          <p:cNvSpPr/>
          <p:nvPr/>
        </p:nvSpPr>
        <p:spPr>
          <a:xfrm>
            <a:off x="6109331" y="3991662"/>
            <a:ext cx="1800000" cy="222461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Posting dan komen dengan opini memecah belah persatuan dan kesatuan, condong pada pihak tertentu</a:t>
            </a:r>
            <a:endParaRPr sz="1600" dirty="0"/>
          </a:p>
        </p:txBody>
      </p:sp>
      <p:sp>
        <p:nvSpPr>
          <p:cNvPr id="16" name="Google Shape;179;p7">
            <a:extLst>
              <a:ext uri="{FF2B5EF4-FFF2-40B4-BE49-F238E27FC236}">
                <a16:creationId xmlns:a16="http://schemas.microsoft.com/office/drawing/2014/main" id="{49FAEC65-D609-F193-F5BD-C46D6DEF122F}"/>
              </a:ext>
            </a:extLst>
          </p:cNvPr>
          <p:cNvSpPr/>
          <p:nvPr/>
        </p:nvSpPr>
        <p:spPr>
          <a:xfrm>
            <a:off x="7977348" y="3991662"/>
            <a:ext cx="1800000" cy="222461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Posting &amp; komen dengan opini menjelekkan pemerintahan terpilih, tdk hargai hasil musyawarah</a:t>
            </a:r>
            <a:endParaRPr sz="1600" dirty="0"/>
          </a:p>
        </p:txBody>
      </p:sp>
      <p:sp>
        <p:nvSpPr>
          <p:cNvPr id="17" name="Google Shape;179;p7">
            <a:extLst>
              <a:ext uri="{FF2B5EF4-FFF2-40B4-BE49-F238E27FC236}">
                <a16:creationId xmlns:a16="http://schemas.microsoft.com/office/drawing/2014/main" id="{87559C62-3395-A18F-1D0A-E7ADBEB297DE}"/>
              </a:ext>
            </a:extLst>
          </p:cNvPr>
          <p:cNvSpPr/>
          <p:nvPr/>
        </p:nvSpPr>
        <p:spPr>
          <a:xfrm>
            <a:off x="9824280" y="3991662"/>
            <a:ext cx="1800000" cy="222461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d-ID" sz="1600" b="1" i="0" u="none" strike="noStrike" cap="none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Posting dan komen hal-hal yg bersifat pamer kekayaaan, perbedaan kasta dan kesejahteraan </a:t>
            </a:r>
            <a:endParaRPr sz="1600" dirty="0"/>
          </a:p>
        </p:txBody>
      </p:sp>
      <p:pic>
        <p:nvPicPr>
          <p:cNvPr id="18" name="Picture 2" descr="Check mark and cross mark, error, correct, icon png | PNGWing">
            <a:extLst>
              <a:ext uri="{FF2B5EF4-FFF2-40B4-BE49-F238E27FC236}">
                <a16:creationId xmlns:a16="http://schemas.microsoft.com/office/drawing/2014/main" id="{68244ABE-BACA-6F69-5850-9879D8B794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8478" y1="68696" x2="38696" y2="66957"/>
                        <a14:foregroundMark x1="42935" y1="69674" x2="38261" y2="56630"/>
                        <a14:foregroundMark x1="45543" y1="54022" x2="45543" y2="54022"/>
                        <a14:foregroundMark x1="46848" y1="53804" x2="43804" y2="55217"/>
                        <a14:foregroundMark x1="73478" y1="29783" x2="66304" y2="42174"/>
                        <a14:foregroundMark x1="66304" y1="25000" x2="66304" y2="2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008" t="21966" r="16160" b="44906"/>
          <a:stretch/>
        </p:blipFill>
        <p:spPr bwMode="auto">
          <a:xfrm>
            <a:off x="836745" y="2262570"/>
            <a:ext cx="1119641" cy="1064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eck mark and cross mark, error, correct, icon png | PNGWing">
            <a:extLst>
              <a:ext uri="{FF2B5EF4-FFF2-40B4-BE49-F238E27FC236}">
                <a16:creationId xmlns:a16="http://schemas.microsoft.com/office/drawing/2014/main" id="{EE2EE2F9-93D7-90FB-3B25-3CD33D771B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8478" y1="68696" x2="38696" y2="66957"/>
                        <a14:foregroundMark x1="39352" y1="59674" x2="38261" y2="56630"/>
                        <a14:foregroundMark x1="41221" y1="64891" x2="41104" y2="64565"/>
                        <a14:foregroundMark x1="42935" y1="69674" x2="41221" y2="64891"/>
                        <a14:foregroundMark x1="45543" y1="54022" x2="45543" y2="54022"/>
                        <a14:foregroundMark x1="46848" y1="53804" x2="43804" y2="55217"/>
                        <a14:foregroundMark x1="73478" y1="29783" x2="66304" y2="42174"/>
                        <a14:foregroundMark x1="66304" y1="25000" x2="66304" y2="25000"/>
                        <a14:foregroundMark x1="24565" y1="48370" x2="24565" y2="48370"/>
                        <a14:backgroundMark x1="29783" y1="53261" x2="29783" y2="53261"/>
                        <a14:backgroundMark x1="39130" y1="64891" x2="39130" y2="64891"/>
                        <a14:backgroundMark x1="39674" y1="61957" x2="39674" y2="61957"/>
                        <a14:backgroundMark x1="39130" y1="61739" x2="39348" y2="61739"/>
                        <a14:backgroundMark x1="21413" y1="62609" x2="21413" y2="62609"/>
                        <a14:backgroundMark x1="41739" y1="61957" x2="41739" y2="61957"/>
                        <a14:backgroundMark x1="39130" y1="62283" x2="38478" y2="62283"/>
                        <a14:backgroundMark x1="40000" y1="61087" x2="40000" y2="61087"/>
                        <a14:backgroundMark x1="41739" y1="61957" x2="41739" y2="61957"/>
                        <a14:backgroundMark x1="40543" y1="59674" x2="40543" y2="64565"/>
                        <a14:backgroundMark x1="18804" y1="60000" x2="21413" y2="626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652" t="43942" r="51072" b="20610"/>
          <a:stretch/>
        </p:blipFill>
        <p:spPr bwMode="auto">
          <a:xfrm>
            <a:off x="836745" y="4192469"/>
            <a:ext cx="1305680" cy="124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4026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0A086-F5A0-CB2E-1EC8-B252C037C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1B84C-C544-7C8B-C909-E37843E42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5933669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11</a:t>
            </a:fld>
            <a:endParaRPr lang="uk-UA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617B04-0722-F6DE-5CE7-918754E938F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2" name="Google Shape;141;p3">
            <a:extLst>
              <a:ext uri="{FF2B5EF4-FFF2-40B4-BE49-F238E27FC236}">
                <a16:creationId xmlns:a16="http://schemas.microsoft.com/office/drawing/2014/main" id="{5F82CB4E-241E-6323-7110-731891BA87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5170" y="460017"/>
            <a:ext cx="6815203" cy="85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n-ID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TIPS </a:t>
            </a:r>
            <a:r>
              <a:rPr lang="en-ID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 Black" panose="020B0A030500000200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NETIZEN INDONESIA</a:t>
            </a:r>
            <a:endParaRPr lang="en-ID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grpSp>
        <p:nvGrpSpPr>
          <p:cNvPr id="3" name="Google Shape;143;p3">
            <a:extLst>
              <a:ext uri="{FF2B5EF4-FFF2-40B4-BE49-F238E27FC236}">
                <a16:creationId xmlns:a16="http://schemas.microsoft.com/office/drawing/2014/main" id="{3A2C29D1-96AD-3447-8706-E7891ECD39AD}"/>
              </a:ext>
            </a:extLst>
          </p:cNvPr>
          <p:cNvGrpSpPr/>
          <p:nvPr/>
        </p:nvGrpSpPr>
        <p:grpSpPr>
          <a:xfrm>
            <a:off x="657613" y="2641739"/>
            <a:ext cx="11316587" cy="891621"/>
            <a:chOff x="332050" y="4129018"/>
            <a:chExt cx="4919037" cy="2771062"/>
          </a:xfrm>
        </p:grpSpPr>
        <p:sp>
          <p:nvSpPr>
            <p:cNvPr id="5" name="Google Shape;144;p3">
              <a:extLst>
                <a:ext uri="{FF2B5EF4-FFF2-40B4-BE49-F238E27FC236}">
                  <a16:creationId xmlns:a16="http://schemas.microsoft.com/office/drawing/2014/main" id="{1D474437-6A2E-9E85-EE8B-421D2A0CF895}"/>
                </a:ext>
              </a:extLst>
            </p:cNvPr>
            <p:cNvSpPr/>
            <p:nvPr/>
          </p:nvSpPr>
          <p:spPr>
            <a:xfrm>
              <a:off x="332050" y="4129018"/>
              <a:ext cx="4919037" cy="2771062"/>
            </a:xfrm>
            <a:custGeom>
              <a:avLst/>
              <a:gdLst/>
              <a:ahLst/>
              <a:cxnLst/>
              <a:rect l="l" t="t" r="r" b="b"/>
              <a:pathLst>
                <a:path w="4820639" h="1579849" extrusionOk="0">
                  <a:moveTo>
                    <a:pt x="4696179" y="1579849"/>
                  </a:moveTo>
                  <a:lnTo>
                    <a:pt x="124460" y="1579849"/>
                  </a:lnTo>
                  <a:cubicBezTo>
                    <a:pt x="55880" y="1579849"/>
                    <a:pt x="0" y="1523969"/>
                    <a:pt x="0" y="145538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96179" y="0"/>
                  </a:lnTo>
                  <a:cubicBezTo>
                    <a:pt x="4764759" y="0"/>
                    <a:pt x="4820639" y="55880"/>
                    <a:pt x="4820639" y="124460"/>
                  </a:cubicBezTo>
                  <a:lnTo>
                    <a:pt x="4820639" y="1455389"/>
                  </a:lnTo>
                  <a:cubicBezTo>
                    <a:pt x="4820639" y="1523969"/>
                    <a:pt x="4764759" y="1579849"/>
                    <a:pt x="4696179" y="1579849"/>
                  </a:cubicBezTo>
                  <a:close/>
                </a:path>
              </a:pathLst>
            </a:custGeom>
            <a:solidFill>
              <a:srgbClr val="EDF0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" name="Google Shape;145;p3">
              <a:extLst>
                <a:ext uri="{FF2B5EF4-FFF2-40B4-BE49-F238E27FC236}">
                  <a16:creationId xmlns:a16="http://schemas.microsoft.com/office/drawing/2014/main" id="{F160693E-EEDC-ED66-29CD-799455F7F46F}"/>
                </a:ext>
              </a:extLst>
            </p:cNvPr>
            <p:cNvSpPr txBox="1"/>
            <p:nvPr/>
          </p:nvSpPr>
          <p:spPr>
            <a:xfrm>
              <a:off x="463278" y="4257871"/>
              <a:ext cx="4768838" cy="2410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Berlaku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sebagai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Netizen yang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beradab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,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berbudaya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dan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tetap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menjaga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jati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diri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dengan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kehormatan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sebagai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Netizen yang Indonesia,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menjadikan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budaya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asing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sebagai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referensi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dan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pengetahuan</a:t>
              </a:r>
              <a:endParaRPr b="0" i="0" u="none" strike="noStrike" cap="none" dirty="0">
                <a:solidFill>
                  <a:srgbClr val="000000"/>
                </a:solidFill>
                <a:latin typeface="Fira Sans" panose="020B05030500000200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7" name="Google Shape;146;p3">
            <a:extLst>
              <a:ext uri="{FF2B5EF4-FFF2-40B4-BE49-F238E27FC236}">
                <a16:creationId xmlns:a16="http://schemas.microsoft.com/office/drawing/2014/main" id="{C5BA54EA-78AB-EC7D-FAD8-0F728A78206D}"/>
              </a:ext>
            </a:extLst>
          </p:cNvPr>
          <p:cNvGrpSpPr/>
          <p:nvPr/>
        </p:nvGrpSpPr>
        <p:grpSpPr>
          <a:xfrm>
            <a:off x="657614" y="1392988"/>
            <a:ext cx="11316588" cy="1251747"/>
            <a:chOff x="332050" y="4129018"/>
            <a:chExt cx="4919037" cy="3164142"/>
          </a:xfrm>
        </p:grpSpPr>
        <p:sp>
          <p:nvSpPr>
            <p:cNvPr id="8" name="Google Shape;147;p3">
              <a:extLst>
                <a:ext uri="{FF2B5EF4-FFF2-40B4-BE49-F238E27FC236}">
                  <a16:creationId xmlns:a16="http://schemas.microsoft.com/office/drawing/2014/main" id="{AD9A17B6-1E53-6D45-C09D-8ACBEF1B225B}"/>
                </a:ext>
              </a:extLst>
            </p:cNvPr>
            <p:cNvSpPr/>
            <p:nvPr/>
          </p:nvSpPr>
          <p:spPr>
            <a:xfrm>
              <a:off x="332050" y="4129018"/>
              <a:ext cx="4919037" cy="3164142"/>
            </a:xfrm>
            <a:custGeom>
              <a:avLst/>
              <a:gdLst/>
              <a:ahLst/>
              <a:cxnLst/>
              <a:rect l="l" t="t" r="r" b="b"/>
              <a:pathLst>
                <a:path w="4820639" h="1579849" extrusionOk="0">
                  <a:moveTo>
                    <a:pt x="4696179" y="1579849"/>
                  </a:moveTo>
                  <a:lnTo>
                    <a:pt x="124460" y="1579849"/>
                  </a:lnTo>
                  <a:cubicBezTo>
                    <a:pt x="55880" y="1579849"/>
                    <a:pt x="0" y="1523969"/>
                    <a:pt x="0" y="145538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96179" y="0"/>
                  </a:lnTo>
                  <a:cubicBezTo>
                    <a:pt x="4764759" y="0"/>
                    <a:pt x="4820639" y="55880"/>
                    <a:pt x="4820639" y="124460"/>
                  </a:cubicBezTo>
                  <a:lnTo>
                    <a:pt x="4820639" y="1455389"/>
                  </a:lnTo>
                  <a:cubicBezTo>
                    <a:pt x="4820639" y="1523969"/>
                    <a:pt x="4764759" y="1579849"/>
                    <a:pt x="4696179" y="1579849"/>
                  </a:cubicBezTo>
                  <a:close/>
                </a:path>
              </a:pathLst>
            </a:custGeom>
            <a:solidFill>
              <a:srgbClr val="EDF0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" name="Google Shape;148;p3">
              <a:extLst>
                <a:ext uri="{FF2B5EF4-FFF2-40B4-BE49-F238E27FC236}">
                  <a16:creationId xmlns:a16="http://schemas.microsoft.com/office/drawing/2014/main" id="{9F78A9AD-4E9F-6555-E5D6-33E7A3FD7CF6}"/>
                </a:ext>
              </a:extLst>
            </p:cNvPr>
            <p:cNvSpPr txBox="1"/>
            <p:nvPr/>
          </p:nvSpPr>
          <p:spPr>
            <a:xfrm>
              <a:off x="468756" y="4231272"/>
              <a:ext cx="4735644" cy="2940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Berjejaring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dengan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mengedapankan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cinta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kasih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,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menghormati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keyakinan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dan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kepercayaan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netizen lain,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mengakui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keragaman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,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kesetaraan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dalam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interaksi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,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selalu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hadir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untuk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menolong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dan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berbagi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hal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positif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,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bijak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berkomunikasi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selalu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menjaga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persatuan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dan </a:t>
              </a:r>
              <a:r>
                <a:rPr lang="en-US" sz="1800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kesatuan</a:t>
              </a:r>
              <a:r>
                <a:rPr lang="en-US" sz="1800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endParaRPr b="1" i="0" u="none" strike="noStrike" cap="none" dirty="0">
                <a:solidFill>
                  <a:srgbClr val="000000"/>
                </a:solidFill>
                <a:latin typeface="Fira Sans" panose="020B05030500000200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" name="Google Shape;157;p3">
            <a:extLst>
              <a:ext uri="{FF2B5EF4-FFF2-40B4-BE49-F238E27FC236}">
                <a16:creationId xmlns:a16="http://schemas.microsoft.com/office/drawing/2014/main" id="{0C6299CC-36E9-6E82-4067-F6F26059F866}"/>
              </a:ext>
            </a:extLst>
          </p:cNvPr>
          <p:cNvGrpSpPr/>
          <p:nvPr/>
        </p:nvGrpSpPr>
        <p:grpSpPr>
          <a:xfrm>
            <a:off x="657614" y="3607134"/>
            <a:ext cx="11316587" cy="1378970"/>
            <a:chOff x="332050" y="3507317"/>
            <a:chExt cx="4919037" cy="2794569"/>
          </a:xfrm>
        </p:grpSpPr>
        <p:sp>
          <p:nvSpPr>
            <p:cNvPr id="12" name="Google Shape;158;p3">
              <a:extLst>
                <a:ext uri="{FF2B5EF4-FFF2-40B4-BE49-F238E27FC236}">
                  <a16:creationId xmlns:a16="http://schemas.microsoft.com/office/drawing/2014/main" id="{22A32899-9177-2E47-821B-82A15758A827}"/>
                </a:ext>
              </a:extLst>
            </p:cNvPr>
            <p:cNvSpPr/>
            <p:nvPr/>
          </p:nvSpPr>
          <p:spPr>
            <a:xfrm>
              <a:off x="332050" y="3507317"/>
              <a:ext cx="4919037" cy="2794569"/>
            </a:xfrm>
            <a:custGeom>
              <a:avLst/>
              <a:gdLst/>
              <a:ahLst/>
              <a:cxnLst/>
              <a:rect l="l" t="t" r="r" b="b"/>
              <a:pathLst>
                <a:path w="4820639" h="1579849" extrusionOk="0">
                  <a:moveTo>
                    <a:pt x="4696179" y="1579849"/>
                  </a:moveTo>
                  <a:lnTo>
                    <a:pt x="124460" y="1579849"/>
                  </a:lnTo>
                  <a:cubicBezTo>
                    <a:pt x="55880" y="1579849"/>
                    <a:pt x="0" y="1523969"/>
                    <a:pt x="0" y="145538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96179" y="0"/>
                  </a:lnTo>
                  <a:cubicBezTo>
                    <a:pt x="4764759" y="0"/>
                    <a:pt x="4820639" y="55880"/>
                    <a:pt x="4820639" y="124460"/>
                  </a:cubicBezTo>
                  <a:lnTo>
                    <a:pt x="4820639" y="1455389"/>
                  </a:lnTo>
                  <a:cubicBezTo>
                    <a:pt x="4820639" y="1523969"/>
                    <a:pt x="4764759" y="1579849"/>
                    <a:pt x="4696179" y="1579849"/>
                  </a:cubicBezTo>
                  <a:close/>
                </a:path>
              </a:pathLst>
            </a:custGeom>
            <a:solidFill>
              <a:srgbClr val="EDF0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159;p3">
              <a:extLst>
                <a:ext uri="{FF2B5EF4-FFF2-40B4-BE49-F238E27FC236}">
                  <a16:creationId xmlns:a16="http://schemas.microsoft.com/office/drawing/2014/main" id="{E3DF986D-9074-62B7-C955-D4FAAC3D49FB}"/>
                </a:ext>
              </a:extLst>
            </p:cNvPr>
            <p:cNvSpPr txBox="1"/>
            <p:nvPr/>
          </p:nvSpPr>
          <p:spPr>
            <a:xfrm>
              <a:off x="463278" y="3553989"/>
              <a:ext cx="4741123" cy="2357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Selalu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mengakses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sumber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informasi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yang valid,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dapat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melakukan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validasi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atas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informasi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dan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sebarkan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informasi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jika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dianggap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benar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,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penting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,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serta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bermanfaat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,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mengakses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perangkat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secara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legal,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mengakses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program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sesuai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dengan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ketentuan</a:t>
              </a:r>
              <a:r>
                <a:rPr lang="en-ID" b="0" i="0" dirty="0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 yang </a:t>
              </a:r>
              <a:r>
                <a:rPr lang="en-ID" b="0" i="0" dirty="0" err="1">
                  <a:solidFill>
                    <a:srgbClr val="333333"/>
                  </a:solidFill>
                  <a:effectLst/>
                  <a:latin typeface="Fira Sans" panose="020B0503050000020004" pitchFamily="34" charset="0"/>
                </a:rPr>
                <a:t>ditetapkan</a:t>
              </a:r>
              <a:endParaRPr dirty="0">
                <a:latin typeface="Fira Sans" panose="020B0503050000020004" pitchFamily="34" charset="0"/>
              </a:endParaRPr>
            </a:p>
          </p:txBody>
        </p:sp>
      </p:grpSp>
      <p:sp>
        <p:nvSpPr>
          <p:cNvPr id="14" name="Google Shape;139;p3">
            <a:extLst>
              <a:ext uri="{FF2B5EF4-FFF2-40B4-BE49-F238E27FC236}">
                <a16:creationId xmlns:a16="http://schemas.microsoft.com/office/drawing/2014/main" id="{78A490A6-375D-D944-CB5D-E874EECBA9C2}"/>
              </a:ext>
            </a:extLst>
          </p:cNvPr>
          <p:cNvSpPr/>
          <p:nvPr/>
        </p:nvSpPr>
        <p:spPr>
          <a:xfrm>
            <a:off x="217799" y="3498729"/>
            <a:ext cx="593389" cy="540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15" name="Google Shape;140;p3">
            <a:extLst>
              <a:ext uri="{FF2B5EF4-FFF2-40B4-BE49-F238E27FC236}">
                <a16:creationId xmlns:a16="http://schemas.microsoft.com/office/drawing/2014/main" id="{67C41230-BA7B-DD65-9AAF-36AC08000537}"/>
              </a:ext>
            </a:extLst>
          </p:cNvPr>
          <p:cNvSpPr/>
          <p:nvPr/>
        </p:nvSpPr>
        <p:spPr>
          <a:xfrm>
            <a:off x="230889" y="1352074"/>
            <a:ext cx="567209" cy="540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D" sz="2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2000"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Google Shape;142;p3">
            <a:extLst>
              <a:ext uri="{FF2B5EF4-FFF2-40B4-BE49-F238E27FC236}">
                <a16:creationId xmlns:a16="http://schemas.microsoft.com/office/drawing/2014/main" id="{F1C6B283-7D89-8757-0F00-5241CBE32849}"/>
              </a:ext>
            </a:extLst>
          </p:cNvPr>
          <p:cNvSpPr/>
          <p:nvPr/>
        </p:nvSpPr>
        <p:spPr>
          <a:xfrm>
            <a:off x="217799" y="2602006"/>
            <a:ext cx="593389" cy="540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20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7" name="Google Shape;143;p3">
            <a:extLst>
              <a:ext uri="{FF2B5EF4-FFF2-40B4-BE49-F238E27FC236}">
                <a16:creationId xmlns:a16="http://schemas.microsoft.com/office/drawing/2014/main" id="{B1E52B65-173D-3C07-242F-F70EAC0DE3D7}"/>
              </a:ext>
            </a:extLst>
          </p:cNvPr>
          <p:cNvGrpSpPr/>
          <p:nvPr/>
        </p:nvGrpSpPr>
        <p:grpSpPr>
          <a:xfrm>
            <a:off x="670703" y="4996190"/>
            <a:ext cx="11316587" cy="506724"/>
            <a:chOff x="332050" y="4129018"/>
            <a:chExt cx="4919037" cy="2771062"/>
          </a:xfrm>
        </p:grpSpPr>
        <p:sp>
          <p:nvSpPr>
            <p:cNvPr id="18" name="Google Shape;144;p3">
              <a:extLst>
                <a:ext uri="{FF2B5EF4-FFF2-40B4-BE49-F238E27FC236}">
                  <a16:creationId xmlns:a16="http://schemas.microsoft.com/office/drawing/2014/main" id="{5560F13F-8C42-DD41-C27D-8600A04D3951}"/>
                </a:ext>
              </a:extLst>
            </p:cNvPr>
            <p:cNvSpPr/>
            <p:nvPr/>
          </p:nvSpPr>
          <p:spPr>
            <a:xfrm>
              <a:off x="332050" y="4129018"/>
              <a:ext cx="4919037" cy="2771062"/>
            </a:xfrm>
            <a:custGeom>
              <a:avLst/>
              <a:gdLst/>
              <a:ahLst/>
              <a:cxnLst/>
              <a:rect l="l" t="t" r="r" b="b"/>
              <a:pathLst>
                <a:path w="4820639" h="1579849" extrusionOk="0">
                  <a:moveTo>
                    <a:pt x="4696179" y="1579849"/>
                  </a:moveTo>
                  <a:lnTo>
                    <a:pt x="124460" y="1579849"/>
                  </a:lnTo>
                  <a:cubicBezTo>
                    <a:pt x="55880" y="1579849"/>
                    <a:pt x="0" y="1523969"/>
                    <a:pt x="0" y="145538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96179" y="0"/>
                  </a:lnTo>
                  <a:cubicBezTo>
                    <a:pt x="4764759" y="0"/>
                    <a:pt x="4820639" y="55880"/>
                    <a:pt x="4820639" y="124460"/>
                  </a:cubicBezTo>
                  <a:lnTo>
                    <a:pt x="4820639" y="1455389"/>
                  </a:lnTo>
                  <a:cubicBezTo>
                    <a:pt x="4820639" y="1523969"/>
                    <a:pt x="4764759" y="1579849"/>
                    <a:pt x="4696179" y="1579849"/>
                  </a:cubicBezTo>
                  <a:close/>
                </a:path>
              </a:pathLst>
            </a:custGeom>
            <a:solidFill>
              <a:srgbClr val="EDF0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145;p3">
              <a:extLst>
                <a:ext uri="{FF2B5EF4-FFF2-40B4-BE49-F238E27FC236}">
                  <a16:creationId xmlns:a16="http://schemas.microsoft.com/office/drawing/2014/main" id="{348F9784-118E-054E-1464-67B655B53ADB}"/>
                </a:ext>
              </a:extLst>
            </p:cNvPr>
            <p:cNvSpPr txBox="1"/>
            <p:nvPr/>
          </p:nvSpPr>
          <p:spPr>
            <a:xfrm>
              <a:off x="463278" y="4257871"/>
              <a:ext cx="4768838" cy="12052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mengakui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konten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digital  netizen lain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sebagai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karya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intelektual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yang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dilindungi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dan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harus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di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hormati</a:t>
              </a:r>
              <a:endParaRPr b="0" i="0" u="none" strike="noStrike" cap="none" dirty="0">
                <a:solidFill>
                  <a:srgbClr val="000000"/>
                </a:solidFill>
                <a:latin typeface="Fira Sans" panose="020B05030500000200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0" name="Google Shape;142;p3">
            <a:extLst>
              <a:ext uri="{FF2B5EF4-FFF2-40B4-BE49-F238E27FC236}">
                <a16:creationId xmlns:a16="http://schemas.microsoft.com/office/drawing/2014/main" id="{216F9363-E5BC-ED4E-FD02-D3DD154E51FC}"/>
              </a:ext>
            </a:extLst>
          </p:cNvPr>
          <p:cNvSpPr/>
          <p:nvPr/>
        </p:nvSpPr>
        <p:spPr>
          <a:xfrm>
            <a:off x="230889" y="4956456"/>
            <a:ext cx="593389" cy="540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2000"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" name="Google Shape;143;p3">
            <a:extLst>
              <a:ext uri="{FF2B5EF4-FFF2-40B4-BE49-F238E27FC236}">
                <a16:creationId xmlns:a16="http://schemas.microsoft.com/office/drawing/2014/main" id="{F5ADA830-E098-6BB4-C464-3069AB6AA8E1}"/>
              </a:ext>
            </a:extLst>
          </p:cNvPr>
          <p:cNvGrpSpPr/>
          <p:nvPr/>
        </p:nvGrpSpPr>
        <p:grpSpPr>
          <a:xfrm>
            <a:off x="670703" y="5665821"/>
            <a:ext cx="11316587" cy="506724"/>
            <a:chOff x="332050" y="4129018"/>
            <a:chExt cx="4919037" cy="2771062"/>
          </a:xfrm>
        </p:grpSpPr>
        <p:sp>
          <p:nvSpPr>
            <p:cNvPr id="22" name="Google Shape;144;p3">
              <a:extLst>
                <a:ext uri="{FF2B5EF4-FFF2-40B4-BE49-F238E27FC236}">
                  <a16:creationId xmlns:a16="http://schemas.microsoft.com/office/drawing/2014/main" id="{CFF16F29-CAD4-FD97-4BAA-E654AB49FC12}"/>
                </a:ext>
              </a:extLst>
            </p:cNvPr>
            <p:cNvSpPr/>
            <p:nvPr/>
          </p:nvSpPr>
          <p:spPr>
            <a:xfrm>
              <a:off x="332050" y="4129018"/>
              <a:ext cx="4919037" cy="2771062"/>
            </a:xfrm>
            <a:custGeom>
              <a:avLst/>
              <a:gdLst/>
              <a:ahLst/>
              <a:cxnLst/>
              <a:rect l="l" t="t" r="r" b="b"/>
              <a:pathLst>
                <a:path w="4820639" h="1579849" extrusionOk="0">
                  <a:moveTo>
                    <a:pt x="4696179" y="1579849"/>
                  </a:moveTo>
                  <a:lnTo>
                    <a:pt x="124460" y="1579849"/>
                  </a:lnTo>
                  <a:cubicBezTo>
                    <a:pt x="55880" y="1579849"/>
                    <a:pt x="0" y="1523969"/>
                    <a:pt x="0" y="145538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96179" y="0"/>
                  </a:lnTo>
                  <a:cubicBezTo>
                    <a:pt x="4764759" y="0"/>
                    <a:pt x="4820639" y="55880"/>
                    <a:pt x="4820639" y="124460"/>
                  </a:cubicBezTo>
                  <a:lnTo>
                    <a:pt x="4820639" y="1455389"/>
                  </a:lnTo>
                  <a:cubicBezTo>
                    <a:pt x="4820639" y="1523969"/>
                    <a:pt x="4764759" y="1579849"/>
                    <a:pt x="4696179" y="1579849"/>
                  </a:cubicBezTo>
                  <a:close/>
                </a:path>
              </a:pathLst>
            </a:custGeom>
            <a:solidFill>
              <a:srgbClr val="EDF0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" name="Google Shape;145;p3">
              <a:extLst>
                <a:ext uri="{FF2B5EF4-FFF2-40B4-BE49-F238E27FC236}">
                  <a16:creationId xmlns:a16="http://schemas.microsoft.com/office/drawing/2014/main" id="{1979C2DE-CB4A-8DD5-AE5C-7FD4714EC79B}"/>
                </a:ext>
              </a:extLst>
            </p:cNvPr>
            <p:cNvSpPr txBox="1"/>
            <p:nvPr/>
          </p:nvSpPr>
          <p:spPr>
            <a:xfrm>
              <a:off x="463278" y="4257869"/>
              <a:ext cx="4768838" cy="21207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Memahami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dan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menghormati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batas-batas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privasi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tiap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netizen,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termasuk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0" i="0" u="none" strike="noStrike" cap="none" dirty="0" err="1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pengenalan</a:t>
              </a:r>
              <a:r>
                <a:rPr lang="en-US" b="0" i="0" u="none" strike="noStrike" cap="none" dirty="0">
                  <a:solidFill>
                    <a:srgbClr val="000000"/>
                  </a:solidFill>
                  <a:latin typeface="Fira Sans" panose="020B0503050000020004" pitchFamily="34" charset="0"/>
                  <a:ea typeface="Open Sans"/>
                  <a:cs typeface="Open Sans"/>
                  <a:sym typeface="Open Sans"/>
                </a:rPr>
                <a:t> UU ITE</a:t>
              </a:r>
              <a:endParaRPr b="0" i="0" u="none" strike="noStrike" cap="none" dirty="0">
                <a:solidFill>
                  <a:srgbClr val="000000"/>
                </a:solidFill>
                <a:latin typeface="Fira Sans" panose="020B0503050000020004" pitchFamily="34" charset="0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4" name="Google Shape;142;p3">
            <a:extLst>
              <a:ext uri="{FF2B5EF4-FFF2-40B4-BE49-F238E27FC236}">
                <a16:creationId xmlns:a16="http://schemas.microsoft.com/office/drawing/2014/main" id="{EBA1F590-29BA-7B45-69C7-FB687F4A792E}"/>
              </a:ext>
            </a:extLst>
          </p:cNvPr>
          <p:cNvSpPr/>
          <p:nvPr/>
        </p:nvSpPr>
        <p:spPr>
          <a:xfrm>
            <a:off x="230889" y="5626087"/>
            <a:ext cx="593389" cy="5400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2000"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230877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8CD3D-22B2-45AD-4B95-81B4E98D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004F-300F-1C81-FEF0-D709E52A0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71" y="1147244"/>
            <a:ext cx="8170657" cy="4563512"/>
          </a:xfrm>
        </p:spPr>
        <p:txBody>
          <a:bodyPr/>
          <a:lstStyle/>
          <a:p>
            <a:r>
              <a:rPr lang="en-US" sz="6000" b="1" dirty="0">
                <a:solidFill>
                  <a:srgbClr val="23366E"/>
                </a:solidFill>
                <a:latin typeface="Fira Sans Black" panose="020B0A03050000020004" pitchFamily="34" charset="0"/>
              </a:rPr>
              <a:t>BIJAK BERINTERNET</a:t>
            </a:r>
            <a:br>
              <a:rPr lang="en-US" b="1" dirty="0">
                <a:solidFill>
                  <a:srgbClr val="23366E"/>
                </a:solidFill>
              </a:rPr>
            </a:br>
            <a:br>
              <a:rPr lang="en-US" b="1" dirty="0">
                <a:solidFill>
                  <a:srgbClr val="23366E"/>
                </a:solidFill>
              </a:rPr>
            </a:br>
            <a:endParaRPr lang="en-US" b="1" dirty="0">
              <a:solidFill>
                <a:srgbClr val="23366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C06DC-2BE1-533F-CBEE-64069E16A9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191250"/>
            <a:ext cx="2743200" cy="365125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12</a:t>
            </a:fld>
            <a:endParaRPr lang="uk-UA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28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FD5E5-04C5-BA88-9C6D-E9BFA4443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7660F-6B52-32EB-D6DE-0CB8AA6223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13</a:t>
            </a:fld>
            <a:endParaRPr lang="uk-UA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62D7-D516-6E6B-4B40-E6AB327CE1A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Video-1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30302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EC479-56BA-B90B-B35F-CB704CFE8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DF3BCF2-4651-E8A1-021A-39D73BB8BC3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45AA60-AD4B-C7D4-E124-7B6005AFD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94" b="96283" l="9763" r="99024">
                        <a14:foregroundMark x1="32636" y1="3594" x2="38354" y2="11152"/>
                        <a14:foregroundMark x1="16318" y1="75465" x2="30823" y2="76952"/>
                        <a14:foregroundMark x1="30823" y1="76952" x2="40865" y2="83519"/>
                        <a14:foregroundMark x1="40865" y1="83519" x2="72664" y2="87980"/>
                        <a14:foregroundMark x1="72664" y1="87980" x2="88703" y2="96530"/>
                        <a14:foregroundMark x1="73222" y1="69269" x2="80056" y2="78191"/>
                        <a14:foregroundMark x1="80056" y1="78191" x2="94700" y2="88600"/>
                        <a14:foregroundMark x1="99024" y1="86741" x2="97768" y2="9070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28071" y="1022555"/>
            <a:ext cx="4642945" cy="52257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AE2E88-9B28-910D-7484-40380A2409FA}"/>
              </a:ext>
            </a:extLst>
          </p:cNvPr>
          <p:cNvSpPr txBox="1"/>
          <p:nvPr/>
        </p:nvSpPr>
        <p:spPr>
          <a:xfrm>
            <a:off x="589940" y="1700186"/>
            <a:ext cx="71775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Penguasaan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Netizen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atas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Prilaku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yang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tepat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di media online,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mengetahui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kapan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,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dimana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, dan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bagaimana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menggunakan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internet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dengan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aman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&amp;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bertanggung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jawab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.</a:t>
            </a:r>
          </a:p>
          <a:p>
            <a:endParaRPr lang="en-ID" sz="2400" b="1" dirty="0">
              <a:solidFill>
                <a:srgbClr val="3982E3"/>
              </a:solidFill>
              <a:latin typeface="Fira Sans" panose="020B0503050000020004" pitchFamily="34" charset="0"/>
            </a:endParaRPr>
          </a:p>
          <a:p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Tiga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Kunci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Utama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Aman -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Lindungi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data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diri</a:t>
            </a:r>
            <a:endParaRPr lang="en-ID" sz="2400" b="1" dirty="0">
              <a:solidFill>
                <a:srgbClr val="3982E3"/>
              </a:solidFill>
              <a:latin typeface="Fira Sans" panose="020B05030500000200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Sopan -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Hormati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orang lain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Cakap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–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Menguasai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Teknologi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dan Fitur 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Cerdas -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Saring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info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sebelum</a:t>
            </a:r>
            <a:r>
              <a:rPr lang="en-ID" sz="2400" b="1" dirty="0">
                <a:solidFill>
                  <a:srgbClr val="3982E3"/>
                </a:solidFill>
                <a:latin typeface="Fira Sans" panose="020B0503050000020004" pitchFamily="34" charset="0"/>
              </a:rPr>
              <a:t> </a:t>
            </a:r>
            <a:r>
              <a:rPr lang="en-ID" sz="2400" b="1" dirty="0" err="1">
                <a:solidFill>
                  <a:srgbClr val="3982E3"/>
                </a:solidFill>
                <a:latin typeface="Fira Sans" panose="020B0503050000020004" pitchFamily="34" charset="0"/>
              </a:rPr>
              <a:t>percay</a:t>
            </a:r>
            <a:endParaRPr lang="en-ID" sz="2400" b="1" dirty="0">
              <a:solidFill>
                <a:srgbClr val="3982E3"/>
              </a:solidFill>
              <a:latin typeface="Fira Sans" panose="020B05030500000200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55CCA-39B0-6577-00BC-921D1459E30D}"/>
              </a:ext>
            </a:extLst>
          </p:cNvPr>
          <p:cNvSpPr txBox="1"/>
          <p:nvPr/>
        </p:nvSpPr>
        <p:spPr>
          <a:xfrm>
            <a:off x="589940" y="806245"/>
            <a:ext cx="46233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2">
                    <a:lumMod val="75000"/>
                  </a:schemeClr>
                </a:solidFill>
                <a:latin typeface="Fira Sans Black" panose="020B0A03050000020004" pitchFamily="34" charset="0"/>
              </a:rPr>
              <a:t>Bijak </a:t>
            </a:r>
            <a:r>
              <a:rPr lang="en-US" sz="4400" dirty="0" err="1">
                <a:solidFill>
                  <a:schemeClr val="tx2">
                    <a:lumMod val="75000"/>
                  </a:schemeClr>
                </a:solidFill>
                <a:latin typeface="Fira Sans Black" panose="020B0A03050000020004" pitchFamily="34" charset="0"/>
              </a:rPr>
              <a:t>Berinternet</a:t>
            </a:r>
            <a:endParaRPr lang="en-ID" sz="4400" dirty="0">
              <a:solidFill>
                <a:schemeClr val="tx2">
                  <a:lumMod val="75000"/>
                </a:schemeClr>
              </a:solidFill>
              <a:latin typeface="Fira Sans Black" panose="020B0A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427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87513-3F76-449C-C192-EC20938E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3D4EA1E-8A4F-196F-31FF-E2B7354BC34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88698E-8630-9FE3-87C7-C847F89C0983}"/>
              </a:ext>
            </a:extLst>
          </p:cNvPr>
          <p:cNvSpPr txBox="1"/>
          <p:nvPr/>
        </p:nvSpPr>
        <p:spPr>
          <a:xfrm>
            <a:off x="648929" y="763699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dirty="0">
                <a:latin typeface="Fira Sans Black" panose="020B0A03050000020004" pitchFamily="34" charset="0"/>
              </a:rPr>
              <a:t>ATURAN EMAS </a:t>
            </a:r>
            <a:r>
              <a:rPr lang="en-ID" sz="3200" dirty="0">
                <a:solidFill>
                  <a:srgbClr val="3982E3"/>
                </a:solidFill>
                <a:latin typeface="Fira Sans Black" panose="020B0A03050000020004" pitchFamily="34" charset="0"/>
              </a:rPr>
              <a:t>#1 </a:t>
            </a:r>
          </a:p>
          <a:p>
            <a:r>
              <a:rPr lang="en-ID" sz="2400" b="1" dirty="0">
                <a:solidFill>
                  <a:srgbClr val="3982E3"/>
                </a:solidFill>
              </a:rPr>
              <a:t>JAGA DATA PRIBADI</a:t>
            </a:r>
          </a:p>
          <a:p>
            <a:endParaRPr lang="en-ID" dirty="0"/>
          </a:p>
        </p:txBody>
      </p:sp>
      <p:pic>
        <p:nvPicPr>
          <p:cNvPr id="5122" name="Picture 2" descr="Cek Pencetakan KTP - KECAMATAN SUKASARI">
            <a:extLst>
              <a:ext uri="{FF2B5EF4-FFF2-40B4-BE49-F238E27FC236}">
                <a16:creationId xmlns:a16="http://schemas.microsoft.com/office/drawing/2014/main" id="{46345D7E-C21E-ACE3-D1D7-23B7B841B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028" y="2434603"/>
            <a:ext cx="3250527" cy="1988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C4EDD6-604D-62B2-ABC6-8461A6F2C57A}"/>
              </a:ext>
            </a:extLst>
          </p:cNvPr>
          <p:cNvSpPr txBox="1"/>
          <p:nvPr/>
        </p:nvSpPr>
        <p:spPr>
          <a:xfrm>
            <a:off x="1355028" y="4480597"/>
            <a:ext cx="339212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JANGAN SEBAR :</a:t>
            </a:r>
          </a:p>
          <a:p>
            <a:r>
              <a:rPr lang="en-US" b="1" dirty="0" err="1">
                <a:solidFill>
                  <a:srgbClr val="3982E3"/>
                </a:solidFill>
              </a:rPr>
              <a:t>kartu</a:t>
            </a:r>
            <a:r>
              <a:rPr lang="en-US" b="1" dirty="0">
                <a:solidFill>
                  <a:srgbClr val="3982E3"/>
                </a:solidFill>
              </a:rPr>
              <a:t> </a:t>
            </a:r>
            <a:r>
              <a:rPr lang="en-US" b="1" dirty="0" err="1">
                <a:solidFill>
                  <a:srgbClr val="3982E3"/>
                </a:solidFill>
              </a:rPr>
              <a:t>Pengenal</a:t>
            </a:r>
            <a:r>
              <a:rPr lang="en-US" b="1" dirty="0">
                <a:solidFill>
                  <a:srgbClr val="3982E3"/>
                </a:solidFill>
              </a:rPr>
              <a:t>, NIK, Alamat, Foto KTP, Lokasi Rumah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b="1" dirty="0">
              <a:solidFill>
                <a:srgbClr val="3982E3"/>
              </a:solidFill>
            </a:endParaRPr>
          </a:p>
        </p:txBody>
      </p:sp>
      <p:pic>
        <p:nvPicPr>
          <p:cNvPr id="5124" name="Picture 4" descr="Euclidean Vector Smartphone Icon PNG">
            <a:extLst>
              <a:ext uri="{FF2B5EF4-FFF2-40B4-BE49-F238E27FC236}">
                <a16:creationId xmlns:a16="http://schemas.microsoft.com/office/drawing/2014/main" id="{AE298BE0-15EC-E790-0AA3-BE30C9C9A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7439" y1="15361" x2="40244" y2="16887"/>
                        <a14:foregroundMark x1="33659" y1="16378" x2="27439" y2="22584"/>
                        <a14:foregroundMark x1="27439" y1="22584" x2="26829" y2="24517"/>
                        <a14:foregroundMark x1="52439" y1="85046" x2="50122" y2="70397"/>
                        <a14:foregroundMark x1="50122" y1="70397" x2="50122" y2="70397"/>
                        <a14:foregroundMark x1="42561" y1="84741" x2="32073" y2="84028"/>
                        <a14:foregroundMark x1="32073" y1="84028" x2="29146" y2="80570"/>
                        <a14:foregroundMark x1="28537" y1="79552" x2="28659" y2="59817"/>
                        <a14:foregroundMark x1="67927" y1="82299" x2="70610" y2="59105"/>
                        <a14:foregroundMark x1="70610" y1="59105" x2="69024" y2="49746"/>
                        <a14:foregroundMark x1="69024" y1="49746" x2="69390" y2="57477"/>
                        <a14:foregroundMark x1="69634" y1="79451" x2="70488" y2="72024"/>
                        <a14:foregroundMark x1="70488" y1="72024" x2="69756" y2="69379"/>
                        <a14:foregroundMark x1="70610" y1="69990" x2="70488" y2="62360"/>
                        <a14:foregroundMark x1="39878" y1="84537" x2="63780" y2="84028"/>
                        <a14:foregroundMark x1="63780" y1="84028" x2="67073" y2="84028"/>
                        <a14:foregroundMark x1="29024" y1="19227" x2="27805" y2="31841"/>
                        <a14:foregroundMark x1="28537" y1="22075" x2="37317" y2="15768"/>
                        <a14:foregroundMark x1="37317" y1="15768" x2="67439" y2="18108"/>
                        <a14:foregroundMark x1="67439" y1="18108" x2="71098" y2="27772"/>
                        <a14:foregroundMark x1="70244" y1="18820" x2="70244" y2="27263"/>
                        <a14:foregroundMark x1="31220" y1="17904" x2="40732" y2="15158"/>
                        <a14:foregroundMark x1="40732" y1="15158" x2="61463" y2="16073"/>
                        <a14:foregroundMark x1="61463" y1="16073" x2="69878" y2="21363"/>
                        <a14:foregroundMark x1="69878" y1="21363" x2="70122" y2="22075"/>
                        <a14:foregroundMark x1="69756" y1="18922" x2="59634" y2="15565"/>
                        <a14:foregroundMark x1="59634" y1="15565" x2="55366" y2="16175"/>
                        <a14:foregroundMark x1="60366" y1="15361" x2="68415" y2="18616"/>
                        <a14:foregroundMark x1="68415" y1="18616" x2="63415" y2="15768"/>
                        <a14:foregroundMark x1="65244" y1="15666" x2="67683" y2="18515"/>
                        <a14:foregroundMark x1="36463" y1="15666" x2="28171" y2="19227"/>
                        <a14:foregroundMark x1="31829" y1="16785" x2="35610" y2="167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913" y="1839703"/>
            <a:ext cx="3482026" cy="417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F15F72-B2A4-FC36-CB18-710D6C9DA53C}"/>
              </a:ext>
            </a:extLst>
          </p:cNvPr>
          <p:cNvSpPr txBox="1"/>
          <p:nvPr/>
        </p:nvSpPr>
        <p:spPr>
          <a:xfrm>
            <a:off x="8055711" y="2726271"/>
            <a:ext cx="339212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LAKUKAN :</a:t>
            </a:r>
            <a:endParaRPr lang="en-US" b="1" dirty="0">
              <a:solidFill>
                <a:srgbClr val="3982E3"/>
              </a:solidFill>
              <a:latin typeface="Fira Sans Black" panose="020B0A030500000200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982E3"/>
                </a:solidFill>
              </a:rPr>
              <a:t>Gunakan</a:t>
            </a:r>
            <a:r>
              <a:rPr lang="en-US" b="1" dirty="0">
                <a:solidFill>
                  <a:srgbClr val="3982E3"/>
                </a:solidFill>
              </a:rPr>
              <a:t> Password </a:t>
            </a:r>
            <a:r>
              <a:rPr lang="en-US" b="1" dirty="0" err="1">
                <a:solidFill>
                  <a:srgbClr val="3982E3"/>
                </a:solidFill>
              </a:rPr>
              <a:t>kuat</a:t>
            </a:r>
            <a:r>
              <a:rPr lang="en-US" b="1" dirty="0">
                <a:solidFill>
                  <a:srgbClr val="3982E3"/>
                </a:solidFill>
              </a:rPr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982E3"/>
                </a:solidFill>
              </a:rPr>
              <a:t>Ganti Password </a:t>
            </a:r>
            <a:r>
              <a:rPr lang="en-US" b="1" dirty="0" err="1">
                <a:solidFill>
                  <a:srgbClr val="3982E3"/>
                </a:solidFill>
              </a:rPr>
              <a:t>berkala</a:t>
            </a:r>
            <a:endParaRPr lang="en-US" b="1" dirty="0">
              <a:solidFill>
                <a:srgbClr val="3982E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982E3"/>
                </a:solidFill>
              </a:rPr>
              <a:t>Aktifkan</a:t>
            </a:r>
            <a:r>
              <a:rPr lang="en-US" b="1" dirty="0">
                <a:solidFill>
                  <a:srgbClr val="3982E3"/>
                </a:solidFill>
              </a:rPr>
              <a:t> 2FA,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982E3"/>
                </a:solidFill>
              </a:rPr>
              <a:t>Update Rutin 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982E3"/>
                </a:solidFill>
              </a:rPr>
              <a:t>check </a:t>
            </a:r>
            <a:r>
              <a:rPr lang="en-US" b="1" dirty="0" err="1">
                <a:solidFill>
                  <a:srgbClr val="3982E3"/>
                </a:solidFill>
              </a:rPr>
              <a:t>pengaturan</a:t>
            </a:r>
            <a:r>
              <a:rPr lang="en-US" b="1" dirty="0">
                <a:solidFill>
                  <a:srgbClr val="3982E3"/>
                </a:solidFill>
              </a:rPr>
              <a:t> </a:t>
            </a:r>
            <a:r>
              <a:rPr lang="en-US" b="1" dirty="0" err="1">
                <a:solidFill>
                  <a:srgbClr val="3982E3"/>
                </a:solidFill>
              </a:rPr>
              <a:t>privasi</a:t>
            </a:r>
            <a:endParaRPr lang="en-US" b="1" dirty="0">
              <a:solidFill>
                <a:srgbClr val="3982E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982E3"/>
                </a:solidFill>
              </a:rPr>
              <a:t>Seleksi</a:t>
            </a:r>
            <a:r>
              <a:rPr lang="en-US" b="1" dirty="0">
                <a:solidFill>
                  <a:srgbClr val="3982E3"/>
                </a:solidFill>
              </a:rPr>
              <a:t> </a:t>
            </a:r>
            <a:r>
              <a:rPr lang="en-US" b="1" dirty="0" err="1">
                <a:solidFill>
                  <a:srgbClr val="3982E3"/>
                </a:solidFill>
              </a:rPr>
              <a:t>cilcle</a:t>
            </a:r>
            <a:r>
              <a:rPr lang="en-US" b="1" dirty="0">
                <a:solidFill>
                  <a:srgbClr val="3982E3"/>
                </a:solidFill>
              </a:rPr>
              <a:t> </a:t>
            </a:r>
            <a:r>
              <a:rPr lang="en-US" b="1" dirty="0" err="1">
                <a:solidFill>
                  <a:srgbClr val="3982E3"/>
                </a:solidFill>
              </a:rPr>
              <a:t>pertemanan</a:t>
            </a:r>
            <a:endParaRPr lang="en-US" b="1" dirty="0">
              <a:solidFill>
                <a:srgbClr val="3982E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982E3"/>
                </a:solidFill>
              </a:rPr>
              <a:t>Bijak install </a:t>
            </a:r>
            <a:r>
              <a:rPr lang="en-US" b="1" dirty="0" err="1">
                <a:solidFill>
                  <a:srgbClr val="3982E3"/>
                </a:solidFill>
              </a:rPr>
              <a:t>Aplikasi</a:t>
            </a:r>
            <a:r>
              <a:rPr lang="en-US" b="1" dirty="0">
                <a:solidFill>
                  <a:srgbClr val="3982E3"/>
                </a:solidFill>
              </a:rPr>
              <a:t>/Fitur</a:t>
            </a:r>
            <a:endParaRPr lang="en-ID" b="1" dirty="0">
              <a:solidFill>
                <a:srgbClr val="3982E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685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1D8C2-19C0-4C7A-5BC4-620767041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629E1C7-432B-134C-5C1B-5FDEC9DB0F8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D10486-3415-8223-ADD5-5D8F899D7112}"/>
              </a:ext>
            </a:extLst>
          </p:cNvPr>
          <p:cNvSpPr txBox="1"/>
          <p:nvPr/>
        </p:nvSpPr>
        <p:spPr>
          <a:xfrm>
            <a:off x="648929" y="763699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dirty="0">
                <a:latin typeface="Fira Sans Black" panose="020B0A03050000020004" pitchFamily="34" charset="0"/>
              </a:rPr>
              <a:t>ATURAN EMAS </a:t>
            </a:r>
            <a:r>
              <a:rPr lang="en-ID" sz="3200" dirty="0">
                <a:solidFill>
                  <a:srgbClr val="3982E3"/>
                </a:solidFill>
                <a:latin typeface="Fira Sans Black" panose="020B0A03050000020004" pitchFamily="34" charset="0"/>
              </a:rPr>
              <a:t>#2</a:t>
            </a:r>
            <a:r>
              <a:rPr lang="en-ID" sz="3200" dirty="0">
                <a:latin typeface="Fira Sans Black" panose="020B0A03050000020004" pitchFamily="34" charset="0"/>
              </a:rPr>
              <a:t> </a:t>
            </a:r>
          </a:p>
          <a:p>
            <a:r>
              <a:rPr lang="en-ID" sz="2400" b="1" dirty="0">
                <a:solidFill>
                  <a:srgbClr val="3982E3"/>
                </a:solidFill>
              </a:rPr>
              <a:t>Lawan HOAX</a:t>
            </a:r>
          </a:p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738D6-3CE9-D551-6727-E2271A527F85}"/>
              </a:ext>
            </a:extLst>
          </p:cNvPr>
          <p:cNvSpPr txBox="1"/>
          <p:nvPr/>
        </p:nvSpPr>
        <p:spPr>
          <a:xfrm>
            <a:off x="6907266" y="2611678"/>
            <a:ext cx="49056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 err="1">
                <a:solidFill>
                  <a:srgbClr val="3982E3"/>
                </a:solidFill>
              </a:rPr>
              <a:t>Sebelum</a:t>
            </a:r>
            <a:r>
              <a:rPr lang="en-ID" sz="2400" b="1" dirty="0">
                <a:solidFill>
                  <a:srgbClr val="3982E3"/>
                </a:solidFill>
              </a:rPr>
              <a:t> share, </a:t>
            </a:r>
            <a:r>
              <a:rPr lang="en-ID" sz="2400" b="1" dirty="0" err="1">
                <a:solidFill>
                  <a:srgbClr val="3982E3"/>
                </a:solidFill>
              </a:rPr>
              <a:t>pakai</a:t>
            </a:r>
            <a:r>
              <a:rPr lang="en-ID" sz="2400" b="1" dirty="0">
                <a:solidFill>
                  <a:srgbClr val="3982E3"/>
                </a:solidFill>
              </a:rPr>
              <a:t> </a:t>
            </a:r>
            <a:r>
              <a:rPr lang="en-ID" sz="2400" b="1" dirty="0" err="1">
                <a:solidFill>
                  <a:srgbClr val="3982E3"/>
                </a:solidFill>
              </a:rPr>
              <a:t>rumus</a:t>
            </a:r>
            <a:r>
              <a:rPr lang="en-ID" sz="2400" b="1" dirty="0">
                <a:solidFill>
                  <a:srgbClr val="3982E3"/>
                </a:solidFill>
              </a:rPr>
              <a:t> C.E.K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Cari </a:t>
            </a:r>
            <a:r>
              <a:rPr lang="en-ID" sz="2400" b="1" dirty="0" err="1">
                <a:solidFill>
                  <a:srgbClr val="3982E3"/>
                </a:solidFill>
              </a:rPr>
              <a:t>Sumbernya</a:t>
            </a:r>
            <a:r>
              <a:rPr lang="en-ID" sz="2400" b="1" dirty="0">
                <a:solidFill>
                  <a:srgbClr val="3982E3"/>
                </a:solidFill>
              </a:rPr>
              <a:t> – </a:t>
            </a:r>
            <a:br>
              <a:rPr lang="en-ID" sz="2400" b="1" dirty="0">
                <a:solidFill>
                  <a:srgbClr val="3982E3"/>
                </a:solidFill>
              </a:rPr>
            </a:br>
            <a:r>
              <a:rPr lang="en-ID" sz="2400" b="1" dirty="0">
                <a:solidFill>
                  <a:srgbClr val="3982E3"/>
                </a:solidFill>
              </a:rPr>
              <a:t>Dari media </a:t>
            </a:r>
            <a:r>
              <a:rPr lang="en-ID" sz="2400" b="1" dirty="0" err="1">
                <a:solidFill>
                  <a:srgbClr val="3982E3"/>
                </a:solidFill>
              </a:rPr>
              <a:t>terpercaya</a:t>
            </a:r>
            <a:r>
              <a:rPr lang="en-ID" sz="2400" b="1" dirty="0">
                <a:solidFill>
                  <a:srgbClr val="3982E3"/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Edit </a:t>
            </a:r>
            <a:r>
              <a:rPr lang="en-ID" sz="2400" b="1" dirty="0">
                <a:solidFill>
                  <a:srgbClr val="3982E3"/>
                </a:solidFill>
              </a:rPr>
              <a:t>/ Edit-an AI? – </a:t>
            </a:r>
            <a:br>
              <a:rPr lang="en-ID" sz="2400" b="1" dirty="0">
                <a:solidFill>
                  <a:srgbClr val="3982E3"/>
                </a:solidFill>
              </a:rPr>
            </a:br>
            <a:r>
              <a:rPr lang="en-ID" sz="2400" b="1" dirty="0">
                <a:solidFill>
                  <a:srgbClr val="3982E3"/>
                </a:solidFill>
              </a:rPr>
              <a:t>Cek </a:t>
            </a:r>
            <a:r>
              <a:rPr lang="en-ID" sz="2400" b="1" dirty="0" err="1">
                <a:solidFill>
                  <a:srgbClr val="3982E3"/>
                </a:solidFill>
              </a:rPr>
              <a:t>foto</a:t>
            </a:r>
            <a:r>
              <a:rPr lang="en-ID" sz="2400" b="1" dirty="0">
                <a:solidFill>
                  <a:srgbClr val="3982E3"/>
                </a:solidFill>
              </a:rPr>
              <a:t> &amp; </a:t>
            </a:r>
            <a:r>
              <a:rPr lang="en-ID" sz="2400" b="1" dirty="0" err="1">
                <a:solidFill>
                  <a:srgbClr val="3982E3"/>
                </a:solidFill>
              </a:rPr>
              <a:t>videonya</a:t>
            </a:r>
            <a:endParaRPr lang="en-ID" sz="2400" b="1" dirty="0">
              <a:solidFill>
                <a:srgbClr val="3982E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Konfirmasi</a:t>
            </a:r>
            <a:r>
              <a:rPr lang="en-ID" sz="24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</a:t>
            </a:r>
            <a:r>
              <a:rPr lang="en-ID" sz="2400" b="1" dirty="0">
                <a:solidFill>
                  <a:srgbClr val="3982E3"/>
                </a:solidFill>
              </a:rPr>
              <a:t>– </a:t>
            </a:r>
            <a:br>
              <a:rPr lang="en-ID" sz="2400" b="1" dirty="0">
                <a:solidFill>
                  <a:srgbClr val="3982E3"/>
                </a:solidFill>
              </a:rPr>
            </a:br>
            <a:r>
              <a:rPr lang="en-ID" sz="2400" b="1" dirty="0">
                <a:solidFill>
                  <a:srgbClr val="3982E3"/>
                </a:solidFill>
              </a:rPr>
              <a:t>Tanya </a:t>
            </a:r>
            <a:r>
              <a:rPr lang="en-ID" sz="2400" b="1" dirty="0" err="1">
                <a:solidFill>
                  <a:srgbClr val="3982E3"/>
                </a:solidFill>
              </a:rPr>
              <a:t>ke</a:t>
            </a:r>
            <a:r>
              <a:rPr lang="en-ID" sz="2400" b="1" dirty="0">
                <a:solidFill>
                  <a:srgbClr val="3982E3"/>
                </a:solidFill>
              </a:rPr>
              <a:t> </a:t>
            </a:r>
            <a:r>
              <a:rPr lang="en-ID" sz="2400" b="1" dirty="0" err="1">
                <a:solidFill>
                  <a:srgbClr val="3982E3"/>
                </a:solidFill>
              </a:rPr>
              <a:t>Kominfo</a:t>
            </a:r>
            <a:r>
              <a:rPr lang="en-ID" sz="2400" b="1" dirty="0">
                <a:solidFill>
                  <a:srgbClr val="3982E3"/>
                </a:solidFill>
              </a:rPr>
              <a:t> / CekFakta.com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BF1B87-C5D9-6F5C-7D72-77C73A8832F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1445" y="1720185"/>
            <a:ext cx="6405821" cy="426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98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98BA9-8C41-7AA7-8380-11A8DBE9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DF8BA8E-A86A-EFDC-773E-5DB64F71EAE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48D86F-FA0F-1ACD-B9CD-F64B5FEF7356}"/>
              </a:ext>
            </a:extLst>
          </p:cNvPr>
          <p:cNvSpPr txBox="1"/>
          <p:nvPr/>
        </p:nvSpPr>
        <p:spPr>
          <a:xfrm>
            <a:off x="648929" y="763699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dirty="0">
                <a:latin typeface="Fira Sans Black" panose="020B0A03050000020004" pitchFamily="34" charset="0"/>
              </a:rPr>
              <a:t>ATURAN EMAS </a:t>
            </a:r>
            <a:r>
              <a:rPr lang="en-ID" sz="3200" dirty="0">
                <a:solidFill>
                  <a:srgbClr val="3982E3"/>
                </a:solidFill>
                <a:latin typeface="Fira Sans Black" panose="020B0A03050000020004" pitchFamily="34" charset="0"/>
              </a:rPr>
              <a:t>#3</a:t>
            </a:r>
            <a:r>
              <a:rPr lang="en-ID" sz="3200" dirty="0">
                <a:latin typeface="Fira Sans Black" panose="020B0A03050000020004" pitchFamily="34" charset="0"/>
              </a:rPr>
              <a:t> </a:t>
            </a:r>
          </a:p>
          <a:p>
            <a:r>
              <a:rPr lang="en-ID" sz="2400" b="1" dirty="0">
                <a:solidFill>
                  <a:srgbClr val="3982E3"/>
                </a:solidFill>
              </a:rPr>
              <a:t>Sopan di Dunia Maya</a:t>
            </a:r>
          </a:p>
          <a:p>
            <a:endParaRPr lang="en-ID" dirty="0"/>
          </a:p>
        </p:txBody>
      </p:sp>
      <p:pic>
        <p:nvPicPr>
          <p:cNvPr id="7170" name="Picture 2" descr="Social Media Like Icon Stock Illustrations – 84,914 Social Media Like Icon  Stock Illustrations, Vectors &amp; Clipart - Dreamstime">
            <a:extLst>
              <a:ext uri="{FF2B5EF4-FFF2-40B4-BE49-F238E27FC236}">
                <a16:creationId xmlns:a16="http://schemas.microsoft.com/office/drawing/2014/main" id="{D6D17C2B-FA17-4F7B-4F6D-FF398FF65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51" y="1838632"/>
            <a:ext cx="5532600" cy="4350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1F01B5-E75F-9ED2-C466-3CE7FFEA65C6}"/>
              </a:ext>
            </a:extLst>
          </p:cNvPr>
          <p:cNvSpPr txBox="1"/>
          <p:nvPr/>
        </p:nvSpPr>
        <p:spPr>
          <a:xfrm>
            <a:off x="5728425" y="1473048"/>
            <a:ext cx="492563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Fira Sans Black" panose="020B0A03050000020004" pitchFamily="34" charset="0"/>
              </a:rPr>
              <a:t>Pemahaman</a:t>
            </a:r>
            <a:r>
              <a:rPr lang="en-US" sz="2400" b="1" dirty="0">
                <a:latin typeface="Fira Sans Black" panose="020B0A03050000020004" pitchFamily="34" charset="0"/>
              </a:rPr>
              <a:t> </a:t>
            </a:r>
            <a:r>
              <a:rPr lang="en-US" sz="2400" b="1" dirty="0" err="1">
                <a:latin typeface="Fira Sans Black" panose="020B0A03050000020004" pitchFamily="34" charset="0"/>
              </a:rPr>
              <a:t>pengimplementasian</a:t>
            </a:r>
            <a:r>
              <a:rPr lang="en-US" sz="2400" b="1" dirty="0">
                <a:latin typeface="Fira Sans Black" panose="020B0A03050000020004" pitchFamily="34" charset="0"/>
              </a:rPr>
              <a:t> NETIKED</a:t>
            </a:r>
          </a:p>
          <a:p>
            <a:endParaRPr lang="en-US" sz="1100" b="1" dirty="0">
              <a:latin typeface="Fira Sans Black" panose="020B0A030500000200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 err="1">
                <a:latin typeface="Fira Sans Black" panose="020B0A03050000020004" pitchFamily="34" charset="0"/>
              </a:rPr>
              <a:t>Penguasaan</a:t>
            </a:r>
            <a:r>
              <a:rPr lang="en-ID" sz="2400" b="1" dirty="0">
                <a:latin typeface="Fira Sans Black" panose="020B0A03050000020004" pitchFamily="34" charset="0"/>
              </a:rPr>
              <a:t> proses </a:t>
            </a:r>
            <a:r>
              <a:rPr lang="en-ID" sz="2400" b="1" dirty="0" err="1">
                <a:latin typeface="Fira Sans Black" panose="020B0A03050000020004" pitchFamily="34" charset="0"/>
              </a:rPr>
              <a:t>seleksi</a:t>
            </a:r>
            <a:r>
              <a:rPr lang="en-ID" sz="2400" b="1" dirty="0">
                <a:latin typeface="Fira Sans Black" panose="020B0A03050000020004" pitchFamily="34" charset="0"/>
              </a:rPr>
              <a:t> &amp; Analisa </a:t>
            </a:r>
            <a:r>
              <a:rPr lang="en-ID" sz="2400" b="1" dirty="0" err="1">
                <a:latin typeface="Fira Sans Black" panose="020B0A03050000020004" pitchFamily="34" charset="0"/>
              </a:rPr>
              <a:t>Informasi</a:t>
            </a:r>
            <a:endParaRPr lang="en-ID" sz="2400" b="1" dirty="0">
              <a:latin typeface="Fira Sans Black" panose="020B0A03050000020004" pitchFamily="34" charset="0"/>
            </a:endParaRPr>
          </a:p>
          <a:p>
            <a:endParaRPr lang="en-ID" sz="1200" b="1" dirty="0">
              <a:latin typeface="Fira Sans Black" panose="020B0A030500000200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 err="1">
                <a:latin typeface="Fira Sans Black" panose="020B0A03050000020004" pitchFamily="34" charset="0"/>
              </a:rPr>
              <a:t>Kemampuan</a:t>
            </a:r>
            <a:r>
              <a:rPr lang="en-ID" sz="2400" b="1" dirty="0">
                <a:latin typeface="Fira Sans Black" panose="020B0A03050000020004" pitchFamily="34" charset="0"/>
              </a:rPr>
              <a:t> </a:t>
            </a:r>
            <a:r>
              <a:rPr lang="en-ID" sz="2400" b="1" dirty="0" err="1">
                <a:latin typeface="Fira Sans Black" panose="020B0A03050000020004" pitchFamily="34" charset="0"/>
              </a:rPr>
              <a:t>membentengi</a:t>
            </a:r>
            <a:r>
              <a:rPr lang="en-ID" sz="2400" b="1" dirty="0">
                <a:latin typeface="Fira Sans Black" panose="020B0A03050000020004" pitchFamily="34" charset="0"/>
              </a:rPr>
              <a:t> </a:t>
            </a:r>
            <a:r>
              <a:rPr lang="en-ID" sz="2400" b="1" dirty="0" err="1">
                <a:latin typeface="Fira Sans Black" panose="020B0A03050000020004" pitchFamily="34" charset="0"/>
              </a:rPr>
              <a:t>diri</a:t>
            </a:r>
            <a:r>
              <a:rPr lang="en-ID" sz="2400" b="1" dirty="0">
                <a:latin typeface="Fira Sans Black" panose="020B0A03050000020004" pitchFamily="34" charset="0"/>
              </a:rPr>
              <a:t> </a:t>
            </a:r>
            <a:r>
              <a:rPr lang="en-ID" sz="2400" b="1" dirty="0" err="1">
                <a:latin typeface="Fira Sans Black" panose="020B0A03050000020004" pitchFamily="34" charset="0"/>
              </a:rPr>
              <a:t>atas</a:t>
            </a:r>
            <a:r>
              <a:rPr lang="en-ID" sz="2400" b="1" dirty="0">
                <a:latin typeface="Fira Sans Black" panose="020B0A03050000020004" pitchFamily="34" charset="0"/>
              </a:rPr>
              <a:t> </a:t>
            </a:r>
            <a:r>
              <a:rPr lang="en-ID" sz="2400" b="1" dirty="0" err="1">
                <a:latin typeface="Fira Sans Black" panose="020B0A03050000020004" pitchFamily="34" charset="0"/>
              </a:rPr>
              <a:t>dampak</a:t>
            </a:r>
            <a:r>
              <a:rPr lang="en-ID" sz="2400" b="1" dirty="0">
                <a:latin typeface="Fira Sans Black" panose="020B0A03050000020004" pitchFamily="34" charset="0"/>
              </a:rPr>
              <a:t> </a:t>
            </a:r>
            <a:r>
              <a:rPr lang="en-ID" sz="2400" b="1" dirty="0" err="1">
                <a:latin typeface="Fira Sans Black" panose="020B0A03050000020004" pitchFamily="34" charset="0"/>
              </a:rPr>
              <a:t>Negatif</a:t>
            </a:r>
            <a:endParaRPr lang="en-ID" sz="2400" b="1" dirty="0">
              <a:latin typeface="Fira Sans Black" panose="020B0A03050000020004" pitchFamily="34" charset="0"/>
            </a:endParaRPr>
          </a:p>
          <a:p>
            <a:endParaRPr lang="en-ID" sz="1100" b="1" dirty="0">
              <a:latin typeface="Fira Sans Black" panose="020B0A030500000200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 err="1">
                <a:latin typeface="Fira Sans Black" panose="020B0A03050000020004" pitchFamily="34" charset="0"/>
              </a:rPr>
              <a:t>Pemahaman</a:t>
            </a:r>
            <a:r>
              <a:rPr lang="en-ID" sz="2400" b="1" dirty="0">
                <a:latin typeface="Fira Sans Black" panose="020B0A03050000020004" pitchFamily="34" charset="0"/>
              </a:rPr>
              <a:t> proses </a:t>
            </a:r>
            <a:r>
              <a:rPr lang="en-ID" sz="2400" b="1" dirty="0" err="1">
                <a:latin typeface="Fira Sans Black" panose="020B0A03050000020004" pitchFamily="34" charset="0"/>
              </a:rPr>
              <a:t>produksi</a:t>
            </a:r>
            <a:r>
              <a:rPr lang="en-ID" sz="2400" b="1" dirty="0">
                <a:latin typeface="Fira Sans Black" panose="020B0A03050000020004" pitchFamily="34" charset="0"/>
              </a:rPr>
              <a:t> &amp; </a:t>
            </a:r>
            <a:r>
              <a:rPr lang="en-ID" sz="2400" b="1" dirty="0" err="1">
                <a:latin typeface="Fira Sans Black" panose="020B0A03050000020004" pitchFamily="34" charset="0"/>
              </a:rPr>
              <a:t>distribusi</a:t>
            </a:r>
            <a:r>
              <a:rPr lang="en-ID" sz="2400" b="1" dirty="0">
                <a:latin typeface="Fira Sans Black" panose="020B0A03050000020004" pitchFamily="34" charset="0"/>
              </a:rPr>
              <a:t> </a:t>
            </a:r>
            <a:r>
              <a:rPr lang="en-ID" sz="2400" b="1" dirty="0" err="1">
                <a:latin typeface="Fira Sans Black" panose="020B0A03050000020004" pitchFamily="34" charset="0"/>
              </a:rPr>
              <a:t>Konten</a:t>
            </a:r>
            <a:endParaRPr lang="en-ID" sz="2400" b="1" dirty="0">
              <a:latin typeface="Fira Sans Black" panose="020B0A03050000020004" pitchFamily="34" charset="0"/>
            </a:endParaRPr>
          </a:p>
          <a:p>
            <a:endParaRPr lang="en-ID" sz="1200" b="1" dirty="0">
              <a:latin typeface="Fira Sans Black" panose="020B0A030500000200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 err="1">
                <a:latin typeface="Fira Sans Black" panose="020B0A03050000020004" pitchFamily="34" charset="0"/>
              </a:rPr>
              <a:t>Kemampuan</a:t>
            </a:r>
            <a:r>
              <a:rPr lang="en-ID" sz="2400" b="1" dirty="0">
                <a:latin typeface="Fira Sans Black" panose="020B0A03050000020004" pitchFamily="34" charset="0"/>
              </a:rPr>
              <a:t> </a:t>
            </a:r>
            <a:r>
              <a:rPr lang="en-ID" sz="2400" b="1" dirty="0" err="1">
                <a:latin typeface="Fira Sans Black" panose="020B0A03050000020004" pitchFamily="34" charset="0"/>
              </a:rPr>
              <a:t>membangun</a:t>
            </a:r>
            <a:r>
              <a:rPr lang="en-ID" sz="2400" b="1" dirty="0">
                <a:latin typeface="Fira Sans Black" panose="020B0A03050000020004" pitchFamily="34" charset="0"/>
              </a:rPr>
              <a:t> </a:t>
            </a:r>
            <a:r>
              <a:rPr lang="en-ID" sz="2400" b="1" dirty="0" err="1">
                <a:latin typeface="Fira Sans Black" panose="020B0A03050000020004" pitchFamily="34" charset="0"/>
              </a:rPr>
              <a:t>kolabarasi</a:t>
            </a:r>
            <a:r>
              <a:rPr lang="en-ID" sz="2400" b="1" dirty="0">
                <a:latin typeface="Fira Sans Black" panose="020B0A03050000020004" pitchFamily="34" charset="0"/>
              </a:rPr>
              <a:t> </a:t>
            </a:r>
            <a:r>
              <a:rPr lang="en-ID" sz="2400" b="1" dirty="0" err="1">
                <a:latin typeface="Fira Sans Black" panose="020B0A03050000020004" pitchFamily="34" charset="0"/>
              </a:rPr>
              <a:t>dalam</a:t>
            </a:r>
            <a:r>
              <a:rPr lang="en-ID" sz="2400" b="1" dirty="0">
                <a:latin typeface="Fira Sans Black" panose="020B0A03050000020004" pitchFamily="34" charset="0"/>
              </a:rPr>
              <a:t> </a:t>
            </a:r>
            <a:r>
              <a:rPr lang="en-ID" sz="2400" b="1" dirty="0" err="1">
                <a:latin typeface="Fira Sans Black" panose="020B0A03050000020004" pitchFamily="34" charset="0"/>
              </a:rPr>
              <a:t>berjejaring</a:t>
            </a:r>
            <a:endParaRPr lang="en-ID" sz="2400" b="1" dirty="0">
              <a:latin typeface="Fira Sans Black" panose="020B0A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191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0AA20-1D41-1FE7-6A71-990B63BA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0AF2D84-3390-4E4A-385F-FDE0C5FF3C2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72F322-6D3D-680F-2DE0-B837BC654A40}"/>
              </a:ext>
            </a:extLst>
          </p:cNvPr>
          <p:cNvSpPr txBox="1"/>
          <p:nvPr/>
        </p:nvSpPr>
        <p:spPr>
          <a:xfrm>
            <a:off x="648929" y="763699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dirty="0">
                <a:latin typeface="Fira Sans Black" panose="020B0A03050000020004" pitchFamily="34" charset="0"/>
              </a:rPr>
              <a:t>ATURAN EMAS </a:t>
            </a:r>
            <a:r>
              <a:rPr lang="en-ID" sz="3200" dirty="0">
                <a:solidFill>
                  <a:srgbClr val="3982E3"/>
                </a:solidFill>
                <a:latin typeface="Fira Sans Black" panose="020B0A03050000020004" pitchFamily="34" charset="0"/>
              </a:rPr>
              <a:t>#4</a:t>
            </a:r>
            <a:r>
              <a:rPr lang="en-ID" sz="3200" dirty="0">
                <a:latin typeface="Fira Sans Black" panose="020B0A03050000020004" pitchFamily="34" charset="0"/>
              </a:rPr>
              <a:t> </a:t>
            </a:r>
          </a:p>
          <a:p>
            <a:r>
              <a:rPr lang="en-ID" sz="2400" b="1" dirty="0">
                <a:solidFill>
                  <a:srgbClr val="3982E3"/>
                </a:solidFill>
              </a:rPr>
              <a:t>Cerdas di Dunia Maya</a:t>
            </a:r>
          </a:p>
          <a:p>
            <a:endParaRPr lang="en-ID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EB8AE8-A892-2B23-DC40-FDDD3E43F8A5}"/>
              </a:ext>
            </a:extLst>
          </p:cNvPr>
          <p:cNvSpPr txBox="1"/>
          <p:nvPr/>
        </p:nvSpPr>
        <p:spPr>
          <a:xfrm>
            <a:off x="7830397" y="1303755"/>
            <a:ext cx="32218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Bentangan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fitur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digital,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merupakan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ecosystem technology yang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bermanfaat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berupa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perangkat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keras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perangkat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lunak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dan platform digital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839BBD-FC6B-74B3-3F31-CCF3BB80B1BE}"/>
              </a:ext>
            </a:extLst>
          </p:cNvPr>
          <p:cNvSpPr txBox="1"/>
          <p:nvPr/>
        </p:nvSpPr>
        <p:spPr>
          <a:xfrm>
            <a:off x="8991289" y="2299321"/>
            <a:ext cx="22266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Mesin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pencari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informasi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, tip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memilah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informasi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pemanfaatan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informasi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, HOAX,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berkaitan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Netiked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Budaya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Digital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4811E-1669-261A-3C7B-D0B1C4F98EFC}"/>
              </a:ext>
            </a:extLst>
          </p:cNvPr>
          <p:cNvSpPr txBox="1"/>
          <p:nvPr/>
        </p:nvSpPr>
        <p:spPr>
          <a:xfrm>
            <a:off x="8992616" y="3712892"/>
            <a:ext cx="22266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Pengenalan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trend  Platform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percakapan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berkaitan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penguasaan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Netiked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Budaya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Digital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serta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UU ITE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9E207B-B15C-A918-275A-599CF19D013E}"/>
              </a:ext>
            </a:extLst>
          </p:cNvPr>
          <p:cNvSpPr txBox="1"/>
          <p:nvPr/>
        </p:nvSpPr>
        <p:spPr>
          <a:xfrm>
            <a:off x="7766088" y="4930213"/>
            <a:ext cx="3477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Pengenalan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Platform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pembayaran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digital,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ecommers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serta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berkaitan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Netiked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Budaya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Digital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dalam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bertransaksi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8F678300-3A23-07AC-A9A4-E3BAE1126E44}"/>
              </a:ext>
            </a:extLst>
          </p:cNvPr>
          <p:cNvSpPr/>
          <p:nvPr/>
        </p:nvSpPr>
        <p:spPr>
          <a:xfrm>
            <a:off x="6251766" y="2820882"/>
            <a:ext cx="1578631" cy="1404257"/>
          </a:xfrm>
          <a:prstGeom prst="hexag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0693A5-D5EE-18C2-72E5-6ABB708FE7A0}"/>
              </a:ext>
            </a:extLst>
          </p:cNvPr>
          <p:cNvSpPr txBox="1"/>
          <p:nvPr/>
        </p:nvSpPr>
        <p:spPr>
          <a:xfrm>
            <a:off x="6579033" y="3048478"/>
            <a:ext cx="945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CAKAP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434C78-9732-60BD-3C86-AE660303B6D1}"/>
              </a:ext>
            </a:extLst>
          </p:cNvPr>
          <p:cNvSpPr txBox="1"/>
          <p:nvPr/>
        </p:nvSpPr>
        <p:spPr>
          <a:xfrm>
            <a:off x="6432852" y="3331511"/>
            <a:ext cx="1269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BERMEDIA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DAA6E4-E608-85AC-4496-0AD834B47498}"/>
              </a:ext>
            </a:extLst>
          </p:cNvPr>
          <p:cNvSpPr txBox="1"/>
          <p:nvPr/>
        </p:nvSpPr>
        <p:spPr>
          <a:xfrm>
            <a:off x="6599301" y="3642537"/>
            <a:ext cx="945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DIGITAL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0D42BA56-5126-B361-DA9E-842AD86655E4}"/>
              </a:ext>
            </a:extLst>
          </p:cNvPr>
          <p:cNvSpPr/>
          <p:nvPr/>
        </p:nvSpPr>
        <p:spPr>
          <a:xfrm>
            <a:off x="6376067" y="1534295"/>
            <a:ext cx="1326699" cy="1126816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B10087-62C1-900E-3431-E06D5C71FD12}"/>
              </a:ext>
            </a:extLst>
          </p:cNvPr>
          <p:cNvSpPr txBox="1"/>
          <p:nvPr/>
        </p:nvSpPr>
        <p:spPr>
          <a:xfrm>
            <a:off x="6593935" y="2003922"/>
            <a:ext cx="945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DIGITAL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8F53789C-AB12-2D3B-910C-5C155A54DA49}"/>
              </a:ext>
            </a:extLst>
          </p:cNvPr>
          <p:cNvSpPr/>
          <p:nvPr/>
        </p:nvSpPr>
        <p:spPr>
          <a:xfrm>
            <a:off x="7614845" y="2264879"/>
            <a:ext cx="1326699" cy="1126816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68DB21-FADD-B28B-A057-D4F2EF1D9AA5}"/>
              </a:ext>
            </a:extLst>
          </p:cNvPr>
          <p:cNvSpPr txBox="1"/>
          <p:nvPr/>
        </p:nvSpPr>
        <p:spPr>
          <a:xfrm>
            <a:off x="6426628" y="1776403"/>
            <a:ext cx="121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LANSCAPE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010B0D-E20E-92A0-7CA5-FB94765B5ACC}"/>
              </a:ext>
            </a:extLst>
          </p:cNvPr>
          <p:cNvSpPr txBox="1"/>
          <p:nvPr/>
        </p:nvSpPr>
        <p:spPr>
          <a:xfrm>
            <a:off x="7694084" y="2358201"/>
            <a:ext cx="121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Mesin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7C2F8D-E65C-FDB6-6659-588302D2D07F}"/>
              </a:ext>
            </a:extLst>
          </p:cNvPr>
          <p:cNvSpPr txBox="1"/>
          <p:nvPr/>
        </p:nvSpPr>
        <p:spPr>
          <a:xfrm>
            <a:off x="7697193" y="2585245"/>
            <a:ext cx="121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Pencari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CCCF39-85B0-52AB-07D2-F3149F24B783}"/>
              </a:ext>
            </a:extLst>
          </p:cNvPr>
          <p:cNvSpPr txBox="1"/>
          <p:nvPr/>
        </p:nvSpPr>
        <p:spPr>
          <a:xfrm>
            <a:off x="7700303" y="2802960"/>
            <a:ext cx="121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Informasi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4CC34128-D1A2-D562-6977-E615E37663D8}"/>
              </a:ext>
            </a:extLst>
          </p:cNvPr>
          <p:cNvSpPr/>
          <p:nvPr/>
        </p:nvSpPr>
        <p:spPr>
          <a:xfrm>
            <a:off x="7590762" y="3659651"/>
            <a:ext cx="1326699" cy="1126816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1A53BB-CB3D-9417-08DC-B957E41C6971}"/>
              </a:ext>
            </a:extLst>
          </p:cNvPr>
          <p:cNvSpPr txBox="1"/>
          <p:nvPr/>
        </p:nvSpPr>
        <p:spPr>
          <a:xfrm>
            <a:off x="7660670" y="3687656"/>
            <a:ext cx="121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</a:rPr>
              <a:t>Aplikasi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C428B9-9CDA-06F6-4286-A064C3515544}"/>
              </a:ext>
            </a:extLst>
          </p:cNvPr>
          <p:cNvSpPr txBox="1"/>
          <p:nvPr/>
        </p:nvSpPr>
        <p:spPr>
          <a:xfrm>
            <a:off x="7673110" y="3905369"/>
            <a:ext cx="121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</a:rPr>
              <a:t>Percakapan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769ADD-A2BE-DB82-62A3-3D3F2205708A}"/>
              </a:ext>
            </a:extLst>
          </p:cNvPr>
          <p:cNvSpPr txBox="1"/>
          <p:nvPr/>
        </p:nvSpPr>
        <p:spPr>
          <a:xfrm>
            <a:off x="7685545" y="4104424"/>
            <a:ext cx="121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dan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2B736-2CE8-8D98-5B11-FD36AA029FB9}"/>
              </a:ext>
            </a:extLst>
          </p:cNvPr>
          <p:cNvSpPr txBox="1"/>
          <p:nvPr/>
        </p:nvSpPr>
        <p:spPr>
          <a:xfrm>
            <a:off x="7685547" y="4300367"/>
            <a:ext cx="121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Media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B19F6C-2802-D617-34ED-73ABF0D4F365}"/>
              </a:ext>
            </a:extLst>
          </p:cNvPr>
          <p:cNvSpPr txBox="1"/>
          <p:nvPr/>
        </p:nvSpPr>
        <p:spPr>
          <a:xfrm>
            <a:off x="7697987" y="4480760"/>
            <a:ext cx="1211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</a:rPr>
              <a:t>Sosail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2F410C5E-4BC1-4F96-D90B-8A94CF584D0B}"/>
              </a:ext>
            </a:extLst>
          </p:cNvPr>
          <p:cNvSpPr/>
          <p:nvPr/>
        </p:nvSpPr>
        <p:spPr>
          <a:xfrm>
            <a:off x="6358321" y="4376710"/>
            <a:ext cx="1326699" cy="1126816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56B3C3-0384-0333-5CCF-8A3B1DE07487}"/>
              </a:ext>
            </a:extLst>
          </p:cNvPr>
          <p:cNvSpPr txBox="1"/>
          <p:nvPr/>
        </p:nvSpPr>
        <p:spPr>
          <a:xfrm>
            <a:off x="6437560" y="4470032"/>
            <a:ext cx="121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Dompet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D97638-70CD-7EB4-1B75-052F6BF24852}"/>
              </a:ext>
            </a:extLst>
          </p:cNvPr>
          <p:cNvSpPr txBox="1"/>
          <p:nvPr/>
        </p:nvSpPr>
        <p:spPr>
          <a:xfrm>
            <a:off x="6440669" y="4715738"/>
            <a:ext cx="121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Digital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A880E2-DB67-127E-E6B2-B7376FB2769F}"/>
              </a:ext>
            </a:extLst>
          </p:cNvPr>
          <p:cNvSpPr txBox="1"/>
          <p:nvPr/>
        </p:nvSpPr>
        <p:spPr>
          <a:xfrm>
            <a:off x="6443779" y="4933453"/>
            <a:ext cx="121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Lokapasar</a:t>
            </a:r>
            <a:endParaRPr lang="en-ID" b="1" dirty="0">
              <a:solidFill>
                <a:schemeClr val="bg1"/>
              </a:solidFill>
            </a:endParaRPr>
          </a:p>
        </p:txBody>
      </p:sp>
      <p:pic>
        <p:nvPicPr>
          <p:cNvPr id="8194" name="Picture 2" descr="Happy woman receiving social media likes on her phone 54920901 Vector Art  at Vecteezy">
            <a:extLst>
              <a:ext uri="{FF2B5EF4-FFF2-40B4-BE49-F238E27FC236}">
                <a16:creationId xmlns:a16="http://schemas.microsoft.com/office/drawing/2014/main" id="{CDCF3F3E-A202-E1C4-AD86-C2820B12A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507" y="1169631"/>
            <a:ext cx="4980039" cy="498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984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03A8C-E87F-7106-C588-AE2E272F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F7F3DFE-E40B-D35E-F4EA-7866072B15F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3" name="Google Shape;113;p1">
            <a:extLst>
              <a:ext uri="{FF2B5EF4-FFF2-40B4-BE49-F238E27FC236}">
                <a16:creationId xmlns:a16="http://schemas.microsoft.com/office/drawing/2014/main" id="{26ADD962-A61C-9A3A-F18D-C25832A3C3B1}"/>
              </a:ext>
            </a:extLst>
          </p:cNvPr>
          <p:cNvSpPr txBox="1">
            <a:spLocks/>
          </p:cNvSpPr>
          <p:nvPr/>
        </p:nvSpPr>
        <p:spPr>
          <a:xfrm>
            <a:off x="422787" y="442815"/>
            <a:ext cx="7666583" cy="6945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lt1"/>
              </a:buClr>
              <a:buSzPts val="2400"/>
              <a:buFont typeface="Arial" panose="020B0604020202020204" pitchFamily="34" charset="0"/>
              <a:buNone/>
            </a:pPr>
            <a:r>
              <a:rPr lang="en-US" sz="4400" b="1" spc="-150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  <a:ea typeface="MS UI Gothic" panose="020B0600070205080204" pitchFamily="34" charset="-128"/>
                <a:cs typeface="Open Sans"/>
                <a:sym typeface="Open Sans"/>
              </a:rPr>
              <a:t>Tingkatkan</a:t>
            </a:r>
            <a:r>
              <a:rPr lang="en-US" sz="4400" b="1" spc="-150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  <a:ea typeface="MS UI Gothic" panose="020B0600070205080204" pitchFamily="34" charset="-128"/>
                <a:cs typeface="Open Sans"/>
                <a:sym typeface="Open Sans"/>
              </a:rPr>
              <a:t> Nilai Diri </a:t>
            </a:r>
            <a:r>
              <a:rPr lang="en-US" sz="4400" b="1" spc="-150" dirty="0" err="1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  <a:ea typeface="MS UI Gothic" panose="020B0600070205080204" pitchFamily="34" charset="-128"/>
                <a:cs typeface="Open Sans"/>
                <a:sym typeface="Open Sans"/>
              </a:rPr>
              <a:t>dengan</a:t>
            </a:r>
            <a:r>
              <a:rPr lang="en-US" sz="4400" b="1" spc="-150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  <a:ea typeface="MS UI Gothic" panose="020B0600070205080204" pitchFamily="34" charset="-128"/>
                <a:cs typeface="Open Sans"/>
                <a:sym typeface="Open Sans"/>
              </a:rPr>
              <a:t> Aset Digital</a:t>
            </a:r>
            <a:endParaRPr lang="nn-NO" sz="4400" b="1" spc="-150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  <a:ea typeface="MS UI Gothic" panose="020B0600070205080204" pitchFamily="34" charset="-128"/>
              <a:cs typeface="Open Sans"/>
              <a:sym typeface="Open San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AAC8DB-8ECC-EE48-C403-91E80EC61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977" b="94535" l="10000" r="91628">
                        <a14:foregroundMark x1="37791" y1="8605" x2="37791" y2="8605"/>
                        <a14:foregroundMark x1="91628" y1="48256" x2="91628" y2="48256"/>
                        <a14:foregroundMark x1="70581" y1="60000" x2="70581" y2="60000"/>
                        <a14:foregroundMark x1="55930" y1="79302" x2="55930" y2="79302"/>
                        <a14:foregroundMark x1="47209" y1="77093" x2="53605" y2="87907"/>
                        <a14:foregroundMark x1="69302" y1="93372" x2="69302" y2="93372"/>
                        <a14:foregroundMark x1="22558" y1="80000" x2="22558" y2="80000"/>
                        <a14:foregroundMark x1="19884" y1="77326" x2="20698" y2="81395"/>
                        <a14:foregroundMark x1="20581" y1="79419" x2="21395" y2="86977"/>
                        <a14:foregroundMark x1="21395" y1="86977" x2="21395" y2="86977"/>
                        <a14:foregroundMark x1="81744" y1="6977" x2="81744" y2="6977"/>
                        <a14:foregroundMark x1="55698" y1="35349" x2="55698" y2="35349"/>
                        <a14:foregroundMark x1="49535" y1="39070" x2="49535" y2="39070"/>
                        <a14:foregroundMark x1="50581" y1="41512" x2="50581" y2="41512"/>
                        <a14:foregroundMark x1="51047" y1="41628" x2="51047" y2="41628"/>
                        <a14:foregroundMark x1="39302" y1="44767" x2="39302" y2="44767"/>
                        <a14:foregroundMark x1="46279" y1="49651" x2="46279" y2="49651"/>
                        <a14:foregroundMark x1="47791" y1="47907" x2="47791" y2="47907"/>
                        <a14:foregroundMark x1="30930" y1="47791" x2="30930" y2="47791"/>
                        <a14:foregroundMark x1="28256" y1="45814" x2="28256" y2="45814"/>
                        <a14:foregroundMark x1="33256" y1="49535" x2="33256" y2="49535"/>
                        <a14:foregroundMark x1="32558" y1="49070" x2="32558" y2="49070"/>
                        <a14:foregroundMark x1="34186" y1="50116" x2="34186" y2="50116"/>
                        <a14:foregroundMark x1="53372" y1="63023" x2="53372" y2="63023"/>
                        <a14:foregroundMark x1="47326" y1="59186" x2="47326" y2="59186"/>
                        <a14:foregroundMark x1="49186" y1="60349" x2="49186" y2="60349"/>
                        <a14:foregroundMark x1="55581" y1="64767" x2="55581" y2="64767"/>
                        <a14:foregroundMark x1="66628" y1="60698" x2="66628" y2="60698"/>
                        <a14:foregroundMark x1="57326" y1="75116" x2="57326" y2="75116"/>
                        <a14:foregroundMark x1="59186" y1="72326" x2="59186" y2="72326"/>
                        <a14:foregroundMark x1="43023" y1="76047" x2="43023" y2="76047"/>
                        <a14:foregroundMark x1="40814" y1="88023" x2="40814" y2="88023"/>
                        <a14:foregroundMark x1="42326" y1="86977" x2="42326" y2="86977"/>
                        <a14:foregroundMark x1="43372" y1="86279" x2="43372" y2="86279"/>
                        <a14:foregroundMark x1="44419" y1="85698" x2="44419" y2="85698"/>
                        <a14:foregroundMark x1="58605" y1="26395" x2="58605" y2="26395"/>
                        <a14:foregroundMark x1="25814" y1="26163" x2="25814" y2="26163"/>
                        <a14:foregroundMark x1="76512" y1="18023" x2="76512" y2="18023"/>
                        <a14:foregroundMark x1="71977" y1="87209" x2="71977" y2="87209"/>
                        <a14:foregroundMark x1="72442" y1="84651" x2="70814" y2="90814"/>
                        <a14:foregroundMark x1="37791" y1="67558" x2="37791" y2="70233"/>
                        <a14:foregroundMark x1="38256" y1="91977" x2="39070" y2="92558"/>
                        <a14:foregroundMark x1="22442" y1="94535" x2="22442" y2="94535"/>
                        <a14:foregroundMark x1="36163" y1="93837" x2="36163" y2="93837"/>
                        <a14:foregroundMark x1="10930" y1="55116" x2="10930" y2="55116"/>
                        <a14:foregroundMark x1="48837" y1="37093" x2="48837" y2="37093"/>
                        <a14:foregroundMark x1="49535" y1="38372" x2="49535" y2="38372"/>
                        <a14:foregroundMark x1="44767" y1="58488" x2="43953" y2="59651"/>
                        <a14:foregroundMark x1="44535" y1="81628" x2="45349" y2="83140"/>
                        <a14:backgroundMark x1="44419" y1="42558" x2="44535" y2="44535"/>
                        <a14:backgroundMark x1="55930" y1="39186" x2="55930" y2="39186"/>
                        <a14:backgroundMark x1="74651" y1="40930" x2="74651" y2="40930"/>
                        <a14:backgroundMark x1="73488" y1="25349" x2="73488" y2="25349"/>
                        <a14:backgroundMark x1="73721" y1="22791" x2="73721" y2="22791"/>
                        <a14:backgroundMark x1="48140" y1="53953" x2="48140" y2="53953"/>
                        <a14:backgroundMark x1="51512" y1="55000" x2="51512" y2="55000"/>
                        <a14:backgroundMark x1="50116" y1="51977" x2="52558" y2="59302"/>
                        <a14:backgroundMark x1="27674" y1="53140" x2="28372" y2="55814"/>
                        <a14:backgroundMark x1="48605" y1="64884" x2="51047" y2="66512"/>
                        <a14:backgroundMark x1="75465" y1="58023" x2="78372" y2="56628"/>
                        <a14:backgroundMark x1="68140" y1="59419" x2="68140" y2="59419"/>
                        <a14:backgroundMark x1="61744" y1="78140" x2="61744" y2="78140"/>
                        <a14:backgroundMark x1="61628" y1="76163" x2="61860" y2="81279"/>
                        <a14:backgroundMark x1="43372" y1="70581" x2="44419" y2="71512"/>
                        <a14:backgroundMark x1="41395" y1="80000" x2="40465" y2="823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224" y="1128791"/>
            <a:ext cx="5036036" cy="5036036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0178544-5223-0820-F320-8F9C0DFE1F5F}"/>
              </a:ext>
            </a:extLst>
          </p:cNvPr>
          <p:cNvSpPr/>
          <p:nvPr/>
        </p:nvSpPr>
        <p:spPr>
          <a:xfrm>
            <a:off x="5604387" y="2802193"/>
            <a:ext cx="6164826" cy="694540"/>
          </a:xfrm>
          <a:prstGeom prst="roundRect">
            <a:avLst>
              <a:gd name="adj" fmla="val 50000"/>
            </a:avLst>
          </a:prstGeom>
          <a:solidFill>
            <a:srgbClr val="CDD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Buat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Profil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Online yang </a:t>
            </a:r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Profesional</a:t>
            </a:r>
            <a:endParaRPr lang="en-ID" sz="25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BD85BC0-8866-A3FC-2A2B-3EAD9245C636}"/>
              </a:ext>
            </a:extLst>
          </p:cNvPr>
          <p:cNvSpPr/>
          <p:nvPr/>
        </p:nvSpPr>
        <p:spPr>
          <a:xfrm>
            <a:off x="5604387" y="3633577"/>
            <a:ext cx="6164826" cy="694540"/>
          </a:xfrm>
          <a:prstGeom prst="roundRect">
            <a:avLst>
              <a:gd name="adj" fmla="val 50000"/>
            </a:avLst>
          </a:prstGeom>
          <a:solidFill>
            <a:srgbClr val="CDD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Bangun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Jejaring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&amp; </a:t>
            </a:r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Koneksi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Online</a:t>
            </a:r>
            <a:endParaRPr lang="en-ID" sz="25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14414C4-FACC-D218-AB88-861E9ACA4E62}"/>
              </a:ext>
            </a:extLst>
          </p:cNvPr>
          <p:cNvSpPr/>
          <p:nvPr/>
        </p:nvSpPr>
        <p:spPr>
          <a:xfrm>
            <a:off x="5604387" y="4465996"/>
            <a:ext cx="6164826" cy="694540"/>
          </a:xfrm>
          <a:prstGeom prst="roundRect">
            <a:avLst>
              <a:gd name="adj" fmla="val 50000"/>
            </a:avLst>
          </a:prstGeom>
          <a:solidFill>
            <a:srgbClr val="CDD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Buat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Konten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yang </a:t>
            </a:r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Berkualitas</a:t>
            </a:r>
            <a:endParaRPr lang="en-ID" sz="25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294D472-7285-C12B-58BB-CA24642D0CE4}"/>
              </a:ext>
            </a:extLst>
          </p:cNvPr>
          <p:cNvSpPr/>
          <p:nvPr/>
        </p:nvSpPr>
        <p:spPr>
          <a:xfrm>
            <a:off x="5604387" y="5298415"/>
            <a:ext cx="6164826" cy="694540"/>
          </a:xfrm>
          <a:prstGeom prst="roundRect">
            <a:avLst>
              <a:gd name="adj" fmla="val 50000"/>
            </a:avLst>
          </a:prstGeom>
          <a:solidFill>
            <a:srgbClr val="CDD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Berpartisipasi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aktif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dalam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Komunikasi</a:t>
            </a:r>
            <a:endParaRPr lang="en-ID" sz="25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8EF3635-238E-3CD0-4DF9-8E9F1BDC2955}"/>
              </a:ext>
            </a:extLst>
          </p:cNvPr>
          <p:cNvSpPr/>
          <p:nvPr/>
        </p:nvSpPr>
        <p:spPr>
          <a:xfrm>
            <a:off x="5604387" y="1969774"/>
            <a:ext cx="6164826" cy="694540"/>
          </a:xfrm>
          <a:prstGeom prst="roundRect">
            <a:avLst>
              <a:gd name="adj" fmla="val 50000"/>
            </a:avLst>
          </a:prstGeom>
          <a:solidFill>
            <a:srgbClr val="CDD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Pastikan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Keamanan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Akun Digital</a:t>
            </a:r>
            <a:endParaRPr lang="en-ID" sz="25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A706153-ADB4-105A-AC4E-A7F8235E9E6F}"/>
              </a:ext>
            </a:extLst>
          </p:cNvPr>
          <p:cNvSpPr/>
          <p:nvPr/>
        </p:nvSpPr>
        <p:spPr>
          <a:xfrm>
            <a:off x="5604387" y="1137355"/>
            <a:ext cx="6164826" cy="694540"/>
          </a:xfrm>
          <a:prstGeom prst="roundRect">
            <a:avLst>
              <a:gd name="adj" fmla="val 50000"/>
            </a:avLst>
          </a:prstGeom>
          <a:solidFill>
            <a:srgbClr val="CDD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Pastikan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Keamanan</a:t>
            </a:r>
            <a:r>
              <a:rPr lang="en-US" sz="25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5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Perangkat</a:t>
            </a:r>
            <a:endParaRPr lang="en-ID" sz="25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820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1FC2F-2F22-FCAD-B1D2-3E2B23B52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B89724-D35D-7853-E78C-CA035ACA2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6477"/>
            <a:ext cx="12151773" cy="4212245"/>
          </a:xfrm>
          <a:prstGeom prst="rect">
            <a:avLst/>
          </a:prstGeom>
        </p:spPr>
      </p:pic>
      <p:sp>
        <p:nvSpPr>
          <p:cNvPr id="3" name="Google Shape;113;p1">
            <a:extLst>
              <a:ext uri="{FF2B5EF4-FFF2-40B4-BE49-F238E27FC236}">
                <a16:creationId xmlns:a16="http://schemas.microsoft.com/office/drawing/2014/main" id="{2819CE1D-7DF2-68AA-F250-AB0E09053592}"/>
              </a:ext>
            </a:extLst>
          </p:cNvPr>
          <p:cNvSpPr txBox="1">
            <a:spLocks/>
          </p:cNvSpPr>
          <p:nvPr/>
        </p:nvSpPr>
        <p:spPr>
          <a:xfrm>
            <a:off x="1999224" y="861927"/>
            <a:ext cx="8190201" cy="6945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lt1"/>
              </a:buClr>
              <a:buSzPts val="2400"/>
              <a:buFont typeface="Arial" panose="020B0604020202020204" pitchFamily="34" charset="0"/>
              <a:buNone/>
            </a:pPr>
            <a:r>
              <a:rPr lang="en-US" sz="4400" b="1" spc="-150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  <a:ea typeface="MS UI Gothic" panose="020B0600070205080204" pitchFamily="34" charset="-128"/>
                <a:cs typeface="Open Sans"/>
                <a:sym typeface="Open Sans"/>
              </a:rPr>
              <a:t>STRATEGI PEMANFAATAN ASET DIGITAL</a:t>
            </a:r>
            <a:endParaRPr lang="nn-NO" sz="4400" b="1" spc="-150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  <a:ea typeface="MS UI Gothic" panose="020B0600070205080204" pitchFamily="34" charset="-128"/>
              <a:cs typeface="Open Sans"/>
              <a:sym typeface="Open Sans"/>
            </a:endParaRPr>
          </a:p>
        </p:txBody>
      </p:sp>
      <p:pic>
        <p:nvPicPr>
          <p:cNvPr id="4" name="Picture 2" descr="Personal Brand Icon. Premium Style Design, Pixel Perfect Personal Brand Icon  for Web Design, Apps, Software, Print Usage Stock Vector - Illustration of  graphic, modern: 138377055">
            <a:extLst>
              <a:ext uri="{FF2B5EF4-FFF2-40B4-BE49-F238E27FC236}">
                <a16:creationId xmlns:a16="http://schemas.microsoft.com/office/drawing/2014/main" id="{E86ED889-3C0A-5BF2-1364-31DDC8A389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1" t="23083" r="24559" b="36631"/>
          <a:stretch>
            <a:fillRect/>
          </a:stretch>
        </p:blipFill>
        <p:spPr bwMode="auto">
          <a:xfrm>
            <a:off x="1583444" y="1872214"/>
            <a:ext cx="1445280" cy="1322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kon garis keamanan siber terisolasi di latar belakang putih | Vektor  Premium">
            <a:extLst>
              <a:ext uri="{FF2B5EF4-FFF2-40B4-BE49-F238E27FC236}">
                <a16:creationId xmlns:a16="http://schemas.microsoft.com/office/drawing/2014/main" id="{10D39BB9-E65A-5CE7-D8DF-79E2D0748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095" y="1536406"/>
            <a:ext cx="1786502" cy="178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Reputation Icon Design 13815438 Vector Art at Vecteezy">
            <a:extLst>
              <a:ext uri="{FF2B5EF4-FFF2-40B4-BE49-F238E27FC236}">
                <a16:creationId xmlns:a16="http://schemas.microsoft.com/office/drawing/2014/main" id="{77A63ADD-9659-8F1A-AA2B-C7C0BF3C7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819" y="1810668"/>
            <a:ext cx="1093142" cy="1093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Free Innovation SVG, PNG Icon, Symbol. Download Image.">
            <a:extLst>
              <a:ext uri="{FF2B5EF4-FFF2-40B4-BE49-F238E27FC236}">
                <a16:creationId xmlns:a16="http://schemas.microsoft.com/office/drawing/2014/main" id="{96D035C2-FA6D-DCFF-EF10-D6472D3111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27"/>
          <a:stretch>
            <a:fillRect/>
          </a:stretch>
        </p:blipFill>
        <p:spPr bwMode="auto">
          <a:xfrm>
            <a:off x="9546458" y="1810668"/>
            <a:ext cx="1140281" cy="98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1C62B1-6BE4-D5D8-72E0-DAC6104A668E}"/>
              </a:ext>
            </a:extLst>
          </p:cNvPr>
          <p:cNvSpPr txBox="1"/>
          <p:nvPr/>
        </p:nvSpPr>
        <p:spPr>
          <a:xfrm>
            <a:off x="897816" y="3967291"/>
            <a:ext cx="23959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entury Gothic" panose="020B0502020202020204" pitchFamily="34" charset="0"/>
              </a:rPr>
              <a:t>Buat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Rencana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atas</a:t>
            </a:r>
            <a:r>
              <a:rPr lang="en-US" dirty="0">
                <a:latin typeface="Century Gothic" panose="020B0502020202020204" pitchFamily="34" charset="0"/>
              </a:rPr>
              <a:t> Aset Digital, </a:t>
            </a:r>
            <a:r>
              <a:rPr lang="en-US" dirty="0" err="1">
                <a:latin typeface="Century Gothic" panose="020B0502020202020204" pitchFamily="34" charset="0"/>
              </a:rPr>
              <a:t>Ciptakan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Profil</a:t>
            </a:r>
            <a:r>
              <a:rPr lang="en-US" dirty="0">
                <a:latin typeface="Century Gothic" panose="020B0502020202020204" pitchFamily="34" charset="0"/>
              </a:rPr>
              <a:t> Account yang </a:t>
            </a:r>
            <a:r>
              <a:rPr lang="en-US" dirty="0" err="1">
                <a:latin typeface="Century Gothic" panose="020B0502020202020204" pitchFamily="34" charset="0"/>
              </a:rPr>
              <a:t>sesuai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manfaatkan</a:t>
            </a:r>
            <a:r>
              <a:rPr lang="en-US" dirty="0">
                <a:latin typeface="Century Gothic" panose="020B0502020202020204" pitchFamily="34" charset="0"/>
              </a:rPr>
              <a:t> Platform Digital yang </a:t>
            </a:r>
            <a:r>
              <a:rPr lang="en-US" dirty="0" err="1">
                <a:latin typeface="Century Gothic" panose="020B0502020202020204" pitchFamily="34" charset="0"/>
              </a:rPr>
              <a:t>mendukung</a:t>
            </a:r>
            <a:endParaRPr lang="en-ID" dirty="0"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09B9BF-F010-DF19-A935-05AC01F6D6C7}"/>
              </a:ext>
            </a:extLst>
          </p:cNvPr>
          <p:cNvSpPr txBox="1"/>
          <p:nvPr/>
        </p:nvSpPr>
        <p:spPr>
          <a:xfrm>
            <a:off x="3471021" y="4005768"/>
            <a:ext cx="25486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entury Gothic" panose="020B0502020202020204" pitchFamily="34" charset="0"/>
              </a:rPr>
              <a:t>Pastikan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keamanan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Identitas</a:t>
            </a:r>
            <a:r>
              <a:rPr lang="en-US" dirty="0">
                <a:latin typeface="Century Gothic" panose="020B0502020202020204" pitchFamily="34" charset="0"/>
              </a:rPr>
              <a:t> Digital, </a:t>
            </a:r>
            <a:r>
              <a:rPr lang="en-US" dirty="0" err="1">
                <a:latin typeface="Century Gothic" panose="020B0502020202020204" pitchFamily="34" charset="0"/>
              </a:rPr>
              <a:t>pastikan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keamanan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Perangkat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pendukung</a:t>
            </a:r>
            <a:r>
              <a:rPr lang="en-US" dirty="0">
                <a:latin typeface="Century Gothic" panose="020B0502020202020204" pitchFamily="34" charset="0"/>
              </a:rPr>
              <a:t> Digital </a:t>
            </a:r>
            <a:endParaRPr lang="en-ID" dirty="0">
              <a:latin typeface="Century Gothic" panose="020B0502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FC9789-B9C4-D965-2715-1132CFA121BA}"/>
              </a:ext>
            </a:extLst>
          </p:cNvPr>
          <p:cNvSpPr txBox="1"/>
          <p:nvPr/>
        </p:nvSpPr>
        <p:spPr>
          <a:xfrm>
            <a:off x="6241395" y="4058510"/>
            <a:ext cx="25486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entury Gothic" panose="020B0502020202020204" pitchFamily="34" charset="0"/>
              </a:rPr>
              <a:t>Pastikan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Penggunaan</a:t>
            </a:r>
            <a:r>
              <a:rPr lang="en-US" dirty="0">
                <a:latin typeface="Century Gothic" panose="020B0502020202020204" pitchFamily="34" charset="0"/>
              </a:rPr>
              <a:t> Aset Digital </a:t>
            </a:r>
            <a:r>
              <a:rPr lang="en-US" dirty="0" err="1">
                <a:latin typeface="Century Gothic" panose="020B0502020202020204" pitchFamily="34" charset="0"/>
              </a:rPr>
              <a:t>hanya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untuk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membangun</a:t>
            </a:r>
            <a:r>
              <a:rPr lang="en-US" dirty="0">
                <a:latin typeface="Century Gothic" panose="020B0502020202020204" pitchFamily="34" charset="0"/>
              </a:rPr>
              <a:t> Reputasi dan Image  Personal</a:t>
            </a:r>
            <a:endParaRPr lang="en-ID" dirty="0">
              <a:latin typeface="Century Gothic" panose="020B0502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6717C8-B454-1A22-5ECE-C7771C010A29}"/>
              </a:ext>
            </a:extLst>
          </p:cNvPr>
          <p:cNvSpPr txBox="1"/>
          <p:nvPr/>
        </p:nvSpPr>
        <p:spPr>
          <a:xfrm>
            <a:off x="8967259" y="4058510"/>
            <a:ext cx="25486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entury Gothic" panose="020B0502020202020204" pitchFamily="34" charset="0"/>
              </a:rPr>
              <a:t>Selalu</a:t>
            </a:r>
            <a:r>
              <a:rPr lang="en-US" dirty="0">
                <a:latin typeface="Century Gothic" panose="020B0502020202020204" pitchFamily="34" charset="0"/>
              </a:rPr>
              <a:t> Ber-</a:t>
            </a:r>
            <a:r>
              <a:rPr lang="en-US" dirty="0" err="1">
                <a:latin typeface="Century Gothic" panose="020B0502020202020204" pitchFamily="34" charset="0"/>
              </a:rPr>
              <a:t>Inovasi</a:t>
            </a:r>
            <a:r>
              <a:rPr lang="en-US" dirty="0">
                <a:latin typeface="Century Gothic" panose="020B0502020202020204" pitchFamily="34" charset="0"/>
              </a:rPr>
              <a:t> dan </a:t>
            </a:r>
            <a:r>
              <a:rPr lang="en-US" dirty="0" err="1">
                <a:latin typeface="Century Gothic" panose="020B0502020202020204" pitchFamily="34" charset="0"/>
              </a:rPr>
              <a:t>ber-kreasi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positif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dengan</a:t>
            </a:r>
            <a:r>
              <a:rPr lang="en-US" dirty="0">
                <a:latin typeface="Century Gothic" panose="020B0502020202020204" pitchFamily="34" charset="0"/>
              </a:rPr>
              <a:t> asset digital, </a:t>
            </a:r>
            <a:r>
              <a:rPr lang="en-US" dirty="0" err="1">
                <a:latin typeface="Century Gothic" panose="020B0502020202020204" pitchFamily="34" charset="0"/>
              </a:rPr>
              <a:t>selalu</a:t>
            </a:r>
            <a:r>
              <a:rPr lang="en-US" dirty="0">
                <a:latin typeface="Century Gothic" panose="020B0502020202020204" pitchFamily="34" charset="0"/>
              </a:rPr>
              <a:t> aware </a:t>
            </a:r>
            <a:r>
              <a:rPr lang="en-US" dirty="0" err="1">
                <a:latin typeface="Century Gothic" panose="020B0502020202020204" pitchFamily="34" charset="0"/>
              </a:rPr>
              <a:t>dengan</a:t>
            </a:r>
            <a:r>
              <a:rPr lang="en-US" dirty="0">
                <a:latin typeface="Century Gothic" panose="020B0502020202020204" pitchFamily="34" charset="0"/>
              </a:rPr>
              <a:t> Hak </a:t>
            </a:r>
            <a:r>
              <a:rPr lang="en-US" dirty="0" err="1">
                <a:latin typeface="Century Gothic" panose="020B0502020202020204" pitchFamily="34" charset="0"/>
              </a:rPr>
              <a:t>Kepimilikan</a:t>
            </a:r>
            <a:r>
              <a:rPr lang="en-US" dirty="0">
                <a:latin typeface="Century Gothic" panose="020B0502020202020204" pitchFamily="34" charset="0"/>
              </a:rPr>
              <a:t> Aset Digital Netizen</a:t>
            </a:r>
            <a:endParaRPr lang="en-ID" dirty="0"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10CAED-4F51-D649-B825-2F65A77F0D5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160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9F482-B0B4-3915-CBEA-A92F8D912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EEBD914-AA01-32FD-232A-14296F9627D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2" name="Google Shape;113;p1">
            <a:extLst>
              <a:ext uri="{FF2B5EF4-FFF2-40B4-BE49-F238E27FC236}">
                <a16:creationId xmlns:a16="http://schemas.microsoft.com/office/drawing/2014/main" id="{4C88CE3E-03DC-D448-F512-5641251CCBD3}"/>
              </a:ext>
            </a:extLst>
          </p:cNvPr>
          <p:cNvSpPr txBox="1">
            <a:spLocks/>
          </p:cNvSpPr>
          <p:nvPr/>
        </p:nvSpPr>
        <p:spPr>
          <a:xfrm>
            <a:off x="1855460" y="517706"/>
            <a:ext cx="8190201" cy="6945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lt1"/>
              </a:buClr>
              <a:buSzPts val="2400"/>
              <a:buFont typeface="Arial" panose="020B0604020202020204" pitchFamily="34" charset="0"/>
              <a:buNone/>
            </a:pPr>
            <a:r>
              <a:rPr lang="en-US" sz="4400" b="1" spc="-150" dirty="0">
                <a:solidFill>
                  <a:schemeClr val="accent1">
                    <a:lumMod val="50000"/>
                  </a:schemeClr>
                </a:solidFill>
                <a:latin typeface="Fira Sans Black" panose="020B0A03050000020004" pitchFamily="34" charset="0"/>
                <a:ea typeface="MS UI Gothic" panose="020B0600070205080204" pitchFamily="34" charset="-128"/>
                <a:cs typeface="Open Sans"/>
                <a:sym typeface="Open Sans"/>
              </a:rPr>
              <a:t>BRANDING PERSONAL DI ERA DIGITAL</a:t>
            </a:r>
            <a:endParaRPr lang="nn-NO" sz="4400" b="1" spc="-150" dirty="0">
              <a:solidFill>
                <a:schemeClr val="accent1">
                  <a:lumMod val="50000"/>
                </a:schemeClr>
              </a:solidFill>
              <a:latin typeface="Fira Sans Black" panose="020B0A03050000020004" pitchFamily="34" charset="0"/>
              <a:ea typeface="MS UI Gothic" panose="020B0600070205080204" pitchFamily="34" charset="-128"/>
              <a:cs typeface="Open Sans"/>
              <a:sym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4208E0-84A4-737F-4D49-CDD5A8DBD1BF}"/>
              </a:ext>
            </a:extLst>
          </p:cNvPr>
          <p:cNvSpPr txBox="1"/>
          <p:nvPr/>
        </p:nvSpPr>
        <p:spPr>
          <a:xfrm>
            <a:off x="7949688" y="1439548"/>
            <a:ext cx="3573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entury Gothic" panose="020B0502020202020204" pitchFamily="34" charset="0"/>
              </a:rPr>
              <a:t>Dengan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visibilitas</a:t>
            </a:r>
            <a:r>
              <a:rPr lang="en-US" dirty="0">
                <a:latin typeface="Century Gothic" panose="020B0502020202020204" pitchFamily="34" charset="0"/>
              </a:rPr>
              <a:t> yang </a:t>
            </a:r>
            <a:r>
              <a:rPr lang="en-US" dirty="0" err="1">
                <a:latin typeface="Century Gothic" panose="020B0502020202020204" pitchFamily="34" charset="0"/>
              </a:rPr>
              <a:t>kuat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kredibilitas</a:t>
            </a:r>
            <a:r>
              <a:rPr lang="en-US" dirty="0">
                <a:latin typeface="Century Gothic" panose="020B0502020202020204" pitchFamily="34" charset="0"/>
              </a:rPr>
              <a:t> yang </a:t>
            </a:r>
            <a:r>
              <a:rPr lang="en-US" dirty="0" err="1">
                <a:latin typeface="Century Gothic" panose="020B0502020202020204" pitchFamily="34" charset="0"/>
              </a:rPr>
              <a:t>mumpuni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serta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reputasi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positif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dapat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meningkatkan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kesempatan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karier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anda</a:t>
            </a:r>
            <a:endParaRPr lang="en-ID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EE361-0657-4BDF-F385-094D2DD628E2}"/>
              </a:ext>
            </a:extLst>
          </p:cNvPr>
          <p:cNvSpPr txBox="1"/>
          <p:nvPr/>
        </p:nvSpPr>
        <p:spPr>
          <a:xfrm>
            <a:off x="7949687" y="3234145"/>
            <a:ext cx="3928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Branding </a:t>
            </a:r>
            <a:r>
              <a:rPr lang="en-US" dirty="0" err="1">
                <a:latin typeface="Century Gothic" panose="020B0502020202020204" pitchFamily="34" charset="0"/>
              </a:rPr>
              <a:t>positif</a:t>
            </a:r>
            <a:r>
              <a:rPr lang="en-US" dirty="0">
                <a:latin typeface="Century Gothic" panose="020B0502020202020204" pitchFamily="34" charset="0"/>
              </a:rPr>
              <a:t> yang di </a:t>
            </a:r>
            <a:r>
              <a:rPr lang="en-US" dirty="0" err="1">
                <a:latin typeface="Century Gothic" panose="020B0502020202020204" pitchFamily="34" charset="0"/>
              </a:rPr>
              <a:t>bangun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mengundang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jaringan</a:t>
            </a:r>
            <a:r>
              <a:rPr lang="en-US" dirty="0">
                <a:latin typeface="Century Gothic" panose="020B0502020202020204" pitchFamily="34" charset="0"/>
              </a:rPr>
              <a:t> yang </a:t>
            </a:r>
            <a:r>
              <a:rPr lang="en-US" dirty="0" err="1">
                <a:latin typeface="Century Gothic" panose="020B0502020202020204" pitchFamily="34" charset="0"/>
              </a:rPr>
              <a:t>sesuai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dengan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keahlian</a:t>
            </a:r>
            <a:r>
              <a:rPr lang="en-US" dirty="0">
                <a:latin typeface="Century Gothic" panose="020B0502020202020204" pitchFamily="34" charset="0"/>
              </a:rPr>
              <a:t> dan </a:t>
            </a:r>
            <a:r>
              <a:rPr lang="en-US" dirty="0" err="1">
                <a:latin typeface="Century Gothic" panose="020B0502020202020204" pitchFamily="34" charset="0"/>
              </a:rPr>
              <a:t>minat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yg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tertampil</a:t>
            </a:r>
            <a:endParaRPr lang="en-ID" dirty="0"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FB54C-AB39-2541-6041-00B6FCEBABC5}"/>
              </a:ext>
            </a:extLst>
          </p:cNvPr>
          <p:cNvSpPr txBox="1"/>
          <p:nvPr/>
        </p:nvSpPr>
        <p:spPr>
          <a:xfrm>
            <a:off x="7949688" y="4767466"/>
            <a:ext cx="3856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Reputasi, </a:t>
            </a:r>
            <a:r>
              <a:rPr lang="en-US" dirty="0" err="1">
                <a:latin typeface="Century Gothic" panose="020B0502020202020204" pitchFamily="34" charset="0"/>
              </a:rPr>
              <a:t>keahlian</a:t>
            </a:r>
            <a:r>
              <a:rPr lang="en-US" dirty="0">
                <a:latin typeface="Century Gothic" panose="020B0502020202020204" pitchFamily="34" charset="0"/>
              </a:rPr>
              <a:t> yang </a:t>
            </a:r>
            <a:r>
              <a:rPr lang="en-US" dirty="0" err="1">
                <a:latin typeface="Century Gothic" panose="020B0502020202020204" pitchFamily="34" charset="0"/>
              </a:rPr>
              <a:t>relevan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didukung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dengan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jejaring</a:t>
            </a:r>
            <a:r>
              <a:rPr lang="en-US" dirty="0">
                <a:latin typeface="Century Gothic" panose="020B0502020202020204" pitchFamily="34" charset="0"/>
              </a:rPr>
              <a:t> yang </a:t>
            </a:r>
            <a:r>
              <a:rPr lang="en-US" dirty="0" err="1">
                <a:latin typeface="Century Gothic" panose="020B0502020202020204" pitchFamily="34" charset="0"/>
              </a:rPr>
              <a:t>sesuai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meningkatkan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kepercayaan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diri</a:t>
            </a:r>
            <a:endParaRPr lang="en-ID" dirty="0"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B43980-7229-56C8-B632-FD50F2362F3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09088" y="1274215"/>
            <a:ext cx="4449309" cy="50068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2DA409-A416-3902-5BDA-2B09B9573B87}"/>
              </a:ext>
            </a:extLst>
          </p:cNvPr>
          <p:cNvSpPr txBox="1"/>
          <p:nvPr/>
        </p:nvSpPr>
        <p:spPr>
          <a:xfrm>
            <a:off x="385678" y="1451987"/>
            <a:ext cx="3573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Netizen </a:t>
            </a:r>
            <a:r>
              <a:rPr lang="en-US" dirty="0" err="1">
                <a:latin typeface="Century Gothic" panose="020B0502020202020204" pitchFamily="34" charset="0"/>
              </a:rPr>
              <a:t>akan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lebih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mudah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menemukan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kita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mengenal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siapa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kita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termasuk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reputasi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kita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melalui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mesin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pencari</a:t>
            </a:r>
            <a:endParaRPr lang="en-ID" dirty="0"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D6C19F-DAF6-C07E-2A0F-C624DCF0DC4B}"/>
              </a:ext>
            </a:extLst>
          </p:cNvPr>
          <p:cNvSpPr txBox="1"/>
          <p:nvPr/>
        </p:nvSpPr>
        <p:spPr>
          <a:xfrm>
            <a:off x="385678" y="3246584"/>
            <a:ext cx="3704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Kita </a:t>
            </a:r>
            <a:r>
              <a:rPr lang="en-US" dirty="0" err="1">
                <a:latin typeface="Century Gothic" panose="020B0502020202020204" pitchFamily="34" charset="0"/>
              </a:rPr>
              <a:t>dapat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meningkatkan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kredibilitas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anda</a:t>
            </a:r>
            <a:r>
              <a:rPr lang="en-US" dirty="0">
                <a:latin typeface="Century Gothic" panose="020B0502020202020204" pitchFamily="34" charset="0"/>
              </a:rPr>
              <a:t> di </a:t>
            </a:r>
            <a:r>
              <a:rPr lang="en-US" dirty="0" err="1">
                <a:latin typeface="Century Gothic" panose="020B0502020202020204" pitchFamily="34" charset="0"/>
              </a:rPr>
              <a:t>bidang</a:t>
            </a:r>
            <a:r>
              <a:rPr lang="en-US" dirty="0">
                <a:latin typeface="Century Gothic" panose="020B0502020202020204" pitchFamily="34" charset="0"/>
              </a:rPr>
              <a:t> yang </a:t>
            </a:r>
            <a:r>
              <a:rPr lang="en-US" dirty="0" err="1">
                <a:latin typeface="Century Gothic" panose="020B0502020202020204" pitchFamily="34" charset="0"/>
              </a:rPr>
              <a:t>akan</a:t>
            </a:r>
            <a:r>
              <a:rPr lang="en-US" dirty="0">
                <a:latin typeface="Century Gothic" panose="020B0502020202020204" pitchFamily="34" charset="0"/>
              </a:rPr>
              <a:t> di </a:t>
            </a:r>
            <a:r>
              <a:rPr lang="en-US" dirty="0" err="1">
                <a:latin typeface="Century Gothic" panose="020B0502020202020204" pitchFamily="34" charset="0"/>
              </a:rPr>
              <a:t>tampilkan</a:t>
            </a:r>
            <a:endParaRPr lang="en-ID" dirty="0"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1FB503-8514-3458-8F65-4704B0FA76AA}"/>
              </a:ext>
            </a:extLst>
          </p:cNvPr>
          <p:cNvSpPr txBox="1"/>
          <p:nvPr/>
        </p:nvSpPr>
        <p:spPr>
          <a:xfrm>
            <a:off x="385678" y="4779905"/>
            <a:ext cx="3704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Kita </a:t>
            </a:r>
            <a:r>
              <a:rPr lang="en-US" dirty="0" err="1">
                <a:latin typeface="Century Gothic" panose="020B0502020202020204" pitchFamily="34" charset="0"/>
              </a:rPr>
              <a:t>dapat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menciptakan</a:t>
            </a:r>
            <a:r>
              <a:rPr lang="en-US" dirty="0">
                <a:latin typeface="Century Gothic" panose="020B0502020202020204" pitchFamily="34" charset="0"/>
              </a:rPr>
              <a:t> dan </a:t>
            </a:r>
            <a:r>
              <a:rPr lang="en-US" dirty="0" err="1">
                <a:latin typeface="Century Gothic" panose="020B0502020202020204" pitchFamily="34" charset="0"/>
              </a:rPr>
              <a:t>mambangun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reputasi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sehingga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meningkatkan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kepercayaan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atas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siap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diri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kita</a:t>
            </a:r>
            <a:endParaRPr lang="en-ID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462899"/>
      </p:ext>
    </p:extLst>
  </p:cSld>
  <p:clrMapOvr>
    <a:masterClrMapping/>
  </p:clrMapOvr>
</p:sld>
</file>

<file path=ppt/theme/theme1.xml><?xml version="1.0" encoding="utf-8"?>
<a:theme xmlns:a="http://schemas.openxmlformats.org/drawingml/2006/main" name="ISOC">
  <a:themeElements>
    <a:clrScheme name="2023 ISOC">
      <a:dk1>
        <a:srgbClr val="0C1C2C"/>
      </a:dk1>
      <a:lt1>
        <a:srgbClr val="EEF2EC"/>
      </a:lt1>
      <a:dk2>
        <a:srgbClr val="23366E"/>
      </a:dk2>
      <a:lt2>
        <a:srgbClr val="DEDAD0"/>
      </a:lt2>
      <a:accent1>
        <a:srgbClr val="3982E3"/>
      </a:accent1>
      <a:accent2>
        <a:srgbClr val="045856"/>
      </a:accent2>
      <a:accent3>
        <a:srgbClr val="40B2A4"/>
      </a:accent3>
      <a:accent4>
        <a:srgbClr val="7E245C"/>
      </a:accent4>
      <a:accent5>
        <a:srgbClr val="D25238"/>
      </a:accent5>
      <a:accent6>
        <a:srgbClr val="EECA4A"/>
      </a:accent6>
      <a:hlink>
        <a:srgbClr val="0C1C2C"/>
      </a:hlink>
      <a:folHlink>
        <a:srgbClr val="0C1C2C"/>
      </a:folHlink>
    </a:clrScheme>
    <a:fontScheme name="Office 2">
      <a:majorFont>
        <a:latin typeface="Hind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Hind Light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5_ISOC_Template.potx" id="{6FA21D9B-E016-DE4B-90EE-38AC46E94CCE}" vid="{D179CA0D-11EF-E749-AAB8-BEF65BEC59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2025_ISOC_Template</Template>
  <TotalTime>672</TotalTime>
  <Words>1253</Words>
  <Application>Microsoft Office PowerPoint</Application>
  <PresentationFormat>Widescreen</PresentationFormat>
  <Paragraphs>196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Century Gothic</vt:lpstr>
      <vt:lpstr>Dubai Light</vt:lpstr>
      <vt:lpstr>Fira Sans</vt:lpstr>
      <vt:lpstr>Fira Sans Black</vt:lpstr>
      <vt:lpstr>Hind Light</vt:lpstr>
      <vt:lpstr>Open Sans</vt:lpstr>
      <vt:lpstr>ISOC</vt:lpstr>
      <vt:lpstr>PowerPoint Presentation</vt:lpstr>
      <vt:lpstr>ETIKA DIGITAL  </vt:lpstr>
      <vt:lpstr>PowerPoint Presentation</vt:lpstr>
      <vt:lpstr>ETIKA VS ETIKET</vt:lpstr>
      <vt:lpstr>LATAR BELAKANG ETIKA BERINTERNET</vt:lpstr>
      <vt:lpstr>PowerPoint Presentation</vt:lpstr>
      <vt:lpstr>PowerPoint Presentation</vt:lpstr>
      <vt:lpstr>RUANG LINGKUP  ETIKA ONLINE NETIZEN INDONESIA</vt:lpstr>
      <vt:lpstr>PowerPoint Presentation</vt:lpstr>
      <vt:lpstr>PowerPoint Presentation</vt:lpstr>
      <vt:lpstr>TIPS NETIZEN INDONESIA</vt:lpstr>
      <vt:lpstr>BIJAK BERINTERNET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Natalie Abendroth</dc:creator>
  <cp:lastModifiedBy>fajar eridianto</cp:lastModifiedBy>
  <cp:revision>14</cp:revision>
  <cp:lastPrinted>2016-06-14T17:50:38Z</cp:lastPrinted>
  <dcterms:created xsi:type="dcterms:W3CDTF">2025-05-28T16:44:10Z</dcterms:created>
  <dcterms:modified xsi:type="dcterms:W3CDTF">2026-09-06T15:37:48Z</dcterms:modified>
</cp:coreProperties>
</file>