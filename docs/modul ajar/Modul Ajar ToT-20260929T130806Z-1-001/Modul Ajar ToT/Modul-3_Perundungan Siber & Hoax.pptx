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Fira Sans Black"/>
      <p:bold r:id="rId18"/>
      <p:boldItalic r:id="rId19"/>
    </p:embeddedFont>
    <p:embeddedFont>
      <p:font typeface="Hind Light"/>
      <p:regular r:id="rId20"/>
      <p:bold r:id="rId21"/>
    </p:embeddedFont>
    <p:embeddedFont>
      <p:font typeface="Gill Sans"/>
      <p:bold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jc2mTIS5jSy0OnFFEoZocK9tbI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indLight-regular.fntdata"/><Relationship Id="rId22" Type="http://schemas.openxmlformats.org/officeDocument/2006/relationships/font" Target="fonts/GillSans-bold.fntdata"/><Relationship Id="rId21" Type="http://schemas.openxmlformats.org/officeDocument/2006/relationships/font" Target="fonts/HindLight-bold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FiraSansBlack-boldItalic.fntdata"/><Relationship Id="rId18" Type="http://schemas.openxmlformats.org/officeDocument/2006/relationships/font" Target="fonts/FiraSans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-C-Dark" showMasterSp="0">
  <p:cSld name="Divider-C-Dark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9"/>
          <p:cNvSpPr/>
          <p:nvPr/>
        </p:nvSpPr>
        <p:spPr>
          <a:xfrm>
            <a:off x="9732509" y="4956950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6" name="Google Shape;16;p19"/>
          <p:cNvSpPr/>
          <p:nvPr/>
        </p:nvSpPr>
        <p:spPr>
          <a:xfrm>
            <a:off x="8341970" y="5742212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7" name="Google Shape;17;p19"/>
          <p:cNvSpPr/>
          <p:nvPr/>
        </p:nvSpPr>
        <p:spPr>
          <a:xfrm flipH="1" rot="10800000">
            <a:off x="9732509" y="1288767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8" name="Google Shape;18;p19"/>
          <p:cNvSpPr/>
          <p:nvPr/>
        </p:nvSpPr>
        <p:spPr>
          <a:xfrm flipH="1" rot="10800000">
            <a:off x="8341972" y="503780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9" name="Google Shape;19;p19"/>
          <p:cNvSpPr/>
          <p:nvPr/>
        </p:nvSpPr>
        <p:spPr>
          <a:xfrm>
            <a:off x="9769587" y="2733614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20" name="Google Shape;20;p19"/>
          <p:cNvGrpSpPr/>
          <p:nvPr/>
        </p:nvGrpSpPr>
        <p:grpSpPr>
          <a:xfrm>
            <a:off x="11093332" y="503780"/>
            <a:ext cx="1098669" cy="616232"/>
            <a:chOff x="11093332" y="503780"/>
            <a:chExt cx="1098669" cy="616232"/>
          </a:xfrm>
        </p:grpSpPr>
        <p:sp>
          <p:nvSpPr>
            <p:cNvPr id="21" name="Google Shape;21;p19"/>
            <p:cNvSpPr/>
            <p:nvPr/>
          </p:nvSpPr>
          <p:spPr>
            <a:xfrm flipH="1" rot="10800000">
              <a:off x="11093332" y="503780"/>
              <a:ext cx="1098669" cy="616232"/>
            </a:xfrm>
            <a:prstGeom prst="roundRect">
              <a:avLst>
                <a:gd fmla="val 11121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2" name="Google Shape;22;p19"/>
            <p:cNvSpPr/>
            <p:nvPr/>
          </p:nvSpPr>
          <p:spPr>
            <a:xfrm>
              <a:off x="11854657" y="503780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23" name="Google Shape;23;p19"/>
          <p:cNvGrpSpPr/>
          <p:nvPr/>
        </p:nvGrpSpPr>
        <p:grpSpPr>
          <a:xfrm>
            <a:off x="11267756" y="3518601"/>
            <a:ext cx="924246" cy="616232"/>
            <a:chOff x="11267756" y="3518601"/>
            <a:chExt cx="924246" cy="616232"/>
          </a:xfrm>
        </p:grpSpPr>
        <p:sp>
          <p:nvSpPr>
            <p:cNvPr id="24" name="Google Shape;24;p19"/>
            <p:cNvSpPr/>
            <p:nvPr/>
          </p:nvSpPr>
          <p:spPr>
            <a:xfrm>
              <a:off x="11267756" y="3518601"/>
              <a:ext cx="924246" cy="616232"/>
            </a:xfrm>
            <a:prstGeom prst="roundRect">
              <a:avLst>
                <a:gd fmla="val 11121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5" name="Google Shape;25;p19"/>
            <p:cNvSpPr/>
            <p:nvPr/>
          </p:nvSpPr>
          <p:spPr>
            <a:xfrm>
              <a:off x="11854657" y="3518601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26" name="Google Shape;26;p19"/>
          <p:cNvGrpSpPr/>
          <p:nvPr/>
        </p:nvGrpSpPr>
        <p:grpSpPr>
          <a:xfrm>
            <a:off x="11093332" y="5742212"/>
            <a:ext cx="1098670" cy="616232"/>
            <a:chOff x="11267756" y="3518601"/>
            <a:chExt cx="924246" cy="616232"/>
          </a:xfrm>
        </p:grpSpPr>
        <p:sp>
          <p:nvSpPr>
            <p:cNvPr id="27" name="Google Shape;27;p19"/>
            <p:cNvSpPr/>
            <p:nvPr/>
          </p:nvSpPr>
          <p:spPr>
            <a:xfrm>
              <a:off x="11267756" y="3518601"/>
              <a:ext cx="924246" cy="616232"/>
            </a:xfrm>
            <a:prstGeom prst="roundRect">
              <a:avLst>
                <a:gd fmla="val 11121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8" name="Google Shape;28;p19"/>
            <p:cNvSpPr/>
            <p:nvPr/>
          </p:nvSpPr>
          <p:spPr>
            <a:xfrm>
              <a:off x="11854657" y="3518601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29" name="Google Shape;29;p19"/>
          <p:cNvSpPr txBox="1"/>
          <p:nvPr>
            <p:ph idx="1" type="subTitle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lvl="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accent6"/>
                </a:solidFill>
                <a:latin typeface="Hind Light"/>
                <a:ea typeface="Hind Light"/>
                <a:cs typeface="Hind Light"/>
                <a:sym typeface="Hind Light"/>
              </a:defRPr>
            </a:lvl1pPr>
            <a:lvl2pPr lvl="1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type="ctrTitle"/>
          </p:nvPr>
        </p:nvSpPr>
        <p:spPr>
          <a:xfrm>
            <a:off x="865729" y="2323742"/>
            <a:ext cx="5822453" cy="14601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EEF2EC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Content-Light">
  <p:cSld name="Title-Content-Ligh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548640" y="566739"/>
            <a:ext cx="11109600" cy="563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544132" y="1353520"/>
            <a:ext cx="11115675" cy="445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4" name="Google Shape;3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blue text&#10;&#10;AI-generated content may be incorrect." id="35" name="Google Shape;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0"/>
          <p:cNvSpPr/>
          <p:nvPr/>
        </p:nvSpPr>
        <p:spPr>
          <a:xfrm>
            <a:off x="1453269" y="6293862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7" name="Google Shape;37;p20"/>
          <p:cNvSpPr/>
          <p:nvPr/>
        </p:nvSpPr>
        <p:spPr>
          <a:xfrm>
            <a:off x="9511805" y="6293862"/>
            <a:ext cx="1716402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8" name="Google Shape;38;p20"/>
          <p:cNvSpPr/>
          <p:nvPr/>
        </p:nvSpPr>
        <p:spPr>
          <a:xfrm>
            <a:off x="6745288" y="6293862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9" name="Google Shape;39;p20"/>
          <p:cNvSpPr/>
          <p:nvPr/>
        </p:nvSpPr>
        <p:spPr>
          <a:xfrm>
            <a:off x="2700956" y="6293862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0" name="Google Shape;40;p20"/>
          <p:cNvSpPr/>
          <p:nvPr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1" name="Google Shape;41;p20"/>
          <p:cNvSpPr/>
          <p:nvPr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2" name="Google Shape;42;p20"/>
          <p:cNvSpPr/>
          <p:nvPr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3" name="Google Shape;43;p20"/>
          <p:cNvSpPr/>
          <p:nvPr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4" name="Google Shape;44;p20"/>
          <p:cNvSpPr/>
          <p:nvPr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5" name="Google Shape;45;p20"/>
          <p:cNvSpPr/>
          <p:nvPr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6" name="Google Shape;46;p20"/>
          <p:cNvSpPr txBox="1"/>
          <p:nvPr>
            <p:ph idx="12" type="sldNum"/>
          </p:nvPr>
        </p:nvSpPr>
        <p:spPr>
          <a:xfrm>
            <a:off x="8856920" y="6228636"/>
            <a:ext cx="2743200" cy="236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Only-Light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type="title"/>
          </p:nvPr>
        </p:nvSpPr>
        <p:spPr>
          <a:xfrm>
            <a:off x="548640" y="566739"/>
            <a:ext cx="11109960" cy="603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856920" y="6228636"/>
            <a:ext cx="2743200" cy="236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  <p:sp>
        <p:nvSpPr>
          <p:cNvPr id="50" name="Google Shape;50;p21"/>
          <p:cNvSpPr/>
          <p:nvPr/>
        </p:nvSpPr>
        <p:spPr>
          <a:xfrm>
            <a:off x="1453269" y="6293862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1" name="Google Shape;51;p21"/>
          <p:cNvSpPr/>
          <p:nvPr/>
        </p:nvSpPr>
        <p:spPr>
          <a:xfrm>
            <a:off x="6745288" y="6293862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2" name="Google Shape;52;p21"/>
          <p:cNvSpPr/>
          <p:nvPr/>
        </p:nvSpPr>
        <p:spPr>
          <a:xfrm>
            <a:off x="2700956" y="6293862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3" name="Google Shape;53;p21"/>
          <p:cNvSpPr/>
          <p:nvPr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4" name="Google Shape;54;p21"/>
          <p:cNvSpPr/>
          <p:nvPr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5" name="Google Shape;55;p21"/>
          <p:cNvSpPr/>
          <p:nvPr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6" name="Google Shape;56;p21"/>
          <p:cNvSpPr/>
          <p:nvPr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7" name="Google Shape;57;p21"/>
          <p:cNvSpPr/>
          <p:nvPr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8" name="Google Shape;58;p21"/>
          <p:cNvSpPr/>
          <p:nvPr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9" name="Google Shape;59;p21"/>
          <p:cNvSpPr/>
          <p:nvPr/>
        </p:nvSpPr>
        <p:spPr>
          <a:xfrm>
            <a:off x="9511805" y="6293862"/>
            <a:ext cx="1716402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pic>
        <p:nvPicPr>
          <p:cNvPr id="60" name="Google Shape;6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blue text&#10;&#10;AI-generated content may be incorrect." id="61" name="Google Shape;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-Photo-Dark">
  <p:cSld name="Cover-Photo-Dark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standing on a hill looking at a village&#10;&#10;AI-generated content may be incorrect." id="63" name="Google Shape;63;p22"/>
          <p:cNvPicPr preferRelativeResize="0"/>
          <p:nvPr/>
        </p:nvPicPr>
        <p:blipFill rotWithShape="1">
          <a:blip r:embed="rId2">
            <a:alphaModFix/>
          </a:blip>
          <a:srcRect b="33994" l="0" r="0" t="22154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2"/>
          <p:cNvSpPr/>
          <p:nvPr/>
        </p:nvSpPr>
        <p:spPr>
          <a:xfrm rot="10800000">
            <a:off x="344627" y="2"/>
            <a:ext cx="6172200" cy="6076707"/>
          </a:xfrm>
          <a:prstGeom prst="round2SameRect">
            <a:avLst>
              <a:gd fmla="val 1101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65" name="Google Shape;65;p22"/>
          <p:cNvSpPr txBox="1"/>
          <p:nvPr>
            <p:ph type="ctrTitle"/>
          </p:nvPr>
        </p:nvSpPr>
        <p:spPr>
          <a:xfrm>
            <a:off x="1176825" y="1698297"/>
            <a:ext cx="4639770" cy="24915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/>
          <p:nvPr/>
        </p:nvSpPr>
        <p:spPr>
          <a:xfrm>
            <a:off x="6136186" y="310488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67" name="Google Shape;67;p22"/>
          <p:cNvGrpSpPr/>
          <p:nvPr/>
        </p:nvGrpSpPr>
        <p:grpSpPr>
          <a:xfrm>
            <a:off x="5101312" y="298394"/>
            <a:ext cx="1141334" cy="1141334"/>
            <a:chOff x="7284254" y="4138271"/>
            <a:chExt cx="1141334" cy="1141334"/>
          </a:xfrm>
        </p:grpSpPr>
        <p:sp>
          <p:nvSpPr>
            <p:cNvPr id="68" name="Google Shape;68;p22"/>
            <p:cNvSpPr/>
            <p:nvPr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69" name="Google Shape;69;p22"/>
            <p:cNvSpPr/>
            <p:nvPr/>
          </p:nvSpPr>
          <p:spPr>
            <a:xfrm>
              <a:off x="7284254" y="4138271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70" name="Google Shape;70;p22"/>
            <p:cNvSpPr/>
            <p:nvPr/>
          </p:nvSpPr>
          <p:spPr>
            <a:xfrm>
              <a:off x="8343290" y="4138271"/>
              <a:ext cx="82298" cy="10635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71" name="Google Shape;71;p22"/>
          <p:cNvSpPr/>
          <p:nvPr/>
        </p:nvSpPr>
        <p:spPr>
          <a:xfrm>
            <a:off x="6136186" y="288869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72" name="Google Shape;72;p22"/>
          <p:cNvSpPr/>
          <p:nvPr/>
        </p:nvSpPr>
        <p:spPr>
          <a:xfrm rot="5400000">
            <a:off x="5676534" y="2004969"/>
            <a:ext cx="1025657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73" name="Google Shape;73;p22"/>
          <p:cNvSpPr/>
          <p:nvPr/>
        </p:nvSpPr>
        <p:spPr>
          <a:xfrm>
            <a:off x="3858449" y="5685020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74" name="Google Shape;74;p22"/>
          <p:cNvGrpSpPr/>
          <p:nvPr/>
        </p:nvGrpSpPr>
        <p:grpSpPr>
          <a:xfrm flipH="1">
            <a:off x="618808" y="298394"/>
            <a:ext cx="1141334" cy="1141334"/>
            <a:chOff x="7284254" y="4138271"/>
            <a:chExt cx="1141334" cy="1141334"/>
          </a:xfrm>
        </p:grpSpPr>
        <p:sp>
          <p:nvSpPr>
            <p:cNvPr id="75" name="Google Shape;75;p22"/>
            <p:cNvSpPr/>
            <p:nvPr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76" name="Google Shape;76;p22"/>
            <p:cNvSpPr/>
            <p:nvPr/>
          </p:nvSpPr>
          <p:spPr>
            <a:xfrm>
              <a:off x="7284254" y="4138271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77" name="Google Shape;77;p22"/>
            <p:cNvSpPr/>
            <p:nvPr/>
          </p:nvSpPr>
          <p:spPr>
            <a:xfrm>
              <a:off x="8343290" y="4138271"/>
              <a:ext cx="82298" cy="10635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78" name="Google Shape;78;p22"/>
          <p:cNvSpPr/>
          <p:nvPr/>
        </p:nvSpPr>
        <p:spPr>
          <a:xfrm>
            <a:off x="1866637" y="5685020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79" name="Google Shape;79;p22"/>
          <p:cNvSpPr/>
          <p:nvPr/>
        </p:nvSpPr>
        <p:spPr>
          <a:xfrm>
            <a:off x="3114323" y="5685020"/>
            <a:ext cx="637774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80" name="Google Shape;80;p22"/>
          <p:cNvGrpSpPr/>
          <p:nvPr/>
        </p:nvGrpSpPr>
        <p:grpSpPr>
          <a:xfrm flipH="1" rot="10800000">
            <a:off x="5101097" y="4650038"/>
            <a:ext cx="1141334" cy="1141334"/>
            <a:chOff x="7284254" y="4138271"/>
            <a:chExt cx="1141334" cy="1141334"/>
          </a:xfrm>
        </p:grpSpPr>
        <p:sp>
          <p:nvSpPr>
            <p:cNvPr id="81" name="Google Shape;81;p22"/>
            <p:cNvSpPr/>
            <p:nvPr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82" name="Google Shape;82;p22"/>
            <p:cNvSpPr/>
            <p:nvPr/>
          </p:nvSpPr>
          <p:spPr>
            <a:xfrm>
              <a:off x="7284254" y="4138271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83" name="Google Shape;83;p22"/>
            <p:cNvSpPr/>
            <p:nvPr/>
          </p:nvSpPr>
          <p:spPr>
            <a:xfrm>
              <a:off x="8343290" y="4138271"/>
              <a:ext cx="82298" cy="10635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84" name="Google Shape;84;p22"/>
          <p:cNvGrpSpPr/>
          <p:nvPr/>
        </p:nvGrpSpPr>
        <p:grpSpPr>
          <a:xfrm rot="10800000">
            <a:off x="618593" y="4650038"/>
            <a:ext cx="1141334" cy="1141334"/>
            <a:chOff x="7284254" y="4138271"/>
            <a:chExt cx="1141334" cy="1141334"/>
          </a:xfrm>
        </p:grpSpPr>
        <p:sp>
          <p:nvSpPr>
            <p:cNvPr id="85" name="Google Shape;85;p22"/>
            <p:cNvSpPr/>
            <p:nvPr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86" name="Google Shape;86;p22"/>
            <p:cNvSpPr/>
            <p:nvPr/>
          </p:nvSpPr>
          <p:spPr>
            <a:xfrm>
              <a:off x="7284254" y="4138271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87" name="Google Shape;87;p22"/>
            <p:cNvSpPr/>
            <p:nvPr/>
          </p:nvSpPr>
          <p:spPr>
            <a:xfrm>
              <a:off x="8343290" y="4138271"/>
              <a:ext cx="82298" cy="10635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1176823" y="4357112"/>
            <a:ext cx="4639770" cy="935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2"/>
          <p:cNvSpPr/>
          <p:nvPr/>
        </p:nvSpPr>
        <p:spPr>
          <a:xfrm rot="10800000">
            <a:off x="1044859" y="7"/>
            <a:ext cx="4771736" cy="13716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pic>
        <p:nvPicPr>
          <p:cNvPr descr="A black background with blue text&#10;&#10;Description automatically generated" id="90" name="Google Shape;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0714" y="441941"/>
            <a:ext cx="1533500" cy="510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blue text&#10;&#10;AI-generated content may be incorrect." id="91" name="Google Shape;9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8629" y="441941"/>
            <a:ext cx="2114550" cy="51261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/>
          <p:nvPr/>
        </p:nvSpPr>
        <p:spPr>
          <a:xfrm>
            <a:off x="6136186" y="267872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93" name="Google Shape;93;p22"/>
          <p:cNvSpPr/>
          <p:nvPr/>
        </p:nvSpPr>
        <p:spPr>
          <a:xfrm>
            <a:off x="6136186" y="331761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94" name="Google Shape;94;p22"/>
          <p:cNvSpPr/>
          <p:nvPr/>
        </p:nvSpPr>
        <p:spPr>
          <a:xfrm rot="5400000">
            <a:off x="5682300" y="3984212"/>
            <a:ext cx="1014125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95" name="Google Shape;95;p22"/>
          <p:cNvSpPr/>
          <p:nvPr/>
        </p:nvSpPr>
        <p:spPr>
          <a:xfrm>
            <a:off x="618486" y="310488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96" name="Google Shape;96;p22"/>
          <p:cNvSpPr/>
          <p:nvPr/>
        </p:nvSpPr>
        <p:spPr>
          <a:xfrm>
            <a:off x="618486" y="2888701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97" name="Google Shape;97;p22"/>
          <p:cNvSpPr/>
          <p:nvPr/>
        </p:nvSpPr>
        <p:spPr>
          <a:xfrm rot="5400000">
            <a:off x="158834" y="2004971"/>
            <a:ext cx="1025657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98" name="Google Shape;98;p22"/>
          <p:cNvSpPr/>
          <p:nvPr/>
        </p:nvSpPr>
        <p:spPr>
          <a:xfrm>
            <a:off x="618486" y="2678726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99" name="Google Shape;99;p22"/>
          <p:cNvSpPr/>
          <p:nvPr/>
        </p:nvSpPr>
        <p:spPr>
          <a:xfrm>
            <a:off x="618486" y="3317621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00" name="Google Shape;100;p22"/>
          <p:cNvSpPr/>
          <p:nvPr/>
        </p:nvSpPr>
        <p:spPr>
          <a:xfrm rot="5400000">
            <a:off x="164600" y="3984214"/>
            <a:ext cx="1014125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-Photo-Light">
  <p:cSld name="Cover-Photo-Light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3"/>
          <p:cNvSpPr/>
          <p:nvPr/>
        </p:nvSpPr>
        <p:spPr>
          <a:xfrm rot="10800000">
            <a:off x="344627" y="2"/>
            <a:ext cx="6172200" cy="6076707"/>
          </a:xfrm>
          <a:prstGeom prst="round2SameRect">
            <a:avLst>
              <a:gd fmla="val 1101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04" name="Google Shape;104;p23"/>
          <p:cNvSpPr txBox="1"/>
          <p:nvPr>
            <p:ph type="ctrTitle"/>
          </p:nvPr>
        </p:nvSpPr>
        <p:spPr>
          <a:xfrm>
            <a:off x="1176825" y="1698297"/>
            <a:ext cx="4639770" cy="24915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dk1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3"/>
          <p:cNvSpPr/>
          <p:nvPr/>
        </p:nvSpPr>
        <p:spPr>
          <a:xfrm>
            <a:off x="6136186" y="310488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106" name="Google Shape;106;p23"/>
          <p:cNvGrpSpPr/>
          <p:nvPr/>
        </p:nvGrpSpPr>
        <p:grpSpPr>
          <a:xfrm>
            <a:off x="5101312" y="298394"/>
            <a:ext cx="1141334" cy="1141334"/>
            <a:chOff x="7284254" y="4138271"/>
            <a:chExt cx="1141334" cy="1141334"/>
          </a:xfrm>
        </p:grpSpPr>
        <p:sp>
          <p:nvSpPr>
            <p:cNvPr id="107" name="Google Shape;107;p23"/>
            <p:cNvSpPr/>
            <p:nvPr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08" name="Google Shape;108;p23"/>
            <p:cNvSpPr/>
            <p:nvPr/>
          </p:nvSpPr>
          <p:spPr>
            <a:xfrm>
              <a:off x="7284254" y="4138271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09" name="Google Shape;109;p23"/>
            <p:cNvSpPr/>
            <p:nvPr/>
          </p:nvSpPr>
          <p:spPr>
            <a:xfrm>
              <a:off x="8343290" y="4138271"/>
              <a:ext cx="82298" cy="10635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110" name="Google Shape;110;p23"/>
          <p:cNvSpPr/>
          <p:nvPr/>
        </p:nvSpPr>
        <p:spPr>
          <a:xfrm>
            <a:off x="6136186" y="288869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11" name="Google Shape;111;p23"/>
          <p:cNvSpPr/>
          <p:nvPr/>
        </p:nvSpPr>
        <p:spPr>
          <a:xfrm rot="5400000">
            <a:off x="5676534" y="2004969"/>
            <a:ext cx="1025657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12" name="Google Shape;112;p23"/>
          <p:cNvSpPr/>
          <p:nvPr/>
        </p:nvSpPr>
        <p:spPr>
          <a:xfrm>
            <a:off x="3858449" y="5685020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113" name="Google Shape;113;p23"/>
          <p:cNvGrpSpPr/>
          <p:nvPr/>
        </p:nvGrpSpPr>
        <p:grpSpPr>
          <a:xfrm flipH="1">
            <a:off x="618808" y="298394"/>
            <a:ext cx="1141334" cy="1141334"/>
            <a:chOff x="7284254" y="4138271"/>
            <a:chExt cx="1141334" cy="1141334"/>
          </a:xfrm>
        </p:grpSpPr>
        <p:sp>
          <p:nvSpPr>
            <p:cNvPr id="114" name="Google Shape;114;p23"/>
            <p:cNvSpPr/>
            <p:nvPr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15" name="Google Shape;115;p23"/>
            <p:cNvSpPr/>
            <p:nvPr/>
          </p:nvSpPr>
          <p:spPr>
            <a:xfrm>
              <a:off x="7284254" y="4138271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16" name="Google Shape;116;p23"/>
            <p:cNvSpPr/>
            <p:nvPr/>
          </p:nvSpPr>
          <p:spPr>
            <a:xfrm>
              <a:off x="8343290" y="4138271"/>
              <a:ext cx="82298" cy="10635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117" name="Google Shape;117;p23"/>
          <p:cNvSpPr/>
          <p:nvPr/>
        </p:nvSpPr>
        <p:spPr>
          <a:xfrm>
            <a:off x="1866637" y="5685020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18" name="Google Shape;118;p23"/>
          <p:cNvSpPr/>
          <p:nvPr/>
        </p:nvSpPr>
        <p:spPr>
          <a:xfrm>
            <a:off x="3114323" y="5685020"/>
            <a:ext cx="637774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119" name="Google Shape;119;p23"/>
          <p:cNvGrpSpPr/>
          <p:nvPr/>
        </p:nvGrpSpPr>
        <p:grpSpPr>
          <a:xfrm flipH="1" rot="10800000">
            <a:off x="5101097" y="4650038"/>
            <a:ext cx="1141334" cy="1141334"/>
            <a:chOff x="7284254" y="4138271"/>
            <a:chExt cx="1141334" cy="1141334"/>
          </a:xfrm>
        </p:grpSpPr>
        <p:sp>
          <p:nvSpPr>
            <p:cNvPr id="120" name="Google Shape;120;p23"/>
            <p:cNvSpPr/>
            <p:nvPr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21" name="Google Shape;121;p23"/>
            <p:cNvSpPr/>
            <p:nvPr/>
          </p:nvSpPr>
          <p:spPr>
            <a:xfrm>
              <a:off x="7284254" y="4138271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22" name="Google Shape;122;p23"/>
            <p:cNvSpPr/>
            <p:nvPr/>
          </p:nvSpPr>
          <p:spPr>
            <a:xfrm>
              <a:off x="8343290" y="4138271"/>
              <a:ext cx="82298" cy="10635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123" name="Google Shape;123;p23"/>
          <p:cNvGrpSpPr/>
          <p:nvPr/>
        </p:nvGrpSpPr>
        <p:grpSpPr>
          <a:xfrm rot="10800000">
            <a:off x="618593" y="4650038"/>
            <a:ext cx="1141334" cy="1141334"/>
            <a:chOff x="7284254" y="4138271"/>
            <a:chExt cx="1141334" cy="1141334"/>
          </a:xfrm>
        </p:grpSpPr>
        <p:sp>
          <p:nvSpPr>
            <p:cNvPr id="124" name="Google Shape;124;p23"/>
            <p:cNvSpPr/>
            <p:nvPr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25" name="Google Shape;125;p23"/>
            <p:cNvSpPr/>
            <p:nvPr/>
          </p:nvSpPr>
          <p:spPr>
            <a:xfrm>
              <a:off x="7284254" y="4138271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26" name="Google Shape;126;p23"/>
            <p:cNvSpPr/>
            <p:nvPr/>
          </p:nvSpPr>
          <p:spPr>
            <a:xfrm>
              <a:off x="8343290" y="4138271"/>
              <a:ext cx="82298" cy="10635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1176823" y="4357112"/>
            <a:ext cx="4639770" cy="935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3"/>
          <p:cNvSpPr/>
          <p:nvPr/>
        </p:nvSpPr>
        <p:spPr>
          <a:xfrm rot="10800000">
            <a:off x="1044859" y="7"/>
            <a:ext cx="4771736" cy="13716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pic>
        <p:nvPicPr>
          <p:cNvPr descr="A black background with blue text&#10;&#10;Description automatically generated" id="129" name="Google Shape;1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0714" y="441941"/>
            <a:ext cx="1533500" cy="510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blue text&#10;&#10;AI-generated content may be incorrect." id="130" name="Google Shape;1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8629" y="441941"/>
            <a:ext cx="2114550" cy="51261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/>
          <p:nvPr/>
        </p:nvSpPr>
        <p:spPr>
          <a:xfrm>
            <a:off x="6136186" y="267872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32" name="Google Shape;132;p23"/>
          <p:cNvSpPr/>
          <p:nvPr/>
        </p:nvSpPr>
        <p:spPr>
          <a:xfrm>
            <a:off x="6136186" y="331761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33" name="Google Shape;133;p23"/>
          <p:cNvSpPr/>
          <p:nvPr/>
        </p:nvSpPr>
        <p:spPr>
          <a:xfrm rot="5400000">
            <a:off x="5682300" y="3984212"/>
            <a:ext cx="1014125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618486" y="310488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618486" y="2888701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36" name="Google Shape;136;p23"/>
          <p:cNvSpPr/>
          <p:nvPr/>
        </p:nvSpPr>
        <p:spPr>
          <a:xfrm rot="5400000">
            <a:off x="158834" y="2004971"/>
            <a:ext cx="1025657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618486" y="2678726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618486" y="3317621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39" name="Google Shape;139;p23"/>
          <p:cNvSpPr/>
          <p:nvPr/>
        </p:nvSpPr>
        <p:spPr>
          <a:xfrm rot="5400000">
            <a:off x="164600" y="3984214"/>
            <a:ext cx="1014125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-Graphic-Dark">
  <p:cSld name="Cover-Graphic-Dark"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67286" y="5714488"/>
            <a:ext cx="1473649" cy="35808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 txBox="1"/>
          <p:nvPr>
            <p:ph type="ctrTitle"/>
          </p:nvPr>
        </p:nvSpPr>
        <p:spPr>
          <a:xfrm>
            <a:off x="871089" y="2757648"/>
            <a:ext cx="9144000" cy="73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1" type="subTitle"/>
          </p:nvPr>
        </p:nvSpPr>
        <p:spPr>
          <a:xfrm>
            <a:off x="871089" y="3592266"/>
            <a:ext cx="9144000" cy="587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>
                <a:solidFill>
                  <a:schemeClr val="accent6"/>
                </a:solidFill>
              </a:defRPr>
            </a:lvl1pPr>
            <a:lvl2pPr lvl="1" algn="ctr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4" name="Google Shape;144;p24"/>
          <p:cNvSpPr txBox="1"/>
          <p:nvPr>
            <p:ph idx="2" type="body"/>
          </p:nvPr>
        </p:nvSpPr>
        <p:spPr>
          <a:xfrm>
            <a:off x="871089" y="5040068"/>
            <a:ext cx="5851525" cy="1077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24"/>
          <p:cNvSpPr txBox="1"/>
          <p:nvPr>
            <p:ph idx="3" type="body"/>
          </p:nvPr>
        </p:nvSpPr>
        <p:spPr>
          <a:xfrm>
            <a:off x="871089" y="726324"/>
            <a:ext cx="3910806" cy="43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Internet Society logo" id="146" name="Google Shape;1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8592" y="5719206"/>
            <a:ext cx="1045940" cy="34864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/>
          <p:nvPr/>
        </p:nvSpPr>
        <p:spPr>
          <a:xfrm>
            <a:off x="11794401" y="3694107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148" name="Google Shape;148;p24"/>
          <p:cNvGrpSpPr/>
          <p:nvPr/>
        </p:nvGrpSpPr>
        <p:grpSpPr>
          <a:xfrm>
            <a:off x="10759634" y="296456"/>
            <a:ext cx="1141334" cy="1141334"/>
            <a:chOff x="7284254" y="4138271"/>
            <a:chExt cx="1141334" cy="1141334"/>
          </a:xfrm>
        </p:grpSpPr>
        <p:sp>
          <p:nvSpPr>
            <p:cNvPr id="149" name="Google Shape;149;p24"/>
            <p:cNvSpPr/>
            <p:nvPr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50" name="Google Shape;150;p24"/>
            <p:cNvSpPr/>
            <p:nvPr/>
          </p:nvSpPr>
          <p:spPr>
            <a:xfrm>
              <a:off x="7284254" y="4138271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51" name="Google Shape;151;p24"/>
            <p:cNvSpPr/>
            <p:nvPr/>
          </p:nvSpPr>
          <p:spPr>
            <a:xfrm>
              <a:off x="8343290" y="4138271"/>
              <a:ext cx="82298" cy="10635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152" name="Google Shape;152;p24"/>
          <p:cNvSpPr/>
          <p:nvPr/>
        </p:nvSpPr>
        <p:spPr>
          <a:xfrm>
            <a:off x="11794401" y="305718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11794401" y="348140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11794401" y="326989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55" name="Google Shape;155;p24"/>
          <p:cNvSpPr/>
          <p:nvPr/>
        </p:nvSpPr>
        <p:spPr>
          <a:xfrm rot="5400000">
            <a:off x="11145389" y="2192383"/>
            <a:ext cx="1404377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56" name="Google Shape;156;p24"/>
          <p:cNvSpPr/>
          <p:nvPr/>
        </p:nvSpPr>
        <p:spPr>
          <a:xfrm rot="5400000">
            <a:off x="11143631" y="4556739"/>
            <a:ext cx="1407893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57" name="Google Shape;157;p24"/>
          <p:cNvSpPr/>
          <p:nvPr/>
        </p:nvSpPr>
        <p:spPr>
          <a:xfrm flipH="1">
            <a:off x="291247" y="3694107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158" name="Google Shape;158;p24"/>
          <p:cNvGrpSpPr/>
          <p:nvPr/>
        </p:nvGrpSpPr>
        <p:grpSpPr>
          <a:xfrm flipH="1">
            <a:off x="291032" y="296456"/>
            <a:ext cx="1141334" cy="1141334"/>
            <a:chOff x="7284254" y="4138271"/>
            <a:chExt cx="1141334" cy="1141334"/>
          </a:xfrm>
        </p:grpSpPr>
        <p:sp>
          <p:nvSpPr>
            <p:cNvPr id="159" name="Google Shape;159;p24"/>
            <p:cNvSpPr/>
            <p:nvPr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60" name="Google Shape;160;p24"/>
            <p:cNvSpPr/>
            <p:nvPr/>
          </p:nvSpPr>
          <p:spPr>
            <a:xfrm>
              <a:off x="7284254" y="4138271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61" name="Google Shape;161;p24"/>
            <p:cNvSpPr/>
            <p:nvPr/>
          </p:nvSpPr>
          <p:spPr>
            <a:xfrm>
              <a:off x="8343290" y="4138271"/>
              <a:ext cx="82298" cy="10635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162" name="Google Shape;162;p24"/>
          <p:cNvSpPr/>
          <p:nvPr/>
        </p:nvSpPr>
        <p:spPr>
          <a:xfrm flipH="1">
            <a:off x="291247" y="305718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63" name="Google Shape;163;p24"/>
          <p:cNvSpPr/>
          <p:nvPr/>
        </p:nvSpPr>
        <p:spPr>
          <a:xfrm flipH="1">
            <a:off x="291247" y="348140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64" name="Google Shape;164;p24"/>
          <p:cNvSpPr/>
          <p:nvPr/>
        </p:nvSpPr>
        <p:spPr>
          <a:xfrm flipH="1">
            <a:off x="291247" y="326989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65" name="Google Shape;165;p24"/>
          <p:cNvSpPr/>
          <p:nvPr/>
        </p:nvSpPr>
        <p:spPr>
          <a:xfrm flipH="1" rot="-5400000">
            <a:off x="-357765" y="2192384"/>
            <a:ext cx="1404375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66" name="Google Shape;166;p24"/>
          <p:cNvSpPr/>
          <p:nvPr/>
        </p:nvSpPr>
        <p:spPr>
          <a:xfrm flipH="1" rot="-5400000">
            <a:off x="-359525" y="4556740"/>
            <a:ext cx="1407896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1538861" y="6455193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168" name="Google Shape;168;p24"/>
          <p:cNvGrpSpPr/>
          <p:nvPr/>
        </p:nvGrpSpPr>
        <p:grpSpPr>
          <a:xfrm flipH="1" rot="10800000">
            <a:off x="10759419" y="5420211"/>
            <a:ext cx="1141334" cy="1141334"/>
            <a:chOff x="7284254" y="4138271"/>
            <a:chExt cx="1141334" cy="1141334"/>
          </a:xfrm>
        </p:grpSpPr>
        <p:sp>
          <p:nvSpPr>
            <p:cNvPr id="169" name="Google Shape;169;p24"/>
            <p:cNvSpPr/>
            <p:nvPr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70" name="Google Shape;170;p24"/>
            <p:cNvSpPr/>
            <p:nvPr/>
          </p:nvSpPr>
          <p:spPr>
            <a:xfrm>
              <a:off x="7284254" y="4138271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71" name="Google Shape;171;p24"/>
            <p:cNvSpPr/>
            <p:nvPr/>
          </p:nvSpPr>
          <p:spPr>
            <a:xfrm>
              <a:off x="8343290" y="4138271"/>
              <a:ext cx="82298" cy="10635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172" name="Google Shape;172;p24"/>
          <p:cNvGrpSpPr/>
          <p:nvPr/>
        </p:nvGrpSpPr>
        <p:grpSpPr>
          <a:xfrm rot="10800000">
            <a:off x="290817" y="5420211"/>
            <a:ext cx="1141334" cy="1141334"/>
            <a:chOff x="7284254" y="4138271"/>
            <a:chExt cx="1141334" cy="1141334"/>
          </a:xfrm>
        </p:grpSpPr>
        <p:sp>
          <p:nvSpPr>
            <p:cNvPr id="173" name="Google Shape;173;p24"/>
            <p:cNvSpPr/>
            <p:nvPr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74" name="Google Shape;174;p24"/>
            <p:cNvSpPr/>
            <p:nvPr/>
          </p:nvSpPr>
          <p:spPr>
            <a:xfrm>
              <a:off x="7284254" y="4138271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8343290" y="4138271"/>
              <a:ext cx="82298" cy="10635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176" name="Google Shape;176;p24"/>
          <p:cNvSpPr/>
          <p:nvPr/>
        </p:nvSpPr>
        <p:spPr>
          <a:xfrm>
            <a:off x="9511805" y="6455193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6745288" y="6455193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2786548" y="6449991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79" name="Google Shape;179;p24"/>
          <p:cNvSpPr/>
          <p:nvPr/>
        </p:nvSpPr>
        <p:spPr>
          <a:xfrm>
            <a:off x="5550778" y="6449991"/>
            <a:ext cx="1088158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1538861" y="301658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9511805" y="301658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82" name="Google Shape;182;p24"/>
          <p:cNvSpPr/>
          <p:nvPr/>
        </p:nvSpPr>
        <p:spPr>
          <a:xfrm>
            <a:off x="6745288" y="301658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2786548" y="296456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84" name="Google Shape;184;p24"/>
          <p:cNvSpPr/>
          <p:nvPr/>
        </p:nvSpPr>
        <p:spPr>
          <a:xfrm>
            <a:off x="5550778" y="296456"/>
            <a:ext cx="1088158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-Graphic-Light">
  <p:cSld name="Cover-Graphic-Light"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67286" y="5705486"/>
            <a:ext cx="1473649" cy="358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/>
          <p:cNvSpPr txBox="1"/>
          <p:nvPr>
            <p:ph type="ctrTitle"/>
          </p:nvPr>
        </p:nvSpPr>
        <p:spPr>
          <a:xfrm>
            <a:off x="871089" y="2757648"/>
            <a:ext cx="9144000" cy="73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dk1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5"/>
          <p:cNvSpPr txBox="1"/>
          <p:nvPr>
            <p:ph idx="1" type="subTitle"/>
          </p:nvPr>
        </p:nvSpPr>
        <p:spPr>
          <a:xfrm>
            <a:off x="871089" y="3592266"/>
            <a:ext cx="9144000" cy="587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A black background with blue text&#10;&#10;Description automatically generated" id="189" name="Google Shape;1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6438" y="5716643"/>
            <a:ext cx="1058094" cy="35228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 txBox="1"/>
          <p:nvPr>
            <p:ph idx="2" type="body"/>
          </p:nvPr>
        </p:nvSpPr>
        <p:spPr>
          <a:xfrm>
            <a:off x="871089" y="5040068"/>
            <a:ext cx="5851525" cy="1077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25"/>
          <p:cNvSpPr txBox="1"/>
          <p:nvPr>
            <p:ph idx="3" type="body"/>
          </p:nvPr>
        </p:nvSpPr>
        <p:spPr>
          <a:xfrm>
            <a:off x="871089" y="726324"/>
            <a:ext cx="3910806" cy="43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25"/>
          <p:cNvSpPr/>
          <p:nvPr/>
        </p:nvSpPr>
        <p:spPr>
          <a:xfrm>
            <a:off x="11794401" y="3694107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193" name="Google Shape;193;p25"/>
          <p:cNvGrpSpPr/>
          <p:nvPr/>
        </p:nvGrpSpPr>
        <p:grpSpPr>
          <a:xfrm>
            <a:off x="10759634" y="296456"/>
            <a:ext cx="1141334" cy="1141334"/>
            <a:chOff x="7284254" y="4138271"/>
            <a:chExt cx="1141334" cy="1141334"/>
          </a:xfrm>
        </p:grpSpPr>
        <p:sp>
          <p:nvSpPr>
            <p:cNvPr id="194" name="Google Shape;194;p25"/>
            <p:cNvSpPr/>
            <p:nvPr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7284254" y="4138271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196" name="Google Shape;196;p25"/>
            <p:cNvSpPr/>
            <p:nvPr/>
          </p:nvSpPr>
          <p:spPr>
            <a:xfrm>
              <a:off x="8343290" y="4138271"/>
              <a:ext cx="82298" cy="10635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197" name="Google Shape;197;p25"/>
          <p:cNvSpPr/>
          <p:nvPr/>
        </p:nvSpPr>
        <p:spPr>
          <a:xfrm>
            <a:off x="11794401" y="305718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11794401" y="348140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11794401" y="326989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00" name="Google Shape;200;p25"/>
          <p:cNvSpPr/>
          <p:nvPr/>
        </p:nvSpPr>
        <p:spPr>
          <a:xfrm rot="5400000">
            <a:off x="11145389" y="2192383"/>
            <a:ext cx="1404377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01" name="Google Shape;201;p25"/>
          <p:cNvSpPr/>
          <p:nvPr/>
        </p:nvSpPr>
        <p:spPr>
          <a:xfrm rot="5400000">
            <a:off x="11143631" y="4556739"/>
            <a:ext cx="1407893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02" name="Google Shape;202;p25"/>
          <p:cNvSpPr/>
          <p:nvPr/>
        </p:nvSpPr>
        <p:spPr>
          <a:xfrm flipH="1">
            <a:off x="291247" y="3694107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203" name="Google Shape;203;p25"/>
          <p:cNvGrpSpPr/>
          <p:nvPr/>
        </p:nvGrpSpPr>
        <p:grpSpPr>
          <a:xfrm flipH="1">
            <a:off x="291032" y="296456"/>
            <a:ext cx="1141334" cy="1141334"/>
            <a:chOff x="7284254" y="4138271"/>
            <a:chExt cx="1141334" cy="1141334"/>
          </a:xfrm>
        </p:grpSpPr>
        <p:sp>
          <p:nvSpPr>
            <p:cNvPr id="204" name="Google Shape;204;p25"/>
            <p:cNvSpPr/>
            <p:nvPr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05" name="Google Shape;205;p25"/>
            <p:cNvSpPr/>
            <p:nvPr/>
          </p:nvSpPr>
          <p:spPr>
            <a:xfrm>
              <a:off x="7284254" y="4138271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06" name="Google Shape;206;p25"/>
            <p:cNvSpPr/>
            <p:nvPr/>
          </p:nvSpPr>
          <p:spPr>
            <a:xfrm>
              <a:off x="8343290" y="4138271"/>
              <a:ext cx="82298" cy="10635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207" name="Google Shape;207;p25"/>
          <p:cNvSpPr/>
          <p:nvPr/>
        </p:nvSpPr>
        <p:spPr>
          <a:xfrm flipH="1">
            <a:off x="291247" y="305718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08" name="Google Shape;208;p25"/>
          <p:cNvSpPr/>
          <p:nvPr/>
        </p:nvSpPr>
        <p:spPr>
          <a:xfrm flipH="1">
            <a:off x="291247" y="348140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09" name="Google Shape;209;p25"/>
          <p:cNvSpPr/>
          <p:nvPr/>
        </p:nvSpPr>
        <p:spPr>
          <a:xfrm flipH="1">
            <a:off x="291247" y="326989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10" name="Google Shape;210;p25"/>
          <p:cNvSpPr/>
          <p:nvPr/>
        </p:nvSpPr>
        <p:spPr>
          <a:xfrm flipH="1" rot="-5400000">
            <a:off x="-357765" y="2192384"/>
            <a:ext cx="1404375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11" name="Google Shape;211;p25"/>
          <p:cNvSpPr/>
          <p:nvPr/>
        </p:nvSpPr>
        <p:spPr>
          <a:xfrm flipH="1" rot="-5400000">
            <a:off x="-359525" y="4556740"/>
            <a:ext cx="1407896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1538861" y="6455193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213" name="Google Shape;213;p25"/>
          <p:cNvGrpSpPr/>
          <p:nvPr/>
        </p:nvGrpSpPr>
        <p:grpSpPr>
          <a:xfrm flipH="1" rot="10800000">
            <a:off x="10759419" y="5420211"/>
            <a:ext cx="1141334" cy="1141334"/>
            <a:chOff x="7284254" y="4138271"/>
            <a:chExt cx="1141334" cy="1141334"/>
          </a:xfrm>
        </p:grpSpPr>
        <p:sp>
          <p:nvSpPr>
            <p:cNvPr id="214" name="Google Shape;214;p25"/>
            <p:cNvSpPr/>
            <p:nvPr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15" name="Google Shape;215;p25"/>
            <p:cNvSpPr/>
            <p:nvPr/>
          </p:nvSpPr>
          <p:spPr>
            <a:xfrm>
              <a:off x="7284254" y="4138271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16" name="Google Shape;216;p25"/>
            <p:cNvSpPr/>
            <p:nvPr/>
          </p:nvSpPr>
          <p:spPr>
            <a:xfrm>
              <a:off x="8343290" y="4138271"/>
              <a:ext cx="82298" cy="10635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217" name="Google Shape;217;p25"/>
          <p:cNvGrpSpPr/>
          <p:nvPr/>
        </p:nvGrpSpPr>
        <p:grpSpPr>
          <a:xfrm rot="10800000">
            <a:off x="290817" y="5420211"/>
            <a:ext cx="1141334" cy="1141334"/>
            <a:chOff x="7284254" y="4138271"/>
            <a:chExt cx="1141334" cy="1141334"/>
          </a:xfrm>
        </p:grpSpPr>
        <p:sp>
          <p:nvSpPr>
            <p:cNvPr id="218" name="Google Shape;218;p25"/>
            <p:cNvSpPr/>
            <p:nvPr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19" name="Google Shape;219;p25"/>
            <p:cNvSpPr/>
            <p:nvPr/>
          </p:nvSpPr>
          <p:spPr>
            <a:xfrm>
              <a:off x="7284254" y="4138271"/>
              <a:ext cx="1141334" cy="106352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20" name="Google Shape;220;p25"/>
            <p:cNvSpPr/>
            <p:nvPr/>
          </p:nvSpPr>
          <p:spPr>
            <a:xfrm>
              <a:off x="8343290" y="4138271"/>
              <a:ext cx="82298" cy="10635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221" name="Google Shape;221;p25"/>
          <p:cNvSpPr/>
          <p:nvPr/>
        </p:nvSpPr>
        <p:spPr>
          <a:xfrm>
            <a:off x="9511805" y="6455193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6745288" y="6455193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2786548" y="6449991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5550778" y="6449991"/>
            <a:ext cx="1088158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1538861" y="301658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9511805" y="301658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6745288" y="301658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2786548" y="296456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5550778" y="296456"/>
            <a:ext cx="1088158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pic>
        <p:nvPicPr>
          <p:cNvPr descr="A black background with blue text&#10;&#10;AI-generated content may be incorrect." id="230" name="Google Shape;2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81923" y="5715934"/>
            <a:ext cx="1459011" cy="3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-A-Dark" showMasterSp="0">
  <p:cSld name="Divider-A-Dark">
    <p:bg>
      <p:bgPr>
        <a:solidFill>
          <a:schemeClr val="dk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/>
          <p:nvPr/>
        </p:nvSpPr>
        <p:spPr>
          <a:xfrm>
            <a:off x="7982290" y="4956950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6667366" y="5742212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34" name="Google Shape;234;p26"/>
          <p:cNvSpPr/>
          <p:nvPr/>
        </p:nvSpPr>
        <p:spPr>
          <a:xfrm flipH="1" rot="10800000">
            <a:off x="7982290" y="1288767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35" name="Google Shape;235;p26"/>
          <p:cNvSpPr/>
          <p:nvPr/>
        </p:nvSpPr>
        <p:spPr>
          <a:xfrm flipH="1" rot="10800000">
            <a:off x="9343113" y="503780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36" name="Google Shape;236;p26"/>
          <p:cNvSpPr/>
          <p:nvPr/>
        </p:nvSpPr>
        <p:spPr>
          <a:xfrm flipH="1" rot="10800000">
            <a:off x="6591753" y="503780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8019368" y="2733614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9517536" y="3518601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239" name="Google Shape;239;p26"/>
          <p:cNvGrpSpPr/>
          <p:nvPr/>
        </p:nvGrpSpPr>
        <p:grpSpPr>
          <a:xfrm>
            <a:off x="10792911" y="5742212"/>
            <a:ext cx="1399091" cy="616232"/>
            <a:chOff x="10792911" y="5742212"/>
            <a:chExt cx="1399091" cy="616232"/>
          </a:xfrm>
        </p:grpSpPr>
        <p:sp>
          <p:nvSpPr>
            <p:cNvPr id="240" name="Google Shape;240;p26"/>
            <p:cNvSpPr/>
            <p:nvPr/>
          </p:nvSpPr>
          <p:spPr>
            <a:xfrm>
              <a:off x="10792911" y="5742212"/>
              <a:ext cx="1399091" cy="616232"/>
            </a:xfrm>
            <a:prstGeom prst="roundRect">
              <a:avLst>
                <a:gd fmla="val 11121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11851481" y="5742212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242" name="Google Shape;242;p26"/>
          <p:cNvGrpSpPr/>
          <p:nvPr/>
        </p:nvGrpSpPr>
        <p:grpSpPr>
          <a:xfrm>
            <a:off x="10297487" y="4956400"/>
            <a:ext cx="1894515" cy="616782"/>
            <a:chOff x="10297487" y="4956400"/>
            <a:chExt cx="1894515" cy="616782"/>
          </a:xfrm>
        </p:grpSpPr>
        <p:sp>
          <p:nvSpPr>
            <p:cNvPr id="243" name="Google Shape;243;p26"/>
            <p:cNvSpPr/>
            <p:nvPr/>
          </p:nvSpPr>
          <p:spPr>
            <a:xfrm>
              <a:off x="10297487" y="4956950"/>
              <a:ext cx="1894513" cy="616232"/>
            </a:xfrm>
            <a:prstGeom prst="roundRect">
              <a:avLst>
                <a:gd fmla="val 11121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11854658" y="4956400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245" name="Google Shape;245;p26"/>
          <p:cNvGrpSpPr/>
          <p:nvPr/>
        </p:nvGrpSpPr>
        <p:grpSpPr>
          <a:xfrm>
            <a:off x="10911665" y="2733614"/>
            <a:ext cx="1280337" cy="617312"/>
            <a:chOff x="10911665" y="2733614"/>
            <a:chExt cx="1280337" cy="617312"/>
          </a:xfrm>
        </p:grpSpPr>
        <p:sp>
          <p:nvSpPr>
            <p:cNvPr id="246" name="Google Shape;246;p26"/>
            <p:cNvSpPr/>
            <p:nvPr/>
          </p:nvSpPr>
          <p:spPr>
            <a:xfrm>
              <a:off x="10911665" y="2733614"/>
              <a:ext cx="1280336" cy="616232"/>
            </a:xfrm>
            <a:prstGeom prst="roundRect">
              <a:avLst>
                <a:gd fmla="val 11121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11854658" y="2734694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248" name="Google Shape;248;p26"/>
          <p:cNvGrpSpPr/>
          <p:nvPr/>
        </p:nvGrpSpPr>
        <p:grpSpPr>
          <a:xfrm>
            <a:off x="10297488" y="1288767"/>
            <a:ext cx="1894514" cy="616232"/>
            <a:chOff x="10297488" y="1288767"/>
            <a:chExt cx="1894514" cy="616232"/>
          </a:xfrm>
        </p:grpSpPr>
        <p:sp>
          <p:nvSpPr>
            <p:cNvPr id="249" name="Google Shape;249;p26"/>
            <p:cNvSpPr/>
            <p:nvPr/>
          </p:nvSpPr>
          <p:spPr>
            <a:xfrm flipH="1" rot="10800000">
              <a:off x="10297488" y="1288767"/>
              <a:ext cx="1894514" cy="616232"/>
            </a:xfrm>
            <a:prstGeom prst="roundRect">
              <a:avLst>
                <a:gd fmla="val 11121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11854658" y="1288767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lvl="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accent6"/>
                </a:solidFill>
                <a:latin typeface="Hind Light"/>
                <a:ea typeface="Hind Light"/>
                <a:cs typeface="Hind Light"/>
                <a:sym typeface="Hind Light"/>
              </a:defRPr>
            </a:lvl1pPr>
            <a:lvl2pPr lvl="1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2" name="Google Shape;252;p26"/>
          <p:cNvSpPr txBox="1"/>
          <p:nvPr>
            <p:ph type="ctrTitle"/>
          </p:nvPr>
        </p:nvSpPr>
        <p:spPr>
          <a:xfrm>
            <a:off x="865729" y="2323742"/>
            <a:ext cx="5822453" cy="14601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EEF2EC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-B-Dark" showMasterSp="0">
  <p:cSld name="Divider-B-Dark">
    <p:bg>
      <p:bgPr>
        <a:solidFill>
          <a:schemeClr val="dk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/>
          <p:nvPr/>
        </p:nvSpPr>
        <p:spPr>
          <a:xfrm>
            <a:off x="8868115" y="4956950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7553191" y="5742212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56" name="Google Shape;256;p27"/>
          <p:cNvSpPr/>
          <p:nvPr/>
        </p:nvSpPr>
        <p:spPr>
          <a:xfrm flipH="1" rot="10800000">
            <a:off x="8868115" y="1288767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57" name="Google Shape;257;p27"/>
          <p:cNvSpPr/>
          <p:nvPr/>
        </p:nvSpPr>
        <p:spPr>
          <a:xfrm flipH="1" rot="10800000">
            <a:off x="7477578" y="503780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8905193" y="2733614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259" name="Google Shape;259;p27"/>
          <p:cNvGrpSpPr/>
          <p:nvPr/>
        </p:nvGrpSpPr>
        <p:grpSpPr>
          <a:xfrm>
            <a:off x="11678736" y="5742212"/>
            <a:ext cx="513265" cy="616232"/>
            <a:chOff x="11678736" y="5742212"/>
            <a:chExt cx="513265" cy="616232"/>
          </a:xfrm>
        </p:grpSpPr>
        <p:sp>
          <p:nvSpPr>
            <p:cNvPr id="260" name="Google Shape;260;p27"/>
            <p:cNvSpPr/>
            <p:nvPr/>
          </p:nvSpPr>
          <p:spPr>
            <a:xfrm>
              <a:off x="11678736" y="5742212"/>
              <a:ext cx="513265" cy="616232"/>
            </a:xfrm>
            <a:prstGeom prst="roundRect">
              <a:avLst>
                <a:gd fmla="val 11121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11854657" y="5742212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262" name="Google Shape;262;p27"/>
          <p:cNvGrpSpPr/>
          <p:nvPr/>
        </p:nvGrpSpPr>
        <p:grpSpPr>
          <a:xfrm>
            <a:off x="11183313" y="4956400"/>
            <a:ext cx="1008688" cy="616782"/>
            <a:chOff x="11183313" y="4956400"/>
            <a:chExt cx="1008688" cy="616782"/>
          </a:xfrm>
        </p:grpSpPr>
        <p:sp>
          <p:nvSpPr>
            <p:cNvPr id="263" name="Google Shape;263;p27"/>
            <p:cNvSpPr/>
            <p:nvPr/>
          </p:nvSpPr>
          <p:spPr>
            <a:xfrm>
              <a:off x="11183313" y="4956950"/>
              <a:ext cx="1008688" cy="616232"/>
            </a:xfrm>
            <a:prstGeom prst="roundRect">
              <a:avLst>
                <a:gd fmla="val 11121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11854657" y="4956400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265" name="Google Shape;265;p27"/>
          <p:cNvGrpSpPr/>
          <p:nvPr/>
        </p:nvGrpSpPr>
        <p:grpSpPr>
          <a:xfrm>
            <a:off x="11797490" y="2733614"/>
            <a:ext cx="394511" cy="617312"/>
            <a:chOff x="11797490" y="2733614"/>
            <a:chExt cx="394511" cy="617312"/>
          </a:xfrm>
        </p:grpSpPr>
        <p:sp>
          <p:nvSpPr>
            <p:cNvPr id="266" name="Google Shape;266;p27"/>
            <p:cNvSpPr/>
            <p:nvPr/>
          </p:nvSpPr>
          <p:spPr>
            <a:xfrm>
              <a:off x="11797490" y="2733614"/>
              <a:ext cx="394510" cy="616232"/>
            </a:xfrm>
            <a:prstGeom prst="roundRect">
              <a:avLst>
                <a:gd fmla="val 11121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67" name="Google Shape;267;p27"/>
            <p:cNvSpPr/>
            <p:nvPr/>
          </p:nvSpPr>
          <p:spPr>
            <a:xfrm>
              <a:off x="11854657" y="2734694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268" name="Google Shape;268;p27"/>
          <p:cNvGrpSpPr/>
          <p:nvPr/>
        </p:nvGrpSpPr>
        <p:grpSpPr>
          <a:xfrm>
            <a:off x="11183313" y="1288767"/>
            <a:ext cx="1008688" cy="616232"/>
            <a:chOff x="11183313" y="1288767"/>
            <a:chExt cx="1008688" cy="616232"/>
          </a:xfrm>
        </p:grpSpPr>
        <p:sp>
          <p:nvSpPr>
            <p:cNvPr id="269" name="Google Shape;269;p27"/>
            <p:cNvSpPr/>
            <p:nvPr/>
          </p:nvSpPr>
          <p:spPr>
            <a:xfrm flipH="1" rot="10800000">
              <a:off x="11183313" y="1288767"/>
              <a:ext cx="1008687" cy="616232"/>
            </a:xfrm>
            <a:prstGeom prst="roundRect">
              <a:avLst>
                <a:gd fmla="val 11121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70" name="Google Shape;270;p27"/>
            <p:cNvSpPr/>
            <p:nvPr/>
          </p:nvSpPr>
          <p:spPr>
            <a:xfrm>
              <a:off x="11854657" y="1288767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271" name="Google Shape;271;p27"/>
          <p:cNvGrpSpPr/>
          <p:nvPr/>
        </p:nvGrpSpPr>
        <p:grpSpPr>
          <a:xfrm>
            <a:off x="10228938" y="503780"/>
            <a:ext cx="1963063" cy="618296"/>
            <a:chOff x="10228938" y="503780"/>
            <a:chExt cx="1963063" cy="618296"/>
          </a:xfrm>
        </p:grpSpPr>
        <p:sp>
          <p:nvSpPr>
            <p:cNvPr id="272" name="Google Shape;272;p27"/>
            <p:cNvSpPr/>
            <p:nvPr/>
          </p:nvSpPr>
          <p:spPr>
            <a:xfrm flipH="1" rot="10800000">
              <a:off x="10228938" y="503780"/>
              <a:ext cx="1963063" cy="616232"/>
            </a:xfrm>
            <a:prstGeom prst="roundRect">
              <a:avLst>
                <a:gd fmla="val 11121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73" name="Google Shape;273;p27"/>
            <p:cNvSpPr/>
            <p:nvPr/>
          </p:nvSpPr>
          <p:spPr>
            <a:xfrm>
              <a:off x="11854657" y="505844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274" name="Google Shape;274;p27"/>
          <p:cNvGrpSpPr/>
          <p:nvPr/>
        </p:nvGrpSpPr>
        <p:grpSpPr>
          <a:xfrm>
            <a:off x="10403361" y="3518601"/>
            <a:ext cx="1788640" cy="616232"/>
            <a:chOff x="10403361" y="3518601"/>
            <a:chExt cx="1788640" cy="616232"/>
          </a:xfrm>
        </p:grpSpPr>
        <p:sp>
          <p:nvSpPr>
            <p:cNvPr id="275" name="Google Shape;275;p27"/>
            <p:cNvSpPr/>
            <p:nvPr/>
          </p:nvSpPr>
          <p:spPr>
            <a:xfrm>
              <a:off x="10403361" y="3518601"/>
              <a:ext cx="1788639" cy="616232"/>
            </a:xfrm>
            <a:prstGeom prst="roundRect">
              <a:avLst>
                <a:gd fmla="val 11121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76" name="Google Shape;276;p27"/>
            <p:cNvSpPr/>
            <p:nvPr/>
          </p:nvSpPr>
          <p:spPr>
            <a:xfrm>
              <a:off x="11854657" y="3518601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277" name="Google Shape;277;p27"/>
          <p:cNvSpPr txBox="1"/>
          <p:nvPr>
            <p:ph idx="1" type="subTitle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lvl="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accent6"/>
                </a:solidFill>
                <a:latin typeface="Hind Light"/>
                <a:ea typeface="Hind Light"/>
                <a:cs typeface="Hind Light"/>
                <a:sym typeface="Hind Light"/>
              </a:defRPr>
            </a:lvl1pPr>
            <a:lvl2pPr lvl="1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ctrTitle"/>
          </p:nvPr>
        </p:nvSpPr>
        <p:spPr>
          <a:xfrm>
            <a:off x="865729" y="2323742"/>
            <a:ext cx="5822453" cy="14601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EEF2EC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-A-Light" showMasterSp="0">
  <p:cSld name="Divider-A-Light"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"/>
          <p:cNvSpPr/>
          <p:nvPr/>
        </p:nvSpPr>
        <p:spPr>
          <a:xfrm>
            <a:off x="7982290" y="4956950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6667366" y="5742212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82" name="Google Shape;282;p28"/>
          <p:cNvSpPr/>
          <p:nvPr/>
        </p:nvSpPr>
        <p:spPr>
          <a:xfrm flipH="1" rot="10800000">
            <a:off x="7982290" y="1288767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83" name="Google Shape;283;p28"/>
          <p:cNvSpPr/>
          <p:nvPr/>
        </p:nvSpPr>
        <p:spPr>
          <a:xfrm flipH="1" rot="10800000">
            <a:off x="9343113" y="503780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84" name="Google Shape;284;p28"/>
          <p:cNvSpPr/>
          <p:nvPr/>
        </p:nvSpPr>
        <p:spPr>
          <a:xfrm flipH="1" rot="10800000">
            <a:off x="6591753" y="503780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8019368" y="2733614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286" name="Google Shape;286;p28"/>
          <p:cNvSpPr/>
          <p:nvPr/>
        </p:nvSpPr>
        <p:spPr>
          <a:xfrm>
            <a:off x="9517536" y="3518601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287" name="Google Shape;287;p28"/>
          <p:cNvGrpSpPr/>
          <p:nvPr/>
        </p:nvGrpSpPr>
        <p:grpSpPr>
          <a:xfrm>
            <a:off x="10792911" y="5742212"/>
            <a:ext cx="1399091" cy="616232"/>
            <a:chOff x="10792911" y="5742212"/>
            <a:chExt cx="1399091" cy="616232"/>
          </a:xfrm>
        </p:grpSpPr>
        <p:sp>
          <p:nvSpPr>
            <p:cNvPr id="288" name="Google Shape;288;p28"/>
            <p:cNvSpPr/>
            <p:nvPr/>
          </p:nvSpPr>
          <p:spPr>
            <a:xfrm>
              <a:off x="10792911" y="5742212"/>
              <a:ext cx="1399091" cy="616232"/>
            </a:xfrm>
            <a:prstGeom prst="roundRect">
              <a:avLst>
                <a:gd fmla="val 11121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89" name="Google Shape;289;p28"/>
            <p:cNvSpPr/>
            <p:nvPr/>
          </p:nvSpPr>
          <p:spPr>
            <a:xfrm>
              <a:off x="11851481" y="5742212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290" name="Google Shape;290;p28"/>
          <p:cNvGrpSpPr/>
          <p:nvPr/>
        </p:nvGrpSpPr>
        <p:grpSpPr>
          <a:xfrm>
            <a:off x="10297487" y="4956400"/>
            <a:ext cx="1894515" cy="616782"/>
            <a:chOff x="10297487" y="4956400"/>
            <a:chExt cx="1894515" cy="616782"/>
          </a:xfrm>
        </p:grpSpPr>
        <p:sp>
          <p:nvSpPr>
            <p:cNvPr id="291" name="Google Shape;291;p28"/>
            <p:cNvSpPr/>
            <p:nvPr/>
          </p:nvSpPr>
          <p:spPr>
            <a:xfrm>
              <a:off x="10297487" y="4956950"/>
              <a:ext cx="1894513" cy="616232"/>
            </a:xfrm>
            <a:prstGeom prst="roundRect">
              <a:avLst>
                <a:gd fmla="val 11121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92" name="Google Shape;292;p28"/>
            <p:cNvSpPr/>
            <p:nvPr/>
          </p:nvSpPr>
          <p:spPr>
            <a:xfrm>
              <a:off x="11854658" y="4956400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293" name="Google Shape;293;p28"/>
          <p:cNvGrpSpPr/>
          <p:nvPr/>
        </p:nvGrpSpPr>
        <p:grpSpPr>
          <a:xfrm>
            <a:off x="10911665" y="2733614"/>
            <a:ext cx="1280337" cy="617312"/>
            <a:chOff x="10911665" y="2733614"/>
            <a:chExt cx="1280337" cy="617312"/>
          </a:xfrm>
        </p:grpSpPr>
        <p:sp>
          <p:nvSpPr>
            <p:cNvPr id="294" name="Google Shape;294;p28"/>
            <p:cNvSpPr/>
            <p:nvPr/>
          </p:nvSpPr>
          <p:spPr>
            <a:xfrm>
              <a:off x="10911665" y="2733614"/>
              <a:ext cx="1280336" cy="616232"/>
            </a:xfrm>
            <a:prstGeom prst="roundRect">
              <a:avLst>
                <a:gd fmla="val 11121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95" name="Google Shape;295;p28"/>
            <p:cNvSpPr/>
            <p:nvPr/>
          </p:nvSpPr>
          <p:spPr>
            <a:xfrm>
              <a:off x="11854658" y="2734694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296" name="Google Shape;296;p28"/>
          <p:cNvGrpSpPr/>
          <p:nvPr/>
        </p:nvGrpSpPr>
        <p:grpSpPr>
          <a:xfrm>
            <a:off x="10297488" y="1288767"/>
            <a:ext cx="1894514" cy="616232"/>
            <a:chOff x="10297488" y="1288767"/>
            <a:chExt cx="1894514" cy="616232"/>
          </a:xfrm>
        </p:grpSpPr>
        <p:sp>
          <p:nvSpPr>
            <p:cNvPr id="297" name="Google Shape;297;p28"/>
            <p:cNvSpPr/>
            <p:nvPr/>
          </p:nvSpPr>
          <p:spPr>
            <a:xfrm flipH="1" rot="10800000">
              <a:off x="10297488" y="1288767"/>
              <a:ext cx="1894514" cy="616232"/>
            </a:xfrm>
            <a:prstGeom prst="roundRect">
              <a:avLst>
                <a:gd fmla="val 11121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298" name="Google Shape;298;p28"/>
            <p:cNvSpPr/>
            <p:nvPr/>
          </p:nvSpPr>
          <p:spPr>
            <a:xfrm>
              <a:off x="11854658" y="1288767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299" name="Google Shape;299;p28"/>
          <p:cNvSpPr txBox="1"/>
          <p:nvPr>
            <p:ph idx="1" type="subTitle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lvl="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accent1"/>
                </a:solidFill>
                <a:latin typeface="Hind Light"/>
                <a:ea typeface="Hind Light"/>
                <a:cs typeface="Hind Light"/>
                <a:sym typeface="Hind Light"/>
              </a:defRPr>
            </a:lvl1pPr>
            <a:lvl2pPr lvl="1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0" name="Google Shape;300;p28"/>
          <p:cNvSpPr txBox="1"/>
          <p:nvPr>
            <p:ph type="ctrTitle"/>
          </p:nvPr>
        </p:nvSpPr>
        <p:spPr>
          <a:xfrm>
            <a:off x="865729" y="2323742"/>
            <a:ext cx="5822453" cy="14601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dk1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-B-Light" showMasterSp="0">
  <p:cSld name="Divider-B-Light">
    <p:bg>
      <p:bgPr>
        <a:solidFill>
          <a:schemeClr val="lt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"/>
          <p:cNvSpPr/>
          <p:nvPr/>
        </p:nvSpPr>
        <p:spPr>
          <a:xfrm>
            <a:off x="8868115" y="4956950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7553191" y="5742212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04" name="Google Shape;304;p29"/>
          <p:cNvSpPr/>
          <p:nvPr/>
        </p:nvSpPr>
        <p:spPr>
          <a:xfrm flipH="1" rot="10800000">
            <a:off x="8868115" y="1288767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05" name="Google Shape;305;p29"/>
          <p:cNvSpPr/>
          <p:nvPr/>
        </p:nvSpPr>
        <p:spPr>
          <a:xfrm flipH="1" rot="10800000">
            <a:off x="7477578" y="503780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8905193" y="2733614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307" name="Google Shape;307;p29"/>
          <p:cNvGrpSpPr/>
          <p:nvPr/>
        </p:nvGrpSpPr>
        <p:grpSpPr>
          <a:xfrm>
            <a:off x="11678736" y="5742212"/>
            <a:ext cx="513265" cy="616232"/>
            <a:chOff x="11678736" y="5742212"/>
            <a:chExt cx="513265" cy="616232"/>
          </a:xfrm>
        </p:grpSpPr>
        <p:sp>
          <p:nvSpPr>
            <p:cNvPr id="308" name="Google Shape;308;p29"/>
            <p:cNvSpPr/>
            <p:nvPr/>
          </p:nvSpPr>
          <p:spPr>
            <a:xfrm>
              <a:off x="11678736" y="5742212"/>
              <a:ext cx="513265" cy="616232"/>
            </a:xfrm>
            <a:prstGeom prst="roundRect">
              <a:avLst>
                <a:gd fmla="val 11121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309" name="Google Shape;309;p29"/>
            <p:cNvSpPr/>
            <p:nvPr/>
          </p:nvSpPr>
          <p:spPr>
            <a:xfrm>
              <a:off x="11854657" y="5742212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310" name="Google Shape;310;p29"/>
          <p:cNvGrpSpPr/>
          <p:nvPr/>
        </p:nvGrpSpPr>
        <p:grpSpPr>
          <a:xfrm>
            <a:off x="11183313" y="4956400"/>
            <a:ext cx="1008688" cy="616782"/>
            <a:chOff x="11183313" y="4956400"/>
            <a:chExt cx="1008688" cy="616782"/>
          </a:xfrm>
        </p:grpSpPr>
        <p:sp>
          <p:nvSpPr>
            <p:cNvPr id="311" name="Google Shape;311;p29"/>
            <p:cNvSpPr/>
            <p:nvPr/>
          </p:nvSpPr>
          <p:spPr>
            <a:xfrm>
              <a:off x="11183313" y="4956950"/>
              <a:ext cx="1008688" cy="616232"/>
            </a:xfrm>
            <a:prstGeom prst="roundRect">
              <a:avLst>
                <a:gd fmla="val 11121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312" name="Google Shape;312;p29"/>
            <p:cNvSpPr/>
            <p:nvPr/>
          </p:nvSpPr>
          <p:spPr>
            <a:xfrm>
              <a:off x="11854657" y="4956400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313" name="Google Shape;313;p29"/>
          <p:cNvGrpSpPr/>
          <p:nvPr/>
        </p:nvGrpSpPr>
        <p:grpSpPr>
          <a:xfrm>
            <a:off x="11797490" y="2733614"/>
            <a:ext cx="394511" cy="617312"/>
            <a:chOff x="11797490" y="2733614"/>
            <a:chExt cx="394511" cy="617312"/>
          </a:xfrm>
        </p:grpSpPr>
        <p:sp>
          <p:nvSpPr>
            <p:cNvPr id="314" name="Google Shape;314;p29"/>
            <p:cNvSpPr/>
            <p:nvPr/>
          </p:nvSpPr>
          <p:spPr>
            <a:xfrm>
              <a:off x="11797490" y="2733614"/>
              <a:ext cx="394510" cy="616232"/>
            </a:xfrm>
            <a:prstGeom prst="roundRect">
              <a:avLst>
                <a:gd fmla="val 11121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315" name="Google Shape;315;p29"/>
            <p:cNvSpPr/>
            <p:nvPr/>
          </p:nvSpPr>
          <p:spPr>
            <a:xfrm>
              <a:off x="11854657" y="2734694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316" name="Google Shape;316;p29"/>
          <p:cNvGrpSpPr/>
          <p:nvPr/>
        </p:nvGrpSpPr>
        <p:grpSpPr>
          <a:xfrm>
            <a:off x="11183313" y="1288767"/>
            <a:ext cx="1008688" cy="616232"/>
            <a:chOff x="11183313" y="1288767"/>
            <a:chExt cx="1008688" cy="616232"/>
          </a:xfrm>
        </p:grpSpPr>
        <p:sp>
          <p:nvSpPr>
            <p:cNvPr id="317" name="Google Shape;317;p29"/>
            <p:cNvSpPr/>
            <p:nvPr/>
          </p:nvSpPr>
          <p:spPr>
            <a:xfrm flipH="1" rot="10800000">
              <a:off x="11183313" y="1288767"/>
              <a:ext cx="1008687" cy="616232"/>
            </a:xfrm>
            <a:prstGeom prst="roundRect">
              <a:avLst>
                <a:gd fmla="val 11121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318" name="Google Shape;318;p29"/>
            <p:cNvSpPr/>
            <p:nvPr/>
          </p:nvSpPr>
          <p:spPr>
            <a:xfrm>
              <a:off x="11854657" y="1288767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319" name="Google Shape;319;p29"/>
          <p:cNvGrpSpPr/>
          <p:nvPr/>
        </p:nvGrpSpPr>
        <p:grpSpPr>
          <a:xfrm>
            <a:off x="10228938" y="503780"/>
            <a:ext cx="1963063" cy="618296"/>
            <a:chOff x="10228938" y="503780"/>
            <a:chExt cx="1963063" cy="618296"/>
          </a:xfrm>
        </p:grpSpPr>
        <p:sp>
          <p:nvSpPr>
            <p:cNvPr id="320" name="Google Shape;320;p29"/>
            <p:cNvSpPr/>
            <p:nvPr/>
          </p:nvSpPr>
          <p:spPr>
            <a:xfrm flipH="1" rot="10800000">
              <a:off x="10228938" y="503780"/>
              <a:ext cx="1963063" cy="616232"/>
            </a:xfrm>
            <a:prstGeom prst="roundRect">
              <a:avLst>
                <a:gd fmla="val 11121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321" name="Google Shape;321;p29"/>
            <p:cNvSpPr/>
            <p:nvPr/>
          </p:nvSpPr>
          <p:spPr>
            <a:xfrm>
              <a:off x="11854657" y="505844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322" name="Google Shape;322;p29"/>
          <p:cNvGrpSpPr/>
          <p:nvPr/>
        </p:nvGrpSpPr>
        <p:grpSpPr>
          <a:xfrm>
            <a:off x="10403361" y="3518601"/>
            <a:ext cx="1788640" cy="616232"/>
            <a:chOff x="10403361" y="3518601"/>
            <a:chExt cx="1788640" cy="616232"/>
          </a:xfrm>
        </p:grpSpPr>
        <p:sp>
          <p:nvSpPr>
            <p:cNvPr id="323" name="Google Shape;323;p29"/>
            <p:cNvSpPr/>
            <p:nvPr/>
          </p:nvSpPr>
          <p:spPr>
            <a:xfrm>
              <a:off x="10403361" y="3518601"/>
              <a:ext cx="1788639" cy="616232"/>
            </a:xfrm>
            <a:prstGeom prst="roundRect">
              <a:avLst>
                <a:gd fmla="val 11121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324" name="Google Shape;324;p29"/>
            <p:cNvSpPr/>
            <p:nvPr/>
          </p:nvSpPr>
          <p:spPr>
            <a:xfrm>
              <a:off x="11854657" y="3518601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325" name="Google Shape;325;p29"/>
          <p:cNvSpPr txBox="1"/>
          <p:nvPr>
            <p:ph idx="1" type="subTitle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lvl="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accent1"/>
                </a:solidFill>
                <a:latin typeface="Hind Light"/>
                <a:ea typeface="Hind Light"/>
                <a:cs typeface="Hind Light"/>
                <a:sym typeface="Hind Light"/>
              </a:defRPr>
            </a:lvl1pPr>
            <a:lvl2pPr lvl="1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6" name="Google Shape;326;p29"/>
          <p:cNvSpPr txBox="1"/>
          <p:nvPr>
            <p:ph type="ctrTitle"/>
          </p:nvPr>
        </p:nvSpPr>
        <p:spPr>
          <a:xfrm>
            <a:off x="865729" y="2323742"/>
            <a:ext cx="5822453" cy="14601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dk1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-C-Light" showMasterSp="0">
  <p:cSld name="Divider-C-Light">
    <p:bg>
      <p:bgPr>
        <a:solidFill>
          <a:schemeClr val="lt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/>
          <p:nvPr/>
        </p:nvSpPr>
        <p:spPr>
          <a:xfrm>
            <a:off x="9732509" y="4956950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8341970" y="5742212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30" name="Google Shape;330;p30"/>
          <p:cNvSpPr/>
          <p:nvPr/>
        </p:nvSpPr>
        <p:spPr>
          <a:xfrm flipH="1" rot="10800000">
            <a:off x="9732509" y="1288767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31" name="Google Shape;331;p30"/>
          <p:cNvSpPr/>
          <p:nvPr/>
        </p:nvSpPr>
        <p:spPr>
          <a:xfrm flipH="1" rot="10800000">
            <a:off x="8341972" y="503780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32" name="Google Shape;332;p30"/>
          <p:cNvSpPr/>
          <p:nvPr/>
        </p:nvSpPr>
        <p:spPr>
          <a:xfrm>
            <a:off x="9769587" y="2733614"/>
            <a:ext cx="2146167" cy="616232"/>
          </a:xfrm>
          <a:prstGeom prst="roundRect">
            <a:avLst>
              <a:gd fmla="val 111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grpSp>
        <p:nvGrpSpPr>
          <p:cNvPr id="333" name="Google Shape;333;p30"/>
          <p:cNvGrpSpPr/>
          <p:nvPr/>
        </p:nvGrpSpPr>
        <p:grpSpPr>
          <a:xfrm>
            <a:off x="11093332" y="503780"/>
            <a:ext cx="1098669" cy="616232"/>
            <a:chOff x="11093332" y="503780"/>
            <a:chExt cx="1098669" cy="616232"/>
          </a:xfrm>
        </p:grpSpPr>
        <p:sp>
          <p:nvSpPr>
            <p:cNvPr id="334" name="Google Shape;334;p30"/>
            <p:cNvSpPr/>
            <p:nvPr/>
          </p:nvSpPr>
          <p:spPr>
            <a:xfrm flipH="1" rot="10800000">
              <a:off x="11093332" y="503780"/>
              <a:ext cx="1098669" cy="616232"/>
            </a:xfrm>
            <a:prstGeom prst="roundRect">
              <a:avLst>
                <a:gd fmla="val 11121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11854657" y="503780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336" name="Google Shape;336;p30"/>
          <p:cNvGrpSpPr/>
          <p:nvPr/>
        </p:nvGrpSpPr>
        <p:grpSpPr>
          <a:xfrm>
            <a:off x="11267756" y="3518601"/>
            <a:ext cx="924246" cy="616232"/>
            <a:chOff x="11267756" y="3518601"/>
            <a:chExt cx="924246" cy="616232"/>
          </a:xfrm>
        </p:grpSpPr>
        <p:sp>
          <p:nvSpPr>
            <p:cNvPr id="337" name="Google Shape;337;p30"/>
            <p:cNvSpPr/>
            <p:nvPr/>
          </p:nvSpPr>
          <p:spPr>
            <a:xfrm>
              <a:off x="11267756" y="3518601"/>
              <a:ext cx="924246" cy="616232"/>
            </a:xfrm>
            <a:prstGeom prst="roundRect">
              <a:avLst>
                <a:gd fmla="val 11121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11854657" y="3518601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grpSp>
        <p:nvGrpSpPr>
          <p:cNvPr id="339" name="Google Shape;339;p30"/>
          <p:cNvGrpSpPr/>
          <p:nvPr/>
        </p:nvGrpSpPr>
        <p:grpSpPr>
          <a:xfrm>
            <a:off x="11093332" y="5742212"/>
            <a:ext cx="1098670" cy="616232"/>
            <a:chOff x="11267756" y="3518601"/>
            <a:chExt cx="924246" cy="616232"/>
          </a:xfrm>
        </p:grpSpPr>
        <p:sp>
          <p:nvSpPr>
            <p:cNvPr id="340" name="Google Shape;340;p30"/>
            <p:cNvSpPr/>
            <p:nvPr/>
          </p:nvSpPr>
          <p:spPr>
            <a:xfrm>
              <a:off x="11267756" y="3518601"/>
              <a:ext cx="924246" cy="616232"/>
            </a:xfrm>
            <a:prstGeom prst="roundRect">
              <a:avLst>
                <a:gd fmla="val 11121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11854657" y="3518601"/>
              <a:ext cx="337344" cy="616232"/>
            </a:xfrm>
            <a:prstGeom prst="roundRect">
              <a:avLst>
                <a:gd fmla="val 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endParaRPr>
            </a:p>
          </p:txBody>
        </p:sp>
      </p:grpSp>
      <p:sp>
        <p:nvSpPr>
          <p:cNvPr id="342" name="Google Shape;342;p30"/>
          <p:cNvSpPr txBox="1"/>
          <p:nvPr>
            <p:ph idx="1" type="subTitle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lvl="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accent1"/>
                </a:solidFill>
                <a:latin typeface="Hind Light"/>
                <a:ea typeface="Hind Light"/>
                <a:cs typeface="Hind Light"/>
                <a:sym typeface="Hind Light"/>
              </a:defRPr>
            </a:lvl1pPr>
            <a:lvl2pPr lvl="1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type="ctrTitle"/>
          </p:nvPr>
        </p:nvSpPr>
        <p:spPr>
          <a:xfrm>
            <a:off x="865729" y="2323742"/>
            <a:ext cx="5822453" cy="14601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dk1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Content-Dark">
  <p:cSld name="Title-Content-Dark">
    <p:bg>
      <p:bgPr>
        <a:solidFill>
          <a:schemeClr val="dk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"/>
          <p:cNvSpPr txBox="1"/>
          <p:nvPr>
            <p:ph type="title"/>
          </p:nvPr>
        </p:nvSpPr>
        <p:spPr>
          <a:xfrm>
            <a:off x="548640" y="566739"/>
            <a:ext cx="11109600" cy="563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31"/>
          <p:cNvSpPr txBox="1"/>
          <p:nvPr>
            <p:ph idx="1" type="body"/>
          </p:nvPr>
        </p:nvSpPr>
        <p:spPr>
          <a:xfrm>
            <a:off x="544132" y="1353520"/>
            <a:ext cx="11115675" cy="445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7" name="Google Shape;347;p31"/>
          <p:cNvSpPr/>
          <p:nvPr/>
        </p:nvSpPr>
        <p:spPr>
          <a:xfrm>
            <a:off x="1453269" y="6293862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6745288" y="6293862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2700956" y="6293862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50" name="Google Shape;350;p31"/>
          <p:cNvSpPr/>
          <p:nvPr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51" name="Google Shape;351;p31"/>
          <p:cNvSpPr/>
          <p:nvPr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52" name="Google Shape;352;p31"/>
          <p:cNvSpPr/>
          <p:nvPr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53" name="Google Shape;353;p31"/>
          <p:cNvSpPr/>
          <p:nvPr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54" name="Google Shape;354;p31"/>
          <p:cNvSpPr/>
          <p:nvPr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55" name="Google Shape;355;p31"/>
          <p:cNvSpPr/>
          <p:nvPr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56" name="Google Shape;356;p31"/>
          <p:cNvSpPr txBox="1"/>
          <p:nvPr>
            <p:ph idx="12" type="sldNum"/>
          </p:nvPr>
        </p:nvSpPr>
        <p:spPr>
          <a:xfrm>
            <a:off x="8856920" y="6228636"/>
            <a:ext cx="2743200" cy="236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  <p:sp>
        <p:nvSpPr>
          <p:cNvPr id="357" name="Google Shape;357;p31"/>
          <p:cNvSpPr/>
          <p:nvPr/>
        </p:nvSpPr>
        <p:spPr>
          <a:xfrm>
            <a:off x="9511805" y="6293862"/>
            <a:ext cx="1716402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pic>
        <p:nvPicPr>
          <p:cNvPr id="358" name="Google Shape;35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2086" y="6220748"/>
            <a:ext cx="278528" cy="27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450" y="6220694"/>
            <a:ext cx="270403" cy="270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Content-2-Column-Dark">
  <p:cSld name="Title-Content-2-Column-Dark">
    <p:bg>
      <p:bgPr>
        <a:solidFill>
          <a:schemeClr val="dk1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 txBox="1"/>
          <p:nvPr>
            <p:ph type="title"/>
          </p:nvPr>
        </p:nvSpPr>
        <p:spPr>
          <a:xfrm>
            <a:off x="548640" y="566739"/>
            <a:ext cx="11109600" cy="563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32"/>
          <p:cNvSpPr txBox="1"/>
          <p:nvPr>
            <p:ph idx="1" type="body"/>
          </p:nvPr>
        </p:nvSpPr>
        <p:spPr>
          <a:xfrm>
            <a:off x="544132" y="1353520"/>
            <a:ext cx="5329363" cy="445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3" name="Google Shape;363;p32"/>
          <p:cNvSpPr txBox="1"/>
          <p:nvPr>
            <p:ph idx="2" type="body"/>
          </p:nvPr>
        </p:nvSpPr>
        <p:spPr>
          <a:xfrm>
            <a:off x="6270757" y="1353520"/>
            <a:ext cx="5329363" cy="445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4" name="Google Shape;364;p32"/>
          <p:cNvSpPr/>
          <p:nvPr/>
        </p:nvSpPr>
        <p:spPr>
          <a:xfrm>
            <a:off x="1453269" y="6293862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65" name="Google Shape;365;p32"/>
          <p:cNvSpPr/>
          <p:nvPr/>
        </p:nvSpPr>
        <p:spPr>
          <a:xfrm>
            <a:off x="6745288" y="6293862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66" name="Google Shape;366;p32"/>
          <p:cNvSpPr/>
          <p:nvPr/>
        </p:nvSpPr>
        <p:spPr>
          <a:xfrm>
            <a:off x="2700956" y="6293862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68" name="Google Shape;368;p32"/>
          <p:cNvSpPr/>
          <p:nvPr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69" name="Google Shape;369;p32"/>
          <p:cNvSpPr/>
          <p:nvPr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70" name="Google Shape;370;p32"/>
          <p:cNvSpPr/>
          <p:nvPr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73" name="Google Shape;373;p32"/>
          <p:cNvSpPr/>
          <p:nvPr/>
        </p:nvSpPr>
        <p:spPr>
          <a:xfrm>
            <a:off x="9511805" y="6293862"/>
            <a:ext cx="1716402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74" name="Google Shape;374;p32"/>
          <p:cNvSpPr txBox="1"/>
          <p:nvPr>
            <p:ph idx="12" type="sldNum"/>
          </p:nvPr>
        </p:nvSpPr>
        <p:spPr>
          <a:xfrm>
            <a:off x="8856920" y="6228636"/>
            <a:ext cx="2743200" cy="236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  <p:pic>
        <p:nvPicPr>
          <p:cNvPr id="375" name="Google Shape;37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2086" y="6220748"/>
            <a:ext cx="278528" cy="27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450" y="6220694"/>
            <a:ext cx="270403" cy="270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Content-2-Column-Light">
  <p:cSld name="Title-Content-2-Column-Light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 txBox="1"/>
          <p:nvPr>
            <p:ph type="title"/>
          </p:nvPr>
        </p:nvSpPr>
        <p:spPr>
          <a:xfrm>
            <a:off x="548640" y="566739"/>
            <a:ext cx="11109600" cy="563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33"/>
          <p:cNvSpPr txBox="1"/>
          <p:nvPr>
            <p:ph idx="1" type="body"/>
          </p:nvPr>
        </p:nvSpPr>
        <p:spPr>
          <a:xfrm>
            <a:off x="544132" y="1353520"/>
            <a:ext cx="5329363" cy="445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0" name="Google Shape;380;p33"/>
          <p:cNvSpPr txBox="1"/>
          <p:nvPr>
            <p:ph idx="2" type="body"/>
          </p:nvPr>
        </p:nvSpPr>
        <p:spPr>
          <a:xfrm>
            <a:off x="6270757" y="1353520"/>
            <a:ext cx="5329363" cy="445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p33"/>
          <p:cNvSpPr/>
          <p:nvPr/>
        </p:nvSpPr>
        <p:spPr>
          <a:xfrm>
            <a:off x="1453269" y="6293862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6745288" y="6293862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2700956" y="6293862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88" name="Google Shape;388;p33"/>
          <p:cNvSpPr/>
          <p:nvPr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89" name="Google Shape;389;p33"/>
          <p:cNvSpPr/>
          <p:nvPr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90" name="Google Shape;390;p33"/>
          <p:cNvSpPr txBox="1"/>
          <p:nvPr>
            <p:ph idx="12" type="sldNum"/>
          </p:nvPr>
        </p:nvSpPr>
        <p:spPr>
          <a:xfrm>
            <a:off x="8856920" y="6228636"/>
            <a:ext cx="2743200" cy="236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  <p:sp>
        <p:nvSpPr>
          <p:cNvPr id="391" name="Google Shape;391;p33"/>
          <p:cNvSpPr/>
          <p:nvPr/>
        </p:nvSpPr>
        <p:spPr>
          <a:xfrm>
            <a:off x="9511805" y="6293862"/>
            <a:ext cx="1716402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pic>
        <p:nvPicPr>
          <p:cNvPr id="392" name="Google Shape;39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blue text&#10;&#10;AI-generated content may be incorrect." id="393" name="Google Shape;39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Content-Photo-Dark">
  <p:cSld name="Title-Content-Photo-Dark">
    <p:bg>
      <p:bgPr>
        <a:solidFill>
          <a:schemeClr val="dk1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4"/>
          <p:cNvSpPr txBox="1"/>
          <p:nvPr>
            <p:ph type="title"/>
          </p:nvPr>
        </p:nvSpPr>
        <p:spPr>
          <a:xfrm>
            <a:off x="548640" y="566739"/>
            <a:ext cx="5564373" cy="563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34"/>
          <p:cNvSpPr txBox="1"/>
          <p:nvPr>
            <p:ph idx="1" type="body"/>
          </p:nvPr>
        </p:nvSpPr>
        <p:spPr>
          <a:xfrm>
            <a:off x="548640" y="1353520"/>
            <a:ext cx="5564373" cy="4708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7" name="Google Shape;397;p34"/>
          <p:cNvSpPr/>
          <p:nvPr>
            <p:ph idx="2" type="pic"/>
          </p:nvPr>
        </p:nvSpPr>
        <p:spPr>
          <a:xfrm>
            <a:off x="6305106" y="0"/>
            <a:ext cx="5886893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34"/>
          <p:cNvSpPr/>
          <p:nvPr/>
        </p:nvSpPr>
        <p:spPr>
          <a:xfrm>
            <a:off x="1453269" y="6293862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2700956" y="6293862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00" name="Google Shape;400;p34"/>
          <p:cNvSpPr/>
          <p:nvPr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01" name="Google Shape;401;p34"/>
          <p:cNvSpPr/>
          <p:nvPr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pic>
        <p:nvPicPr>
          <p:cNvPr id="403" name="Google Shape;40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blue text&#10;&#10;AI-generated content may be incorrect." id="404" name="Google Shape;40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086" y="6220748"/>
            <a:ext cx="278528" cy="27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450" y="6220694"/>
            <a:ext cx="270403" cy="270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Content-Photo-Light">
  <p:cSld name="Title-Content-Photo-Light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5"/>
          <p:cNvSpPr txBox="1"/>
          <p:nvPr>
            <p:ph type="title"/>
          </p:nvPr>
        </p:nvSpPr>
        <p:spPr>
          <a:xfrm>
            <a:off x="548640" y="566739"/>
            <a:ext cx="5564373" cy="563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35"/>
          <p:cNvSpPr txBox="1"/>
          <p:nvPr>
            <p:ph idx="1" type="body"/>
          </p:nvPr>
        </p:nvSpPr>
        <p:spPr>
          <a:xfrm>
            <a:off x="548640" y="1353520"/>
            <a:ext cx="5564373" cy="4708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0" name="Google Shape;410;p35"/>
          <p:cNvSpPr/>
          <p:nvPr>
            <p:ph idx="2" type="pic"/>
          </p:nvPr>
        </p:nvSpPr>
        <p:spPr>
          <a:xfrm>
            <a:off x="6305106" y="0"/>
            <a:ext cx="5886893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411" name="Google Shape;411;p35"/>
          <p:cNvSpPr/>
          <p:nvPr/>
        </p:nvSpPr>
        <p:spPr>
          <a:xfrm>
            <a:off x="1453269" y="6293862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12" name="Google Shape;412;p35"/>
          <p:cNvSpPr/>
          <p:nvPr/>
        </p:nvSpPr>
        <p:spPr>
          <a:xfrm>
            <a:off x="2700956" y="6293862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pic>
        <p:nvPicPr>
          <p:cNvPr id="416" name="Google Shape;416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blue text&#10;&#10;AI-generated content may be incorrect." id="417" name="Google Shape;41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Only-Dark">
  <p:cSld name="Title-Only-Dark">
    <p:bg>
      <p:bgPr>
        <a:solidFill>
          <a:schemeClr val="dk1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2086" y="6220748"/>
            <a:ext cx="278528" cy="2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 txBox="1"/>
          <p:nvPr>
            <p:ph type="title"/>
          </p:nvPr>
        </p:nvSpPr>
        <p:spPr>
          <a:xfrm>
            <a:off x="548640" y="566739"/>
            <a:ext cx="11109960" cy="603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21" name="Google Shape;42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450" y="6220694"/>
            <a:ext cx="270403" cy="270403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6"/>
          <p:cNvSpPr/>
          <p:nvPr/>
        </p:nvSpPr>
        <p:spPr>
          <a:xfrm>
            <a:off x="1453269" y="6293862"/>
            <a:ext cx="1141334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23" name="Google Shape;423;p36"/>
          <p:cNvSpPr/>
          <p:nvPr/>
        </p:nvSpPr>
        <p:spPr>
          <a:xfrm>
            <a:off x="6745288" y="6293862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24" name="Google Shape;424;p36"/>
          <p:cNvSpPr/>
          <p:nvPr/>
        </p:nvSpPr>
        <p:spPr>
          <a:xfrm>
            <a:off x="2700956" y="6293862"/>
            <a:ext cx="2660165" cy="106352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25" name="Google Shape;425;p36"/>
          <p:cNvSpPr/>
          <p:nvPr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27" name="Google Shape;427;p36"/>
          <p:cNvSpPr/>
          <p:nvPr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28" name="Google Shape;428;p36"/>
          <p:cNvSpPr/>
          <p:nvPr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29" name="Google Shape;429;p36"/>
          <p:cNvSpPr/>
          <p:nvPr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31" name="Google Shape;431;p36"/>
          <p:cNvSpPr txBox="1"/>
          <p:nvPr>
            <p:ph idx="12" type="sldNum"/>
          </p:nvPr>
        </p:nvSpPr>
        <p:spPr>
          <a:xfrm>
            <a:off x="8856920" y="6228636"/>
            <a:ext cx="2743200" cy="236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  <p:sp>
        <p:nvSpPr>
          <p:cNvPr id="432" name="Google Shape;432;p36"/>
          <p:cNvSpPr/>
          <p:nvPr/>
        </p:nvSpPr>
        <p:spPr>
          <a:xfrm>
            <a:off x="9511805" y="6293862"/>
            <a:ext cx="1716402" cy="106352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548640" y="566739"/>
            <a:ext cx="11109960" cy="603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accent1"/>
                </a:solidFill>
                <a:latin typeface="Hind Light"/>
                <a:ea typeface="Hind Light"/>
                <a:cs typeface="Hind Light"/>
                <a:sym typeface="Hind Light"/>
              </a:defRPr>
            </a:lvl1pPr>
            <a:lvl2pPr lvl="1" marR="0" rtl="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Hind Light"/>
                <a:ea typeface="Hind Light"/>
                <a:cs typeface="Hind Light"/>
                <a:sym typeface="Hind Light"/>
              </a:defRPr>
            </a:lvl2pPr>
            <a:lvl3pPr lvl="2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Hind Light"/>
                <a:ea typeface="Hind Light"/>
                <a:cs typeface="Hind Light"/>
                <a:sym typeface="Hind Light"/>
              </a:defRPr>
            </a:lvl3pPr>
            <a:lvl4pPr lvl="3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Hind Light"/>
                <a:ea typeface="Hind Light"/>
                <a:cs typeface="Hind Light"/>
                <a:sym typeface="Hind Light"/>
              </a:defRPr>
            </a:lvl4pPr>
            <a:lvl5pPr lvl="4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Hind Light"/>
                <a:ea typeface="Hind Light"/>
                <a:cs typeface="Hind Light"/>
                <a:sym typeface="Hind Light"/>
              </a:defRPr>
            </a:lvl5pPr>
            <a:lvl6pPr lvl="5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Hind Light"/>
                <a:ea typeface="Hind Light"/>
                <a:cs typeface="Hind Light"/>
                <a:sym typeface="Hind Light"/>
              </a:defRPr>
            </a:lvl6pPr>
            <a:lvl7pPr lvl="6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Hind Light"/>
                <a:ea typeface="Hind Light"/>
                <a:cs typeface="Hind Light"/>
                <a:sym typeface="Hind Light"/>
              </a:defRPr>
            </a:lvl7pPr>
            <a:lvl8pPr lvl="7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Hind Light"/>
                <a:ea typeface="Hind Light"/>
                <a:cs typeface="Hind Light"/>
                <a:sym typeface="Hind Light"/>
              </a:defRPr>
            </a:lvl8pPr>
            <a:lvl9pPr lvl="8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2"/>
                </a:solidFill>
                <a:latin typeface="Hind Light"/>
                <a:ea typeface="Hind Light"/>
                <a:cs typeface="Hind Light"/>
                <a:sym typeface="Hind Light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552174" y="1388182"/>
            <a:ext cx="11109601" cy="461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1pPr>
            <a:lvl2pPr indent="-355600" lvl="1" marL="914400" marR="0" rtl="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2pPr>
            <a:lvl3pPr indent="-342900" lvl="2" marL="1371600" marR="0" rtl="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3pPr>
            <a:lvl4pPr indent="-330200" lvl="3" marL="1828800" marR="0" rtl="0" algn="l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4pPr>
            <a:lvl5pPr indent="-317500" lvl="4" marL="22860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5pPr>
            <a:lvl6pPr indent="-342900" lvl="5" marL="27432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6pPr>
            <a:lvl7pPr indent="-342900" lvl="6" marL="3200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2" type="sldNum"/>
          </p:nvPr>
        </p:nvSpPr>
        <p:spPr>
          <a:xfrm>
            <a:off x="8918575" y="6342063"/>
            <a:ext cx="2743200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hyperlink" Target="https://s.id/fbretas" TargetMode="External"/><Relationship Id="rId10" Type="http://schemas.openxmlformats.org/officeDocument/2006/relationships/hyperlink" Target="http://haveibeenpwned.com/" TargetMode="External"/><Relationship Id="rId13" Type="http://schemas.openxmlformats.org/officeDocument/2006/relationships/hyperlink" Target="https://s.id/googleretas" TargetMode="External"/><Relationship Id="rId12" Type="http://schemas.openxmlformats.org/officeDocument/2006/relationships/hyperlink" Target="https://s.id/twretas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hyperlink" Target="http://password.kaspersky.com/" TargetMode="External"/><Relationship Id="rId9" Type="http://schemas.openxmlformats.org/officeDocument/2006/relationships/hyperlink" Target="http://periksadata.com/" TargetMode="External"/><Relationship Id="rId14" Type="http://schemas.openxmlformats.org/officeDocument/2006/relationships/hyperlink" Target="https://s.id/igretas" TargetMode="External"/><Relationship Id="rId5" Type="http://schemas.openxmlformats.org/officeDocument/2006/relationships/hyperlink" Target="http://ictwatch.id/2fa" TargetMode="External"/><Relationship Id="rId6" Type="http://schemas.openxmlformats.org/officeDocument/2006/relationships/hyperlink" Target="http://g.co/SecurityCheckup" TargetMode="External"/><Relationship Id="rId7" Type="http://schemas.openxmlformats.org/officeDocument/2006/relationships/hyperlink" Target="http://g.co/SecurityCheckup" TargetMode="External"/><Relationship Id="rId8" Type="http://schemas.openxmlformats.org/officeDocument/2006/relationships/hyperlink" Target="http://fb.com/privacy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1"/>
          <p:cNvPicPr preferRelativeResize="0"/>
          <p:nvPr/>
        </p:nvPicPr>
        <p:blipFill rotWithShape="1">
          <a:blip r:embed="rId3">
            <a:alphaModFix/>
          </a:blip>
          <a:srcRect b="0" l="0" r="20081" t="0"/>
          <a:stretch/>
        </p:blipFill>
        <p:spPr>
          <a:xfrm>
            <a:off x="-3096" y="-1"/>
            <a:ext cx="12195096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450" y="155897"/>
            <a:ext cx="5142272" cy="5068342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"/>
          <p:cNvSpPr/>
          <p:nvPr/>
        </p:nvSpPr>
        <p:spPr>
          <a:xfrm>
            <a:off x="841600" y="1535030"/>
            <a:ext cx="4241677" cy="328157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40" name="Google Shape;440;p1"/>
          <p:cNvSpPr txBox="1"/>
          <p:nvPr/>
        </p:nvSpPr>
        <p:spPr>
          <a:xfrm>
            <a:off x="875069" y="1626051"/>
            <a:ext cx="3610284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2400" u="none" cap="none" strike="noStrike">
                <a:solidFill>
                  <a:srgbClr val="3982E3"/>
                </a:solidFill>
                <a:latin typeface="Hind Light"/>
                <a:ea typeface="Hind Light"/>
                <a:cs typeface="Hind Light"/>
                <a:sym typeface="Hind Light"/>
              </a:rPr>
              <a:t>MODUL-3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23366E"/>
              </a:solidFill>
              <a:latin typeface="Hind Light"/>
              <a:ea typeface="Hind Light"/>
              <a:cs typeface="Hind Light"/>
              <a:sym typeface="Hind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4000">
                <a:solidFill>
                  <a:srgbClr val="23366E"/>
                </a:solidFill>
                <a:latin typeface="Hind Light"/>
                <a:ea typeface="Hind Light"/>
                <a:cs typeface="Hind Light"/>
                <a:sym typeface="Hind Light"/>
              </a:rPr>
              <a:t>PERUNDUNGAN</a:t>
            </a:r>
            <a:br>
              <a:rPr b="1" lang="en-ID" sz="4000">
                <a:solidFill>
                  <a:srgbClr val="23366E"/>
                </a:solidFill>
                <a:latin typeface="Hind Light"/>
                <a:ea typeface="Hind Light"/>
                <a:cs typeface="Hind Light"/>
                <a:sym typeface="Hind Light"/>
              </a:rPr>
            </a:br>
            <a:r>
              <a:rPr b="1" lang="en-ID" sz="4000">
                <a:solidFill>
                  <a:srgbClr val="23366E"/>
                </a:solidFill>
                <a:latin typeface="Hind Light"/>
                <a:ea typeface="Hind Light"/>
                <a:cs typeface="Hind Light"/>
                <a:sym typeface="Hind Light"/>
              </a:rPr>
              <a:t>ONLINE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23366E"/>
              </a:solidFill>
              <a:latin typeface="Hind Light"/>
              <a:ea typeface="Hind Light"/>
              <a:cs typeface="Hind Light"/>
              <a:sym typeface="Hind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rgbClr val="3982E3"/>
                </a:solidFill>
                <a:latin typeface="Hind Light"/>
                <a:ea typeface="Hind Light"/>
                <a:cs typeface="Hind Light"/>
                <a:sym typeface="Hind Light"/>
              </a:rPr>
              <a:t>ISOC Chapter Indonesia</a:t>
            </a:r>
            <a:br>
              <a:rPr b="1" lang="en-ID" sz="2400">
                <a:solidFill>
                  <a:srgbClr val="3982E3"/>
                </a:solidFill>
                <a:latin typeface="Hind Light"/>
                <a:ea typeface="Hind Light"/>
                <a:cs typeface="Hind Light"/>
                <a:sym typeface="Hind Light"/>
              </a:rPr>
            </a:br>
            <a:r>
              <a:rPr b="1" lang="en-ID" sz="2400">
                <a:solidFill>
                  <a:srgbClr val="3982E3"/>
                </a:solidFill>
                <a:latin typeface="Hind Light"/>
                <a:ea typeface="Hind Light"/>
                <a:cs typeface="Hind Light"/>
                <a:sym typeface="Hind Light"/>
              </a:rPr>
              <a:t>Oktober 2026</a:t>
            </a:r>
            <a:endParaRPr b="1" sz="2400">
              <a:solidFill>
                <a:srgbClr val="3982E3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"/>
          <p:cNvSpPr txBox="1"/>
          <p:nvPr>
            <p:ph type="ctrTitle"/>
          </p:nvPr>
        </p:nvSpPr>
        <p:spPr>
          <a:xfrm>
            <a:off x="865188" y="557309"/>
            <a:ext cx="8170657" cy="45635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6000">
                <a:solidFill>
                  <a:srgbClr val="23366E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Perundungan Online</a:t>
            </a:r>
            <a:br>
              <a:rPr b="1" lang="en-ID">
                <a:solidFill>
                  <a:srgbClr val="23366E"/>
                </a:solidFill>
              </a:rPr>
            </a:br>
            <a:br>
              <a:rPr b="1" lang="en-ID">
                <a:solidFill>
                  <a:srgbClr val="23366E"/>
                </a:solidFill>
              </a:rPr>
            </a:br>
            <a:endParaRPr b="1">
              <a:solidFill>
                <a:srgbClr val="23366E"/>
              </a:solidFill>
            </a:endParaRPr>
          </a:p>
        </p:txBody>
      </p:sp>
      <p:sp>
        <p:nvSpPr>
          <p:cNvPr id="446" name="Google Shape;446;p2"/>
          <p:cNvSpPr txBox="1"/>
          <p:nvPr>
            <p:ph idx="4294967295" type="sldNum"/>
          </p:nvPr>
        </p:nvSpPr>
        <p:spPr>
          <a:xfrm>
            <a:off x="9448800" y="6191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447" name="Google Shape;447;p2"/>
          <p:cNvSpPr txBox="1"/>
          <p:nvPr>
            <p:ph idx="1" type="subTitle"/>
          </p:nvPr>
        </p:nvSpPr>
        <p:spPr>
          <a:xfrm>
            <a:off x="884852" y="3509877"/>
            <a:ext cx="8396800" cy="85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>
                <a:solidFill>
                  <a:srgbClr val="3982E3"/>
                </a:solidFill>
              </a:rPr>
              <a:t>Pemahaman, Menjaga dan Pemanfaatan Data Pribadi Pemanfaatan dan Regulasi Data Pribadi</a:t>
            </a:r>
            <a:endParaRPr>
              <a:solidFill>
                <a:srgbClr val="3982E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"/>
          <p:cNvSpPr txBox="1"/>
          <p:nvPr>
            <p:ph idx="12" type="sldNum"/>
          </p:nvPr>
        </p:nvSpPr>
        <p:spPr>
          <a:xfrm>
            <a:off x="8856920" y="6228636"/>
            <a:ext cx="2743200" cy="236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  <p:pic>
        <p:nvPicPr>
          <p:cNvPr id="453" name="Google Shape;45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7785" y="184928"/>
            <a:ext cx="1689834" cy="342178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"/>
          <p:cNvSpPr txBox="1"/>
          <p:nvPr/>
        </p:nvSpPr>
        <p:spPr>
          <a:xfrm>
            <a:off x="1307690" y="1579979"/>
            <a:ext cx="951762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rgbClr val="3982E3"/>
                </a:solidFill>
                <a:latin typeface="Hind Light"/>
                <a:ea typeface="Hind Light"/>
                <a:cs typeface="Hind Light"/>
                <a:sym typeface="Hind Light"/>
              </a:rPr>
              <a:t>Perundungan Online adalah penggunaan platform komunikasi digital untuk melecehkan, mengintimidasi, atau menyakiti orang lain melalui perilaku agresif yang berulang. Contohnya: mengirim pesan yang menyakitkan, menyebarkan rumor, membagikan konten yang memalukan, atau menyamar sebagai orang lain secara online. Hal ini menyebabkan tekanan emosional dan dampak psikologis.</a:t>
            </a:r>
            <a:endParaRPr/>
          </a:p>
        </p:txBody>
      </p:sp>
      <p:sp>
        <p:nvSpPr>
          <p:cNvPr id="455" name="Google Shape;455;p4"/>
          <p:cNvSpPr txBox="1"/>
          <p:nvPr/>
        </p:nvSpPr>
        <p:spPr>
          <a:xfrm>
            <a:off x="2920181" y="995204"/>
            <a:ext cx="64106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3200">
                <a:solidFill>
                  <a:srgbClr val="23366E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APA ITU PERUNDUNGAN ONLINE ? </a:t>
            </a:r>
            <a:endParaRPr/>
          </a:p>
        </p:txBody>
      </p:sp>
      <p:sp>
        <p:nvSpPr>
          <p:cNvPr id="456" name="Google Shape;456;p4"/>
          <p:cNvSpPr/>
          <p:nvPr/>
        </p:nvSpPr>
        <p:spPr>
          <a:xfrm>
            <a:off x="5565060" y="4281599"/>
            <a:ext cx="2949677" cy="1613313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rgbClr val="23366E"/>
                </a:solidFill>
                <a:latin typeface="Hind Light"/>
                <a:ea typeface="Hind Light"/>
                <a:cs typeface="Hind Light"/>
                <a:sym typeface="Hind Light"/>
              </a:rPr>
              <a:t>Mengirim pesan, gambar, atau video yang menyakitkan, kasar, atau mengancam melalui platform pesan</a:t>
            </a:r>
            <a:endParaRPr b="1" sz="1800">
              <a:solidFill>
                <a:srgbClr val="23366E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57" name="Google Shape;457;p4"/>
          <p:cNvSpPr/>
          <p:nvPr/>
        </p:nvSpPr>
        <p:spPr>
          <a:xfrm>
            <a:off x="8647472" y="4281599"/>
            <a:ext cx="2949677" cy="1613313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rgbClr val="23366E"/>
                </a:solidFill>
                <a:latin typeface="Hind Light"/>
                <a:ea typeface="Hind Light"/>
                <a:cs typeface="Hind Light"/>
                <a:sym typeface="Hind Light"/>
              </a:rPr>
              <a:t>Menyamar sebagai orang lain &amp; mengirim pesan jahat kepada orang lain mengatasnamakan korban atau melalui akun palsu</a:t>
            </a:r>
            <a:endParaRPr b="1" sz="1800">
              <a:solidFill>
                <a:srgbClr val="23366E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58" name="Google Shape;458;p4"/>
          <p:cNvSpPr txBox="1"/>
          <p:nvPr/>
        </p:nvSpPr>
        <p:spPr>
          <a:xfrm>
            <a:off x="5509371" y="4174878"/>
            <a:ext cx="381836" cy="369332"/>
          </a:xfrm>
          <a:prstGeom prst="rect">
            <a:avLst/>
          </a:prstGeom>
          <a:solidFill>
            <a:srgbClr val="3982E3"/>
          </a:solidFill>
          <a:ln cap="flat" cmpd="sng" w="9525">
            <a:solidFill>
              <a:srgbClr val="398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="1"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9" name="Google Shape;459;p4"/>
          <p:cNvSpPr txBox="1"/>
          <p:nvPr/>
        </p:nvSpPr>
        <p:spPr>
          <a:xfrm>
            <a:off x="8591791" y="4189627"/>
            <a:ext cx="381836" cy="369332"/>
          </a:xfrm>
          <a:prstGeom prst="rect">
            <a:avLst/>
          </a:prstGeom>
          <a:solidFill>
            <a:srgbClr val="3982E3"/>
          </a:solidFill>
          <a:ln cap="flat" cmpd="sng" w="9525">
            <a:solidFill>
              <a:srgbClr val="398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 b="1"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60" name="Google Shape;460;p4"/>
          <p:cNvPicPr preferRelativeResize="0"/>
          <p:nvPr/>
        </p:nvPicPr>
        <p:blipFill rotWithShape="1">
          <a:blip r:embed="rId4">
            <a:alphaModFix/>
          </a:blip>
          <a:srcRect b="0" l="20500" r="0" t="0"/>
          <a:stretch/>
        </p:blipFill>
        <p:spPr>
          <a:xfrm>
            <a:off x="108154" y="2632852"/>
            <a:ext cx="4420447" cy="3652235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"/>
          <p:cNvSpPr/>
          <p:nvPr/>
        </p:nvSpPr>
        <p:spPr>
          <a:xfrm>
            <a:off x="2482648" y="4281598"/>
            <a:ext cx="2949677" cy="1613313"/>
          </a:xfrm>
          <a:prstGeom prst="roundRect">
            <a:avLst>
              <a:gd fmla="val 16667" name="adj"/>
            </a:avLst>
          </a:prstGeom>
          <a:solidFill>
            <a:srgbClr val="EEF2EC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rgbClr val="23366E"/>
                </a:solidFill>
                <a:latin typeface="Hind Light"/>
                <a:ea typeface="Hind Light"/>
                <a:cs typeface="Hind Light"/>
                <a:sym typeface="Hind Light"/>
              </a:rPr>
              <a:t>Menyebarkan kebohongan atau mengunggah foto/video memalukan tentang seseorang di media sosial</a:t>
            </a:r>
            <a:endParaRPr b="1" sz="1800">
              <a:solidFill>
                <a:srgbClr val="23366E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62" name="Google Shape;462;p4"/>
          <p:cNvSpPr txBox="1"/>
          <p:nvPr/>
        </p:nvSpPr>
        <p:spPr>
          <a:xfrm>
            <a:off x="2222092" y="4174878"/>
            <a:ext cx="381836" cy="369332"/>
          </a:xfrm>
          <a:prstGeom prst="rect">
            <a:avLst/>
          </a:prstGeom>
          <a:solidFill>
            <a:srgbClr val="3982E3"/>
          </a:solidFill>
          <a:ln cap="flat" cmpd="sng" w="9525">
            <a:solidFill>
              <a:srgbClr val="398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="1"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"/>
          <p:cNvSpPr txBox="1"/>
          <p:nvPr>
            <p:ph idx="12" type="sldNum"/>
          </p:nvPr>
        </p:nvSpPr>
        <p:spPr>
          <a:xfrm>
            <a:off x="8856920" y="6228636"/>
            <a:ext cx="2743200" cy="236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  <p:pic>
        <p:nvPicPr>
          <p:cNvPr id="468" name="Google Shape;4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7785" y="184928"/>
            <a:ext cx="1689834" cy="342178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"/>
          <p:cNvSpPr txBox="1"/>
          <p:nvPr/>
        </p:nvSpPr>
        <p:spPr>
          <a:xfrm>
            <a:off x="540773" y="232331"/>
            <a:ext cx="795429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000">
                <a:solidFill>
                  <a:srgbClr val="14334F"/>
                </a:solidFill>
                <a:latin typeface="Hind Light"/>
                <a:ea typeface="Hind Light"/>
                <a:cs typeface="Hind Light"/>
                <a:sym typeface="Hind Light"/>
              </a:rPr>
              <a:t>Parameter Perbandingan </a:t>
            </a:r>
            <a:r>
              <a:rPr b="1" lang="en-ID" sz="2800">
                <a:solidFill>
                  <a:srgbClr val="14334F"/>
                </a:solidFill>
                <a:latin typeface="Hind Light"/>
                <a:ea typeface="Hind Light"/>
                <a:cs typeface="Hind Light"/>
                <a:sym typeface="Hind Light"/>
              </a:rPr>
              <a:t>:</a:t>
            </a:r>
            <a:br>
              <a:rPr lang="en-ID" sz="18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rPr>
            </a:br>
            <a:r>
              <a:rPr b="1" lang="en-ID" sz="2800">
                <a:solidFill>
                  <a:srgbClr val="00B0F0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Perundungan vs Perundungan Online</a:t>
            </a:r>
            <a:endParaRPr b="1" sz="1800">
              <a:solidFill>
                <a:srgbClr val="00B0F0"/>
              </a:solidFill>
              <a:latin typeface="Fira Sans Black"/>
              <a:ea typeface="Fira Sans Black"/>
              <a:cs typeface="Fira Sans Black"/>
              <a:sym typeface="Fira Sans Black"/>
            </a:endParaRPr>
          </a:p>
        </p:txBody>
      </p:sp>
      <p:pic>
        <p:nvPicPr>
          <p:cNvPr id="470" name="Google Shape;47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0426" y="1245430"/>
            <a:ext cx="9080090" cy="4954042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"/>
          <p:cNvSpPr txBox="1"/>
          <p:nvPr/>
        </p:nvSpPr>
        <p:spPr>
          <a:xfrm>
            <a:off x="1671483" y="1267812"/>
            <a:ext cx="23695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rPr>
              <a:t>Parameter Perbandingan</a:t>
            </a:r>
            <a:endParaRPr b="1"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72" name="Google Shape;472;p5"/>
          <p:cNvSpPr txBox="1"/>
          <p:nvPr/>
        </p:nvSpPr>
        <p:spPr>
          <a:xfrm>
            <a:off x="2192593" y="2290485"/>
            <a:ext cx="11012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rPr>
              <a:t>Definisi</a:t>
            </a:r>
            <a:endParaRPr b="1"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73" name="Google Shape;473;p5"/>
          <p:cNvSpPr txBox="1"/>
          <p:nvPr/>
        </p:nvSpPr>
        <p:spPr>
          <a:xfrm>
            <a:off x="2192593" y="3193475"/>
            <a:ext cx="11012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rPr>
              <a:t>Lingkup</a:t>
            </a:r>
            <a:endParaRPr b="1"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74" name="Google Shape;474;p5"/>
          <p:cNvSpPr txBox="1"/>
          <p:nvPr/>
        </p:nvSpPr>
        <p:spPr>
          <a:xfrm>
            <a:off x="2192593" y="3970791"/>
            <a:ext cx="20549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rPr>
              <a:t>Tempat &amp; Waktu</a:t>
            </a:r>
            <a:endParaRPr/>
          </a:p>
        </p:txBody>
      </p:sp>
      <p:sp>
        <p:nvSpPr>
          <p:cNvPr id="475" name="Google Shape;475;p5"/>
          <p:cNvSpPr txBox="1"/>
          <p:nvPr/>
        </p:nvSpPr>
        <p:spPr>
          <a:xfrm>
            <a:off x="2192593" y="4735463"/>
            <a:ext cx="17108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rPr>
              <a:t>Pencegahan</a:t>
            </a:r>
            <a:endParaRPr b="1"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76" name="Google Shape;476;p5"/>
          <p:cNvSpPr txBox="1"/>
          <p:nvPr/>
        </p:nvSpPr>
        <p:spPr>
          <a:xfrm>
            <a:off x="2222089" y="5590188"/>
            <a:ext cx="12978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rPr>
              <a:t>Dampak</a:t>
            </a:r>
            <a:endParaRPr b="1"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77" name="Google Shape;477;p5"/>
          <p:cNvSpPr txBox="1"/>
          <p:nvPr/>
        </p:nvSpPr>
        <p:spPr>
          <a:xfrm>
            <a:off x="5692878" y="1289623"/>
            <a:ext cx="23695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rPr>
              <a:t>Perundungan / Bullying</a:t>
            </a:r>
            <a:endParaRPr/>
          </a:p>
        </p:txBody>
      </p:sp>
      <p:sp>
        <p:nvSpPr>
          <p:cNvPr id="478" name="Google Shape;478;p5"/>
          <p:cNvSpPr txBox="1"/>
          <p:nvPr/>
        </p:nvSpPr>
        <p:spPr>
          <a:xfrm>
            <a:off x="8390006" y="1289622"/>
            <a:ext cx="27333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chemeClr val="lt1"/>
                </a:solidFill>
                <a:latin typeface="Hind Light"/>
                <a:ea typeface="Hind Light"/>
                <a:cs typeface="Hind Light"/>
                <a:sym typeface="Hind Light"/>
              </a:rPr>
              <a:t>Perundungan Online / Cyberbullying</a:t>
            </a:r>
            <a:endParaRPr/>
          </a:p>
        </p:txBody>
      </p:sp>
      <p:sp>
        <p:nvSpPr>
          <p:cNvPr id="479" name="Google Shape;479;p5"/>
          <p:cNvSpPr txBox="1"/>
          <p:nvPr/>
        </p:nvSpPr>
        <p:spPr>
          <a:xfrm>
            <a:off x="4404854" y="1968618"/>
            <a:ext cx="298900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600">
                <a:solidFill>
                  <a:srgbClr val="23366E"/>
                </a:solidFill>
                <a:latin typeface="Hind Light"/>
                <a:ea typeface="Hind Light"/>
                <a:cs typeface="Hind Light"/>
                <a:sym typeface="Hind Light"/>
              </a:rPr>
              <a:t>Penyiksaan secara verbal, emosional, atau fisik yang dilakukan seseorang kepada orang lain.</a:t>
            </a:r>
            <a:endParaRPr/>
          </a:p>
        </p:txBody>
      </p:sp>
      <p:sp>
        <p:nvSpPr>
          <p:cNvPr id="480" name="Google Shape;480;p5"/>
          <p:cNvSpPr txBox="1"/>
          <p:nvPr/>
        </p:nvSpPr>
        <p:spPr>
          <a:xfrm>
            <a:off x="7526598" y="1940817"/>
            <a:ext cx="290543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600">
                <a:solidFill>
                  <a:srgbClr val="23366E"/>
                </a:solidFill>
                <a:latin typeface="Hind Light"/>
                <a:ea typeface="Hind Light"/>
                <a:cs typeface="Hind Light"/>
                <a:sym typeface="Hind Light"/>
              </a:rPr>
              <a:t>Perundungan yang terjadi melalui penggunaan peralatan elektronik seperti ponsel &amp; komputer.</a:t>
            </a:r>
            <a:endParaRPr/>
          </a:p>
        </p:txBody>
      </p:sp>
      <p:sp>
        <p:nvSpPr>
          <p:cNvPr id="481" name="Google Shape;481;p5"/>
          <p:cNvSpPr txBox="1"/>
          <p:nvPr/>
        </p:nvSpPr>
        <p:spPr>
          <a:xfrm>
            <a:off x="4478598" y="319562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rPr>
              <a:t>Dunia nyata, tatap muka	      Komputer / Media digital</a:t>
            </a:r>
            <a:endParaRPr/>
          </a:p>
        </p:txBody>
      </p:sp>
      <p:sp>
        <p:nvSpPr>
          <p:cNvPr id="482" name="Google Shape;482;p5"/>
          <p:cNvSpPr txBox="1"/>
          <p:nvPr/>
        </p:nvSpPr>
        <p:spPr>
          <a:xfrm>
            <a:off x="4478598" y="3939890"/>
            <a:ext cx="6096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600">
                <a:solidFill>
                  <a:srgbClr val="23366E"/>
                </a:solidFill>
                <a:latin typeface="Hind Light"/>
                <a:ea typeface="Hind Light"/>
                <a:cs typeface="Hind Light"/>
                <a:sym typeface="Hind Light"/>
              </a:rPr>
              <a:t>Terjadi di tempat tertentu	      Bisa terjadi kapan saja, di mana 			      saja, 24 jam</a:t>
            </a:r>
            <a:endParaRPr/>
          </a:p>
        </p:txBody>
      </p:sp>
      <p:sp>
        <p:nvSpPr>
          <p:cNvPr id="483" name="Google Shape;483;p5"/>
          <p:cNvSpPr txBox="1"/>
          <p:nvPr/>
        </p:nvSpPr>
        <p:spPr>
          <a:xfrm>
            <a:off x="4498262" y="4774418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rPr>
              <a:t>Lebih mudah		      Sulit</a:t>
            </a:r>
            <a:endParaRPr/>
          </a:p>
        </p:txBody>
      </p:sp>
      <p:sp>
        <p:nvSpPr>
          <p:cNvPr id="484" name="Google Shape;484;p5"/>
          <p:cNvSpPr txBox="1"/>
          <p:nvPr/>
        </p:nvSpPr>
        <p:spPr>
          <a:xfrm>
            <a:off x="4488430" y="5521364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800">
                <a:solidFill>
                  <a:srgbClr val="23366E"/>
                </a:solidFill>
                <a:latin typeface="Hind Light"/>
                <a:ea typeface="Hind Light"/>
                <a:cs typeface="Hind Light"/>
                <a:sym typeface="Hind Light"/>
              </a:rPr>
              <a:t>Relatif rendah		      Jangkauan dampak lebih luas 			      dan lebih lama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"/>
          <p:cNvSpPr txBox="1"/>
          <p:nvPr>
            <p:ph idx="12" type="sldNum"/>
          </p:nvPr>
        </p:nvSpPr>
        <p:spPr>
          <a:xfrm>
            <a:off x="8856920" y="6228636"/>
            <a:ext cx="2743200" cy="236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  <p:pic>
        <p:nvPicPr>
          <p:cNvPr id="490" name="Google Shape;4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7785" y="184928"/>
            <a:ext cx="1689834" cy="342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fografis: Ciri-ciri Pelaku dan Korban Bullying di Sekolah" id="491" name="Google Shape;491;p6"/>
          <p:cNvPicPr preferRelativeResize="0"/>
          <p:nvPr/>
        </p:nvPicPr>
        <p:blipFill rotWithShape="1">
          <a:blip r:embed="rId4">
            <a:alphaModFix/>
          </a:blip>
          <a:srcRect b="0" l="52000" r="0" t="37999"/>
          <a:stretch/>
        </p:blipFill>
        <p:spPr>
          <a:xfrm>
            <a:off x="7971828" y="1145309"/>
            <a:ext cx="4220172" cy="5451056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6"/>
          <p:cNvSpPr txBox="1"/>
          <p:nvPr/>
        </p:nvSpPr>
        <p:spPr>
          <a:xfrm>
            <a:off x="1091381" y="810477"/>
            <a:ext cx="64106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3200">
                <a:solidFill>
                  <a:srgbClr val="23366E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Ciri-ciri Perundungan Online</a:t>
            </a:r>
            <a:endParaRPr/>
          </a:p>
        </p:txBody>
      </p:sp>
      <p:sp>
        <p:nvSpPr>
          <p:cNvPr id="493" name="Google Shape;493;p6"/>
          <p:cNvSpPr/>
          <p:nvPr/>
        </p:nvSpPr>
        <p:spPr>
          <a:xfrm>
            <a:off x="874728" y="1874982"/>
            <a:ext cx="360000" cy="360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94" name="Google Shape;494;p6"/>
          <p:cNvSpPr/>
          <p:nvPr/>
        </p:nvSpPr>
        <p:spPr>
          <a:xfrm>
            <a:off x="910728" y="1902472"/>
            <a:ext cx="288000" cy="288000"/>
          </a:xfrm>
          <a:prstGeom prst="ellipse">
            <a:avLst/>
          </a:prstGeom>
          <a:solidFill>
            <a:srgbClr val="3982E3"/>
          </a:solidFill>
          <a:ln cap="flat" cmpd="sng" w="12700">
            <a:solidFill>
              <a:srgbClr val="3982E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95" name="Google Shape;495;p6"/>
          <p:cNvSpPr txBox="1"/>
          <p:nvPr/>
        </p:nvSpPr>
        <p:spPr>
          <a:xfrm>
            <a:off x="1438567" y="1874764"/>
            <a:ext cx="679334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rPr>
              <a:t>Berulang - Dilakukan terus-menerus, bukan sekali</a:t>
            </a:r>
            <a:endParaRPr b="1" sz="2000">
              <a:solidFill>
                <a:schemeClr val="dk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96" name="Google Shape;496;p6"/>
          <p:cNvSpPr/>
          <p:nvPr/>
        </p:nvSpPr>
        <p:spPr>
          <a:xfrm>
            <a:off x="874728" y="2433781"/>
            <a:ext cx="360000" cy="360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97" name="Google Shape;497;p6"/>
          <p:cNvSpPr/>
          <p:nvPr/>
        </p:nvSpPr>
        <p:spPr>
          <a:xfrm>
            <a:off x="910728" y="2461271"/>
            <a:ext cx="288000" cy="288000"/>
          </a:xfrm>
          <a:prstGeom prst="ellipse">
            <a:avLst/>
          </a:prstGeom>
          <a:solidFill>
            <a:srgbClr val="3982E3"/>
          </a:solidFill>
          <a:ln cap="flat" cmpd="sng" w="12700">
            <a:solidFill>
              <a:srgbClr val="3982E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98" name="Google Shape;498;p6"/>
          <p:cNvSpPr txBox="1"/>
          <p:nvPr/>
        </p:nvSpPr>
        <p:spPr>
          <a:xfrm>
            <a:off x="1443185" y="2322729"/>
            <a:ext cx="679334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rPr>
              <a:t>Ada niat menyakiti - Sengaja melakukan dengan niatan untuk menjatuhkan, meremehkan, mempermalukan</a:t>
            </a:r>
            <a:endParaRPr b="1" sz="2000">
              <a:solidFill>
                <a:schemeClr val="dk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499" name="Google Shape;499;p6"/>
          <p:cNvSpPr/>
          <p:nvPr/>
        </p:nvSpPr>
        <p:spPr>
          <a:xfrm>
            <a:off x="874728" y="3198091"/>
            <a:ext cx="360000" cy="360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00" name="Google Shape;500;p6"/>
          <p:cNvSpPr/>
          <p:nvPr/>
        </p:nvSpPr>
        <p:spPr>
          <a:xfrm>
            <a:off x="910728" y="3225581"/>
            <a:ext cx="288000" cy="288000"/>
          </a:xfrm>
          <a:prstGeom prst="ellipse">
            <a:avLst/>
          </a:prstGeom>
          <a:solidFill>
            <a:srgbClr val="3982E3"/>
          </a:solidFill>
          <a:ln cap="flat" cmpd="sng" w="12700">
            <a:solidFill>
              <a:srgbClr val="3982E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01" name="Google Shape;501;p6"/>
          <p:cNvSpPr txBox="1"/>
          <p:nvPr/>
        </p:nvSpPr>
        <p:spPr>
          <a:xfrm>
            <a:off x="1452421" y="3075057"/>
            <a:ext cx="679334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rPr>
              <a:t>Tanpa batasan - Bisa terjadi atau dilakukan setiap saat, melalui media online apapun tanpa batasan lokasi dan jangkauan yang sangat luas, bisa di liat ribuan netizen lain</a:t>
            </a:r>
            <a:endParaRPr b="1" sz="2000">
              <a:solidFill>
                <a:schemeClr val="dk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02" name="Google Shape;502;p6"/>
          <p:cNvSpPr/>
          <p:nvPr/>
        </p:nvSpPr>
        <p:spPr>
          <a:xfrm>
            <a:off x="910728" y="4046610"/>
            <a:ext cx="360000" cy="360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03" name="Google Shape;503;p6"/>
          <p:cNvSpPr/>
          <p:nvPr/>
        </p:nvSpPr>
        <p:spPr>
          <a:xfrm>
            <a:off x="946728" y="4074100"/>
            <a:ext cx="288000" cy="288000"/>
          </a:xfrm>
          <a:prstGeom prst="ellipse">
            <a:avLst/>
          </a:prstGeom>
          <a:solidFill>
            <a:srgbClr val="3982E3"/>
          </a:solidFill>
          <a:ln cap="flat" cmpd="sng" w="12700">
            <a:solidFill>
              <a:srgbClr val="3982E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04" name="Google Shape;504;p6"/>
          <p:cNvSpPr txBox="1"/>
          <p:nvPr/>
        </p:nvSpPr>
        <p:spPr>
          <a:xfrm>
            <a:off x="1452421" y="4102775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0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rPr>
              <a:t>Anonim - Pelaku sering pakai akun palsu</a:t>
            </a:r>
            <a:endParaRPr b="1" sz="2000">
              <a:solidFill>
                <a:schemeClr val="dk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"/>
          <p:cNvSpPr txBox="1"/>
          <p:nvPr>
            <p:ph idx="12" type="sldNum"/>
          </p:nvPr>
        </p:nvSpPr>
        <p:spPr>
          <a:xfrm>
            <a:off x="8856920" y="6228636"/>
            <a:ext cx="2743200" cy="236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  <p:pic>
        <p:nvPicPr>
          <p:cNvPr id="510" name="Google Shape;5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7785" y="184928"/>
            <a:ext cx="1689834" cy="342178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7"/>
          <p:cNvSpPr txBox="1"/>
          <p:nvPr/>
        </p:nvSpPr>
        <p:spPr>
          <a:xfrm>
            <a:off x="1091380" y="810477"/>
            <a:ext cx="784018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3200">
                <a:solidFill>
                  <a:srgbClr val="23366E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Bentuk Umum Perundungan Online</a:t>
            </a:r>
            <a:endParaRPr/>
          </a:p>
        </p:txBody>
      </p:sp>
      <p:sp>
        <p:nvSpPr>
          <p:cNvPr id="512" name="Google Shape;512;p7"/>
          <p:cNvSpPr/>
          <p:nvPr/>
        </p:nvSpPr>
        <p:spPr>
          <a:xfrm>
            <a:off x="874728" y="1874982"/>
            <a:ext cx="360000" cy="360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13" name="Google Shape;513;p7"/>
          <p:cNvSpPr/>
          <p:nvPr/>
        </p:nvSpPr>
        <p:spPr>
          <a:xfrm>
            <a:off x="910728" y="1902472"/>
            <a:ext cx="288000" cy="288000"/>
          </a:xfrm>
          <a:prstGeom prst="ellipse">
            <a:avLst/>
          </a:prstGeom>
          <a:solidFill>
            <a:srgbClr val="3982E3"/>
          </a:solidFill>
          <a:ln cap="flat" cmpd="sng" w="12700">
            <a:solidFill>
              <a:srgbClr val="3982E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14" name="Google Shape;514;p7"/>
          <p:cNvSpPr txBox="1"/>
          <p:nvPr/>
        </p:nvSpPr>
        <p:spPr>
          <a:xfrm>
            <a:off x="1558638" y="1676427"/>
            <a:ext cx="840739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rgbClr val="3982E3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Cyber Harassment </a:t>
            </a:r>
            <a:br>
              <a:rPr b="1" lang="en-ID" sz="24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rPr>
            </a:br>
            <a:r>
              <a:rPr b="1" lang="en-ID" sz="24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rPr>
              <a:t>Kirim DM/Chat kasar, menghina, mengancam</a:t>
            </a:r>
            <a:endParaRPr b="1" sz="2400">
              <a:solidFill>
                <a:schemeClr val="dk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15" name="Google Shape;515;p7"/>
          <p:cNvSpPr/>
          <p:nvPr/>
        </p:nvSpPr>
        <p:spPr>
          <a:xfrm>
            <a:off x="874728" y="2673925"/>
            <a:ext cx="360000" cy="360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16" name="Google Shape;516;p7"/>
          <p:cNvSpPr/>
          <p:nvPr/>
        </p:nvSpPr>
        <p:spPr>
          <a:xfrm>
            <a:off x="910728" y="2701415"/>
            <a:ext cx="288000" cy="288000"/>
          </a:xfrm>
          <a:prstGeom prst="ellipse">
            <a:avLst/>
          </a:prstGeom>
          <a:solidFill>
            <a:srgbClr val="3982E3"/>
          </a:solidFill>
          <a:ln cap="flat" cmpd="sng" w="12700">
            <a:solidFill>
              <a:srgbClr val="3982E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17" name="Google Shape;517;p7"/>
          <p:cNvSpPr/>
          <p:nvPr/>
        </p:nvSpPr>
        <p:spPr>
          <a:xfrm>
            <a:off x="874728" y="3595245"/>
            <a:ext cx="360000" cy="360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18" name="Google Shape;518;p7"/>
          <p:cNvSpPr/>
          <p:nvPr/>
        </p:nvSpPr>
        <p:spPr>
          <a:xfrm>
            <a:off x="910728" y="3622735"/>
            <a:ext cx="288000" cy="288000"/>
          </a:xfrm>
          <a:prstGeom prst="ellipse">
            <a:avLst/>
          </a:prstGeom>
          <a:solidFill>
            <a:srgbClr val="3982E3"/>
          </a:solidFill>
          <a:ln cap="flat" cmpd="sng" w="12700">
            <a:solidFill>
              <a:srgbClr val="3982E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19" name="Google Shape;519;p7"/>
          <p:cNvSpPr/>
          <p:nvPr/>
        </p:nvSpPr>
        <p:spPr>
          <a:xfrm>
            <a:off x="910728" y="4517652"/>
            <a:ext cx="360000" cy="360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20" name="Google Shape;520;p7"/>
          <p:cNvSpPr/>
          <p:nvPr/>
        </p:nvSpPr>
        <p:spPr>
          <a:xfrm>
            <a:off x="946728" y="4545142"/>
            <a:ext cx="288000" cy="288000"/>
          </a:xfrm>
          <a:prstGeom prst="ellipse">
            <a:avLst/>
          </a:prstGeom>
          <a:solidFill>
            <a:srgbClr val="3982E3"/>
          </a:solidFill>
          <a:ln cap="flat" cmpd="sng" w="12700">
            <a:solidFill>
              <a:srgbClr val="3982E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21" name="Google Shape;521;p7"/>
          <p:cNvSpPr txBox="1"/>
          <p:nvPr/>
        </p:nvSpPr>
        <p:spPr>
          <a:xfrm>
            <a:off x="1558638" y="2517166"/>
            <a:ext cx="6096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>
                <a:solidFill>
                  <a:srgbClr val="3982E3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Penyebaran Hoaks/Aib</a:t>
            </a:r>
            <a:endParaRPr sz="2400">
              <a:solidFill>
                <a:srgbClr val="3982E3"/>
              </a:solidFill>
              <a:latin typeface="Fira Sans Black"/>
              <a:ea typeface="Fira Sans Black"/>
              <a:cs typeface="Fira Sans Black"/>
              <a:sym typeface="Fira Sans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rPr>
              <a:t>Sebar foto/video memalukan, gossip, fitnah</a:t>
            </a:r>
            <a:endParaRPr/>
          </a:p>
        </p:txBody>
      </p:sp>
      <p:sp>
        <p:nvSpPr>
          <p:cNvPr id="522" name="Google Shape;522;p7"/>
          <p:cNvSpPr txBox="1"/>
          <p:nvPr/>
        </p:nvSpPr>
        <p:spPr>
          <a:xfrm>
            <a:off x="1558638" y="3404081"/>
            <a:ext cx="6096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>
                <a:solidFill>
                  <a:srgbClr val="3982E3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Impersonasi</a:t>
            </a:r>
            <a:br>
              <a:rPr lang="en-ID" sz="24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rPr>
            </a:br>
            <a:r>
              <a:rPr b="1" lang="en-ID" sz="24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rPr>
              <a:t>Hack akun &amp; posting atas nama korban</a:t>
            </a:r>
            <a:endParaRPr/>
          </a:p>
        </p:txBody>
      </p:sp>
      <p:sp>
        <p:nvSpPr>
          <p:cNvPr id="523" name="Google Shape;523;p7"/>
          <p:cNvSpPr txBox="1"/>
          <p:nvPr/>
        </p:nvSpPr>
        <p:spPr>
          <a:xfrm>
            <a:off x="1558638" y="4314460"/>
            <a:ext cx="6096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>
                <a:solidFill>
                  <a:srgbClr val="3982E3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Eksklusi &amp; Hate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400">
                <a:solidFill>
                  <a:schemeClr val="dk1"/>
                </a:solidFill>
                <a:latin typeface="Hind Light"/>
                <a:ea typeface="Hind Light"/>
                <a:cs typeface="Hind Light"/>
                <a:sym typeface="Hind Light"/>
              </a:rPr>
              <a:t>Dikeluarkan dari grup, serbuan komentar jahat</a:t>
            </a:r>
            <a:endParaRPr b="1" sz="2400">
              <a:solidFill>
                <a:schemeClr val="dk1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pic>
        <p:nvPicPr>
          <p:cNvPr id="524" name="Google Shape;52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6920" y="1704433"/>
            <a:ext cx="3352547" cy="4578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1"/>
          <p:cNvSpPr txBox="1"/>
          <p:nvPr>
            <p:ph type="ctrTitle"/>
          </p:nvPr>
        </p:nvSpPr>
        <p:spPr>
          <a:xfrm>
            <a:off x="865188" y="557309"/>
            <a:ext cx="8170657" cy="45635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>
                <a:solidFill>
                  <a:srgbClr val="23366E"/>
                </a:solidFill>
              </a:rPr>
              <a:t>Menjaga Data Pribadi</a:t>
            </a:r>
            <a:br>
              <a:rPr b="1" lang="en-ID">
                <a:solidFill>
                  <a:srgbClr val="23366E"/>
                </a:solidFill>
              </a:rPr>
            </a:br>
            <a:br>
              <a:rPr b="1" lang="en-ID">
                <a:solidFill>
                  <a:srgbClr val="23366E"/>
                </a:solidFill>
              </a:rPr>
            </a:br>
            <a:endParaRPr b="1">
              <a:solidFill>
                <a:srgbClr val="23366E"/>
              </a:solidFill>
            </a:endParaRPr>
          </a:p>
        </p:txBody>
      </p:sp>
      <p:sp>
        <p:nvSpPr>
          <p:cNvPr id="530" name="Google Shape;530;p11"/>
          <p:cNvSpPr txBox="1"/>
          <p:nvPr>
            <p:ph idx="4294967295" type="sldNum"/>
          </p:nvPr>
        </p:nvSpPr>
        <p:spPr>
          <a:xfrm>
            <a:off x="9448800" y="6191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531" name="Google Shape;531;p11"/>
          <p:cNvSpPr txBox="1"/>
          <p:nvPr>
            <p:ph idx="1" type="subTitle"/>
          </p:nvPr>
        </p:nvSpPr>
        <p:spPr>
          <a:xfrm>
            <a:off x="884852" y="3509877"/>
            <a:ext cx="8396800" cy="85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>
                <a:solidFill>
                  <a:srgbClr val="3982E3"/>
                </a:solidFill>
              </a:rPr>
              <a:t>Pentingnya Menjaga Data Pribadi, Bagaimana Caranya Menjaga Data Pribadi</a:t>
            </a:r>
            <a:endParaRPr sz="2000">
              <a:solidFill>
                <a:srgbClr val="3982E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2"/>
          <p:cNvSpPr txBox="1"/>
          <p:nvPr>
            <p:ph idx="12" type="sldNum"/>
          </p:nvPr>
        </p:nvSpPr>
        <p:spPr>
          <a:xfrm>
            <a:off x="8856920" y="6228636"/>
            <a:ext cx="2743200" cy="236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  <p:pic>
        <p:nvPicPr>
          <p:cNvPr id="537" name="Google Shape;5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7785" y="184928"/>
            <a:ext cx="1689834" cy="34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12"/>
          <p:cNvPicPr preferRelativeResize="0"/>
          <p:nvPr/>
        </p:nvPicPr>
        <p:blipFill rotWithShape="1">
          <a:blip r:embed="rId4">
            <a:alphaModFix/>
          </a:blip>
          <a:srcRect b="0" l="1327" r="0" t="0"/>
          <a:stretch/>
        </p:blipFill>
        <p:spPr>
          <a:xfrm>
            <a:off x="1526429" y="737419"/>
            <a:ext cx="9121907" cy="5368414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2"/>
          <p:cNvSpPr txBox="1"/>
          <p:nvPr/>
        </p:nvSpPr>
        <p:spPr>
          <a:xfrm>
            <a:off x="-99041" y="101541"/>
            <a:ext cx="639051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3000">
                <a:solidFill>
                  <a:srgbClr val="1A5FBA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Pentingnya Menjaga Data Pribadi</a:t>
            </a:r>
            <a:endParaRPr b="1" sz="3000">
              <a:solidFill>
                <a:srgbClr val="1A5FBA"/>
              </a:solidFill>
              <a:latin typeface="Fira Sans Black"/>
              <a:ea typeface="Fira Sans Black"/>
              <a:cs typeface="Fira Sans Black"/>
              <a:sym typeface="Fira Sans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3"/>
          <p:cNvSpPr txBox="1"/>
          <p:nvPr>
            <p:ph idx="12" type="sldNum"/>
          </p:nvPr>
        </p:nvSpPr>
        <p:spPr>
          <a:xfrm>
            <a:off x="8856920" y="6228636"/>
            <a:ext cx="2743200" cy="236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  <p:pic>
        <p:nvPicPr>
          <p:cNvPr id="545" name="Google Shape;5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7785" y="184928"/>
            <a:ext cx="1689834" cy="342178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13"/>
          <p:cNvSpPr txBox="1"/>
          <p:nvPr/>
        </p:nvSpPr>
        <p:spPr>
          <a:xfrm>
            <a:off x="139210" y="4743504"/>
            <a:ext cx="353101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800">
                <a:solidFill>
                  <a:srgbClr val="1A5FBA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Data Pribadi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2800">
                <a:solidFill>
                  <a:srgbClr val="1A5FBA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yang Harus di Jaga</a:t>
            </a:r>
            <a:endParaRPr b="1" sz="2800">
              <a:solidFill>
                <a:srgbClr val="1A5FBA"/>
              </a:solidFill>
              <a:latin typeface="Fira Sans Black"/>
              <a:ea typeface="Fira Sans Black"/>
              <a:cs typeface="Fira Sans Black"/>
              <a:sym typeface="Fira Sans Black"/>
            </a:endParaRPr>
          </a:p>
        </p:txBody>
      </p:sp>
      <p:pic>
        <p:nvPicPr>
          <p:cNvPr id="547" name="Google Shape;547;p13"/>
          <p:cNvPicPr preferRelativeResize="0"/>
          <p:nvPr/>
        </p:nvPicPr>
        <p:blipFill rotWithShape="1">
          <a:blip r:embed="rId4">
            <a:alphaModFix/>
          </a:blip>
          <a:srcRect b="0" l="0" r="0" t="23758"/>
          <a:stretch/>
        </p:blipFill>
        <p:spPr>
          <a:xfrm>
            <a:off x="3764666" y="527106"/>
            <a:ext cx="7835454" cy="5602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4"/>
          <p:cNvSpPr txBox="1"/>
          <p:nvPr>
            <p:ph idx="12" type="sldNum"/>
          </p:nvPr>
        </p:nvSpPr>
        <p:spPr>
          <a:xfrm>
            <a:off x="8856920" y="6228636"/>
            <a:ext cx="2743200" cy="236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  <p:pic>
        <p:nvPicPr>
          <p:cNvPr id="553" name="Google Shape;5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7785" y="184928"/>
            <a:ext cx="1689834" cy="342178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14"/>
          <p:cNvSpPr txBox="1"/>
          <p:nvPr/>
        </p:nvSpPr>
        <p:spPr>
          <a:xfrm>
            <a:off x="561815" y="535803"/>
            <a:ext cx="6885772" cy="74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D" sz="2800" u="none" cap="none" strike="noStrike">
                <a:solidFill>
                  <a:srgbClr val="4472C4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DAMPAK SERANGAN </a:t>
            </a:r>
            <a:r>
              <a:rPr b="1" i="0" lang="en-ID" sz="4400" u="none" cap="none" strike="noStrike">
                <a:solidFill>
                  <a:srgbClr val="A5BBE3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HACKER</a:t>
            </a:r>
            <a:endParaRPr b="0" i="0" sz="2800" u="none" cap="none" strike="noStrike">
              <a:solidFill>
                <a:srgbClr val="A5BBE3"/>
              </a:solidFill>
              <a:latin typeface="Fira Sans Black"/>
              <a:ea typeface="Fira Sans Black"/>
              <a:cs typeface="Fira Sans Black"/>
              <a:sym typeface="Fira Sans Black"/>
            </a:endParaRPr>
          </a:p>
        </p:txBody>
      </p:sp>
      <p:sp>
        <p:nvSpPr>
          <p:cNvPr id="555" name="Google Shape;555;p14"/>
          <p:cNvSpPr txBox="1"/>
          <p:nvPr/>
        </p:nvSpPr>
        <p:spPr>
          <a:xfrm>
            <a:off x="561816" y="1370349"/>
            <a:ext cx="6659116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ID" sz="2000">
                <a:solidFill>
                  <a:srgbClr val="123F7C"/>
                </a:solidFill>
                <a:latin typeface="Hind Light"/>
                <a:ea typeface="Hind Light"/>
                <a:cs typeface="Hind Light"/>
                <a:sym typeface="Hind Light"/>
              </a:rPr>
              <a:t>Serangan Hacker dikenal dengan Hacking merupakan upaya menerobos program computer milik pihak lain, mengambil alih system jaringan, akun digital, akun perbankan, mengambil alih social media dsb</a:t>
            </a:r>
            <a:endParaRPr b="0" i="0" sz="2000">
              <a:solidFill>
                <a:srgbClr val="123F7C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56" name="Google Shape;556;p14"/>
          <p:cNvSpPr txBox="1"/>
          <p:nvPr/>
        </p:nvSpPr>
        <p:spPr>
          <a:xfrm>
            <a:off x="582237" y="2787645"/>
            <a:ext cx="6885772" cy="473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D" sz="2800" u="none" cap="none" strike="noStrike">
                <a:solidFill>
                  <a:srgbClr val="A5BBE3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JENIS SERANGAN HACKER</a:t>
            </a:r>
            <a:endParaRPr b="0" i="0" sz="1600" u="none" cap="none" strike="noStrike">
              <a:solidFill>
                <a:srgbClr val="A5BBE3"/>
              </a:solidFill>
              <a:latin typeface="Fira Sans Black"/>
              <a:ea typeface="Fira Sans Black"/>
              <a:cs typeface="Fira Sans Black"/>
              <a:sym typeface="Fira Sans Black"/>
            </a:endParaRPr>
          </a:p>
        </p:txBody>
      </p:sp>
      <p:sp>
        <p:nvSpPr>
          <p:cNvPr id="557" name="Google Shape;557;p14"/>
          <p:cNvSpPr txBox="1"/>
          <p:nvPr/>
        </p:nvSpPr>
        <p:spPr>
          <a:xfrm>
            <a:off x="662704" y="3236354"/>
            <a:ext cx="6163902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D" sz="2000">
                <a:solidFill>
                  <a:srgbClr val="123F7C"/>
                </a:solidFill>
                <a:latin typeface="Hind Light"/>
                <a:ea typeface="Hind Light"/>
                <a:cs typeface="Hind Light"/>
                <a:sym typeface="Hind Light"/>
              </a:rPr>
              <a:t>Crypto Mining : ambil akun akun perbankan</a:t>
            </a:r>
            <a:endParaRPr sz="2000">
              <a:solidFill>
                <a:srgbClr val="123F7C"/>
              </a:solidFill>
              <a:latin typeface="Hind Light"/>
              <a:ea typeface="Hind Light"/>
              <a:cs typeface="Hind Light"/>
              <a:sym typeface="Hind Light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D" sz="2000">
                <a:solidFill>
                  <a:srgbClr val="123F7C"/>
                </a:solidFill>
                <a:latin typeface="Hind Light"/>
                <a:ea typeface="Hind Light"/>
                <a:cs typeface="Hind Light"/>
                <a:sym typeface="Hind Light"/>
              </a:rPr>
              <a:t>Social Engineering : insert link/APK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D" sz="2000">
                <a:solidFill>
                  <a:srgbClr val="123F7C"/>
                </a:solidFill>
                <a:latin typeface="Hind Light"/>
                <a:ea typeface="Hind Light"/>
                <a:cs typeface="Hind Light"/>
                <a:sym typeface="Hind Light"/>
              </a:rPr>
              <a:t>ClickJacking : menerobos masuk via website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D" sz="2000">
                <a:solidFill>
                  <a:srgbClr val="123F7C"/>
                </a:solidFill>
                <a:latin typeface="Hind Light"/>
                <a:ea typeface="Hind Light"/>
                <a:cs typeface="Hind Light"/>
                <a:sym typeface="Hind Light"/>
              </a:rPr>
              <a:t>Credential Ruses : mencuri password, PIN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D" sz="2000">
                <a:solidFill>
                  <a:srgbClr val="123F7C"/>
                </a:solidFill>
                <a:latin typeface="Hind Light"/>
                <a:ea typeface="Hind Light"/>
                <a:cs typeface="Hind Light"/>
                <a:sym typeface="Hind Light"/>
              </a:rPr>
              <a:t>Man in the middle : memasuki cyrcle percakapan</a:t>
            </a:r>
            <a:endParaRPr b="0" i="0" sz="2000">
              <a:solidFill>
                <a:srgbClr val="123F7C"/>
              </a:solidFill>
              <a:latin typeface="Hind Light"/>
              <a:ea typeface="Hind Light"/>
              <a:cs typeface="Hind Light"/>
              <a:sym typeface="Hind Light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D" sz="2000">
                <a:solidFill>
                  <a:srgbClr val="123F7C"/>
                </a:solidFill>
                <a:latin typeface="Hind Light"/>
                <a:ea typeface="Hind Light"/>
                <a:cs typeface="Hind Light"/>
                <a:sym typeface="Hind Light"/>
              </a:rPr>
              <a:t>Phising : Pencurian data melalui tautan tertentu</a:t>
            </a:r>
            <a:endParaRPr b="0" i="0" sz="2000">
              <a:solidFill>
                <a:srgbClr val="123F7C"/>
              </a:solidFill>
              <a:latin typeface="Hind Light"/>
              <a:ea typeface="Hind Light"/>
              <a:cs typeface="Hind Light"/>
              <a:sym typeface="Hind Light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D" sz="2000">
                <a:solidFill>
                  <a:srgbClr val="123F7C"/>
                </a:solidFill>
                <a:latin typeface="Hind Light"/>
                <a:ea typeface="Hind Light"/>
                <a:cs typeface="Hind Light"/>
                <a:sym typeface="Hind Light"/>
              </a:rPr>
              <a:t>Spoofing : Menyamar sebagai pihak berwenang</a:t>
            </a:r>
            <a:endParaRPr b="0" i="0" sz="2000">
              <a:solidFill>
                <a:srgbClr val="123F7C"/>
              </a:solidFill>
              <a:latin typeface="Hind Light"/>
              <a:ea typeface="Hind Light"/>
              <a:cs typeface="Hind Light"/>
              <a:sym typeface="Hind Light"/>
            </a:endParaRPr>
          </a:p>
          <a:p>
            <a:pPr indent="-1651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000">
              <a:solidFill>
                <a:srgbClr val="123F7C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7543378" y="1332521"/>
            <a:ext cx="4364195" cy="913182"/>
          </a:xfrm>
          <a:custGeom>
            <a:rect b="b" l="l" r="r" t="t"/>
            <a:pathLst>
              <a:path extrusionOk="0" h="1233792" w="7066131">
                <a:moveTo>
                  <a:pt x="6941671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6941671" y="0"/>
                </a:lnTo>
                <a:cubicBezTo>
                  <a:pt x="7010251" y="0"/>
                  <a:pt x="7066131" y="55880"/>
                  <a:pt x="7066131" y="124460"/>
                </a:cubicBezTo>
                <a:lnTo>
                  <a:pt x="7066131" y="1109332"/>
                </a:lnTo>
                <a:cubicBezTo>
                  <a:pt x="7066131" y="1177912"/>
                  <a:pt x="7010251" y="1233792"/>
                  <a:pt x="6941671" y="12337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D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PENYEBAB IDENTITAS</a:t>
            </a:r>
            <a:br>
              <a:rPr b="1" i="0" lang="en-ID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i="0" lang="en-ID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NETIZEN MUDAH DIBAJAK</a:t>
            </a:r>
            <a:endParaRPr b="1" i="0" sz="2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7543378" y="2372644"/>
            <a:ext cx="641403" cy="67603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D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8314122" y="2372644"/>
            <a:ext cx="3593452" cy="639693"/>
          </a:xfrm>
          <a:custGeom>
            <a:rect b="b" l="l" r="r" t="t"/>
            <a:pathLst>
              <a:path extrusionOk="0" h="1233792" w="5429749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D" sz="1800" u="none" cap="none" strike="noStrike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Keamanan password dan PIN yang buruk</a:t>
            </a:r>
            <a:endParaRPr b="1" i="0" sz="1800" u="none" cap="none" strike="noStrike">
              <a:solidFill>
                <a:srgbClr val="123F7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1" name="Google Shape;561;p14"/>
          <p:cNvSpPr/>
          <p:nvPr/>
        </p:nvSpPr>
        <p:spPr>
          <a:xfrm>
            <a:off x="7543378" y="3117093"/>
            <a:ext cx="641403" cy="67603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D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8314122" y="3117093"/>
            <a:ext cx="3593452" cy="639693"/>
          </a:xfrm>
          <a:custGeom>
            <a:rect b="b" l="l" r="r" t="t"/>
            <a:pathLst>
              <a:path extrusionOk="0" h="1233792" w="5429749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D" sz="1800" u="none" cap="none" strike="noStrike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Terlalu banyak asset digital yang sudah tidak di pakai</a:t>
            </a:r>
            <a:endParaRPr b="1" i="0" sz="1800" u="none" cap="none" strike="noStrike">
              <a:solidFill>
                <a:srgbClr val="123F7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7543377" y="3879878"/>
            <a:ext cx="641403" cy="67603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D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8314121" y="3875813"/>
            <a:ext cx="3593452" cy="639693"/>
          </a:xfrm>
          <a:custGeom>
            <a:rect b="b" l="l" r="r" t="t"/>
            <a:pathLst>
              <a:path extrusionOk="0" h="1233792" w="5429749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D" sz="1800" u="none" cap="none" strike="noStrike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Tidak memanfaatkan Autentifikasi 2 factor pada akun digital</a:t>
            </a:r>
            <a:endParaRPr b="1" sz="1800">
              <a:solidFill>
                <a:srgbClr val="123F7C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65" name="Google Shape;565;p14"/>
          <p:cNvSpPr/>
          <p:nvPr/>
        </p:nvSpPr>
        <p:spPr>
          <a:xfrm>
            <a:off x="7543377" y="4620262"/>
            <a:ext cx="641403" cy="67603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D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8314121" y="4620262"/>
            <a:ext cx="3593452" cy="639693"/>
          </a:xfrm>
          <a:custGeom>
            <a:rect b="b" l="l" r="r" t="t"/>
            <a:pathLst>
              <a:path extrusionOk="0" h="1233792" w="5429749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D" sz="1800" u="none" cap="none" strike="noStrike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Tidak paham trend penipuan digital</a:t>
            </a:r>
            <a:endParaRPr b="1" sz="1800">
              <a:solidFill>
                <a:srgbClr val="123F7C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7543377" y="5422164"/>
            <a:ext cx="641403" cy="67603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D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8314121" y="5422164"/>
            <a:ext cx="3593452" cy="639693"/>
          </a:xfrm>
          <a:custGeom>
            <a:rect b="b" l="l" r="r" t="t"/>
            <a:pathLst>
              <a:path extrusionOk="0" h="1233792" w="5429749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D" sz="1800" u="none" cap="none" strike="noStrike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Tidak bijak mengadopsi informasi yang tidak penting</a:t>
            </a:r>
            <a:endParaRPr b="1" sz="1800">
              <a:solidFill>
                <a:srgbClr val="123F7C"/>
              </a:solidFill>
              <a:latin typeface="Hind Light"/>
              <a:ea typeface="Hind Light"/>
              <a:cs typeface="Hind Light"/>
              <a:sym typeface="Hind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5"/>
          <p:cNvSpPr txBox="1"/>
          <p:nvPr>
            <p:ph idx="12" type="sldNum"/>
          </p:nvPr>
        </p:nvSpPr>
        <p:spPr>
          <a:xfrm>
            <a:off x="8856920" y="6228636"/>
            <a:ext cx="2743200" cy="236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  <p:pic>
        <p:nvPicPr>
          <p:cNvPr id="574" name="Google Shape;5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7785" y="184928"/>
            <a:ext cx="1689834" cy="342178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15"/>
          <p:cNvSpPr txBox="1"/>
          <p:nvPr/>
        </p:nvSpPr>
        <p:spPr>
          <a:xfrm>
            <a:off x="591881" y="1337189"/>
            <a:ext cx="10479242" cy="5305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Cek kekuatan password: </a:t>
            </a:r>
            <a:r>
              <a:rPr b="1" i="0" lang="en-ID" sz="2200" u="sng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http://password.kaspersky.com</a:t>
            </a:r>
            <a:endParaRPr b="1" i="0" sz="2200" u="none" cap="none" strike="noStrike">
              <a:solidFill>
                <a:srgbClr val="1A5FBA"/>
              </a:solidFill>
              <a:latin typeface="Hind Light"/>
              <a:ea typeface="Hind Light"/>
              <a:cs typeface="Hind Light"/>
              <a:sym typeface="Hind Light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Aktifkan 2FA di medsos/WA, cek caranya: </a:t>
            </a:r>
            <a:r>
              <a:rPr b="1" i="0" lang="en-ID" sz="2200" u="sng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http://ictwatch.id/2fa</a:t>
            </a: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 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Cek Privasi di Google: </a:t>
            </a:r>
            <a:r>
              <a:rPr b="1" i="0" lang="en-ID" sz="2200" u="sng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http://g.co/PrivacyCheckup</a:t>
            </a:r>
            <a:endParaRPr b="1" i="0" sz="2200" u="none" cap="none" strike="noStrike">
              <a:solidFill>
                <a:srgbClr val="1A5FBA"/>
              </a:solidFill>
              <a:latin typeface="Hind Light"/>
              <a:ea typeface="Hind Light"/>
              <a:cs typeface="Hind Light"/>
              <a:sym typeface="Hind Light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Cek Keamanan di Google: </a:t>
            </a:r>
            <a:r>
              <a:rPr b="1" i="0" lang="en-ID" sz="2200" u="sng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http://g.co/SecurityCheckup</a:t>
            </a:r>
            <a:endParaRPr b="1" i="0" sz="2200" u="none" cap="none" strike="noStrike">
              <a:solidFill>
                <a:srgbClr val="1A5FBA"/>
              </a:solidFill>
              <a:latin typeface="Hind Light"/>
              <a:ea typeface="Hind Light"/>
              <a:cs typeface="Hind Light"/>
              <a:sym typeface="Hind Light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Cek Setting &amp; Privasi di Facebok: </a:t>
            </a:r>
            <a:r>
              <a:rPr b="1" i="0" lang="en-ID" sz="2200" u="sng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http://fb.com/privacy</a:t>
            </a:r>
            <a:endParaRPr b="1" i="0" sz="2200" u="none" cap="none" strike="noStrike">
              <a:solidFill>
                <a:srgbClr val="1A5FBA"/>
              </a:solidFill>
              <a:latin typeface="Hind Light"/>
              <a:ea typeface="Hind Light"/>
              <a:cs typeface="Hind Light"/>
              <a:sym typeface="Hind Light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Cek email :</a:t>
            </a:r>
            <a:r>
              <a:rPr b="1" i="0" lang="en-ID" sz="2200" u="sng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http://periksadata.com</a:t>
            </a: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 atau </a:t>
            </a:r>
            <a:r>
              <a:rPr b="1" i="0" lang="en-ID" sz="2200" u="sng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http://haveibeenpwned.com</a:t>
            </a:r>
            <a:endParaRPr b="1" i="0" sz="2200" u="none" cap="none" strike="noStrike">
              <a:solidFill>
                <a:srgbClr val="1A5FBA"/>
              </a:solidFill>
              <a:latin typeface="Hind Light"/>
              <a:ea typeface="Hind Light"/>
              <a:cs typeface="Hind Light"/>
              <a:sym typeface="Hind Ligh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1A5FBA"/>
              </a:solidFill>
              <a:latin typeface="Hind Light"/>
              <a:ea typeface="Hind Light"/>
              <a:cs typeface="Hind Light"/>
              <a:sym typeface="Hind Light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Akun diretas: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Facebook: </a:t>
            </a:r>
            <a:r>
              <a:rPr b="1" i="0" lang="en-ID" sz="2200" u="sng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https://s.id/fbretas</a:t>
            </a: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 </a:t>
            </a:r>
            <a:endParaRPr b="1" i="0" sz="2200" u="none" cap="none" strike="noStrike">
              <a:solidFill>
                <a:srgbClr val="1A5FBA"/>
              </a:solidFill>
              <a:latin typeface="Hind Light"/>
              <a:ea typeface="Hind Light"/>
              <a:cs typeface="Hind Light"/>
              <a:sym typeface="Hind Light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Twitter: </a:t>
            </a:r>
            <a:r>
              <a:rPr b="1" i="0" lang="en-ID" sz="2200" u="sng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https://s.id/twretas</a:t>
            </a: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 	</a:t>
            </a:r>
            <a:endParaRPr b="1" i="0" sz="2200" u="none" cap="none" strike="noStrike">
              <a:solidFill>
                <a:srgbClr val="1A5FBA"/>
              </a:solidFill>
              <a:latin typeface="Hind Light"/>
              <a:ea typeface="Hind Light"/>
              <a:cs typeface="Hind Light"/>
              <a:sym typeface="Hind Light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Instagram: </a:t>
            </a:r>
            <a:r>
              <a:rPr b="1" i="0" lang="en-ID" sz="2200" u="sng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https://s.id/googleretas</a:t>
            </a: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 </a:t>
            </a:r>
            <a:endParaRPr b="1" i="0" sz="2200" u="none" cap="none" strike="noStrike">
              <a:solidFill>
                <a:srgbClr val="1A5FBA"/>
              </a:solidFill>
              <a:latin typeface="Hind Light"/>
              <a:ea typeface="Hind Light"/>
              <a:cs typeface="Hind Light"/>
              <a:sym typeface="Hind Light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Google: </a:t>
            </a:r>
            <a:r>
              <a:rPr b="1" i="0" lang="en-ID" sz="2200" u="sng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https://s.id/igretas</a:t>
            </a:r>
            <a:endParaRPr b="1" i="0" sz="2200" u="none" cap="none" strike="noStrike">
              <a:solidFill>
                <a:srgbClr val="1A5FBA"/>
              </a:solidFill>
              <a:latin typeface="Hind Light"/>
              <a:ea typeface="Hind Light"/>
              <a:cs typeface="Hind Light"/>
              <a:sym typeface="Hind Light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i="0" lang="en-ID" sz="2200" u="none" cap="none" strike="noStrike">
                <a:solidFill>
                  <a:srgbClr val="1A5FBA"/>
                </a:solidFill>
                <a:latin typeface="Hind Light"/>
                <a:ea typeface="Hind Light"/>
                <a:cs typeface="Hind Light"/>
                <a:sym typeface="Hind Light"/>
              </a:rPr>
              <a:t>TikTok: https://s.id/tiktokretas</a:t>
            </a:r>
            <a:endParaRPr/>
          </a:p>
        </p:txBody>
      </p:sp>
      <p:sp>
        <p:nvSpPr>
          <p:cNvPr id="576" name="Google Shape;576;p15"/>
          <p:cNvSpPr txBox="1"/>
          <p:nvPr/>
        </p:nvSpPr>
        <p:spPr>
          <a:xfrm>
            <a:off x="591881" y="356017"/>
            <a:ext cx="6885772" cy="74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D" sz="2800" u="none" cap="none" strike="noStrike">
                <a:solidFill>
                  <a:srgbClr val="123F7C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Langkah-langah </a:t>
            </a:r>
            <a:r>
              <a:rPr b="1" i="0" lang="en-ID" sz="4400" u="none" cap="none" strike="noStrike">
                <a:solidFill>
                  <a:srgbClr val="123F7C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PENGAMANAN</a:t>
            </a:r>
            <a:endParaRPr b="0" i="0" sz="2800" u="none" cap="none" strike="noStrike">
              <a:solidFill>
                <a:srgbClr val="123F7C"/>
              </a:solidFill>
              <a:latin typeface="Fira Sans Black"/>
              <a:ea typeface="Fira Sans Black"/>
              <a:cs typeface="Fira Sans Black"/>
              <a:sym typeface="Fira Sans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6"/>
          <p:cNvSpPr txBox="1"/>
          <p:nvPr>
            <p:ph idx="12" type="sldNum"/>
          </p:nvPr>
        </p:nvSpPr>
        <p:spPr>
          <a:xfrm>
            <a:off x="8856920" y="6228636"/>
            <a:ext cx="2743200" cy="236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  <p:pic>
        <p:nvPicPr>
          <p:cNvPr id="582" name="Google Shape;5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7785" y="184928"/>
            <a:ext cx="1689834" cy="34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16"/>
          <p:cNvPicPr preferRelativeResize="0"/>
          <p:nvPr/>
        </p:nvPicPr>
        <p:blipFill rotWithShape="1">
          <a:blip r:embed="rId4">
            <a:alphaModFix/>
          </a:blip>
          <a:srcRect b="12029" l="3374" r="2481" t="24927"/>
          <a:stretch/>
        </p:blipFill>
        <p:spPr>
          <a:xfrm>
            <a:off x="441859" y="1621042"/>
            <a:ext cx="11416438" cy="4323522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16"/>
          <p:cNvSpPr txBox="1"/>
          <p:nvPr/>
        </p:nvSpPr>
        <p:spPr>
          <a:xfrm>
            <a:off x="561815" y="535803"/>
            <a:ext cx="6885772" cy="74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D" sz="2800" u="none" cap="none" strike="noStrike">
                <a:solidFill>
                  <a:srgbClr val="4472C4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LARANGAN dan </a:t>
            </a:r>
            <a:r>
              <a:rPr b="1" i="0" lang="en-ID" sz="4400" u="none" cap="none" strike="noStrike">
                <a:solidFill>
                  <a:srgbClr val="A5BBE3"/>
                </a:solidFill>
                <a:latin typeface="Fira Sans Black"/>
                <a:ea typeface="Fira Sans Black"/>
                <a:cs typeface="Fira Sans Black"/>
                <a:sym typeface="Fira Sans Black"/>
              </a:rPr>
              <a:t>PIDANA</a:t>
            </a:r>
            <a:endParaRPr b="0" i="0" sz="2800" u="none" cap="none" strike="noStrike">
              <a:solidFill>
                <a:srgbClr val="A5BBE3"/>
              </a:solidFill>
              <a:latin typeface="Fira Sans Black"/>
              <a:ea typeface="Fira Sans Black"/>
              <a:cs typeface="Fira Sans Black"/>
              <a:sym typeface="Fira Sans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SOC">
  <a:themeElements>
    <a:clrScheme name="2023 ISOC">
      <a:dk1>
        <a:srgbClr val="0C1C2C"/>
      </a:dk1>
      <a:lt1>
        <a:srgbClr val="EEF2EC"/>
      </a:lt1>
      <a:dk2>
        <a:srgbClr val="23366E"/>
      </a:dk2>
      <a:lt2>
        <a:srgbClr val="DEDAD0"/>
      </a:lt2>
      <a:accent1>
        <a:srgbClr val="3982E3"/>
      </a:accent1>
      <a:accent2>
        <a:srgbClr val="045856"/>
      </a:accent2>
      <a:accent3>
        <a:srgbClr val="40B2A4"/>
      </a:accent3>
      <a:accent4>
        <a:srgbClr val="7E245C"/>
      </a:accent4>
      <a:accent5>
        <a:srgbClr val="D25238"/>
      </a:accent5>
      <a:accent6>
        <a:srgbClr val="EECA4A"/>
      </a:accent6>
      <a:hlink>
        <a:srgbClr val="0C1C2C"/>
      </a:hlink>
      <a:folHlink>
        <a:srgbClr val="0C1C2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2025-05-28T16:44:10Z</dcterms:created>
  <dc:creator>Natalie Abendroth</dc:creator>
</cp:coreProperties>
</file>