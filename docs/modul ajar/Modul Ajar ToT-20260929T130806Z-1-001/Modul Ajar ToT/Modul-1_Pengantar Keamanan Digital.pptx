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6" r:id="rId1"/>
  </p:sldMasterIdLst>
  <p:notesMasterIdLst>
    <p:notesMasterId r:id="rId23"/>
  </p:notesMasterIdLst>
  <p:handoutMasterIdLst>
    <p:handoutMasterId r:id="rId24"/>
  </p:handoutMasterIdLst>
  <p:sldIdLst>
    <p:sldId id="370" r:id="rId2"/>
    <p:sldId id="355" r:id="rId3"/>
    <p:sldId id="356" r:id="rId4"/>
    <p:sldId id="387" r:id="rId5"/>
    <p:sldId id="388" r:id="rId6"/>
    <p:sldId id="389" r:id="rId7"/>
    <p:sldId id="390" r:id="rId8"/>
    <p:sldId id="391" r:id="rId9"/>
    <p:sldId id="365" r:id="rId10"/>
    <p:sldId id="366" r:id="rId11"/>
    <p:sldId id="367" r:id="rId12"/>
    <p:sldId id="368" r:id="rId13"/>
    <p:sldId id="376" r:id="rId14"/>
    <p:sldId id="377" r:id="rId15"/>
    <p:sldId id="378" r:id="rId16"/>
    <p:sldId id="372" r:id="rId17"/>
    <p:sldId id="371" r:id="rId18"/>
    <p:sldId id="383" r:id="rId19"/>
    <p:sldId id="384" r:id="rId20"/>
    <p:sldId id="385" r:id="rId21"/>
    <p:sldId id="386" r:id="rId2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Hind Light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Hind Light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Hind Light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Hind Light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Hind Light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Hind Light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Hind Light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Hind Light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Hind Light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AFEB110-B98B-5FC4-86D1-F7FB14FE8D37}" name="Andy Sauder" initials="AS" userId="S::andy@rule29.com::a9917daa-d182-4f6d-9c5f-fd037f44924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82E3"/>
    <a:srgbClr val="123F7C"/>
    <a:srgbClr val="23366E"/>
    <a:srgbClr val="FFFFFF"/>
    <a:srgbClr val="143E50"/>
    <a:srgbClr val="085856"/>
    <a:srgbClr val="D0E6DA"/>
    <a:srgbClr val="00000D"/>
    <a:srgbClr val="EEF2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4" autoAdjust="0"/>
    <p:restoredTop sz="96287"/>
  </p:normalViewPr>
  <p:slideViewPr>
    <p:cSldViewPr snapToGrid="0" snapToObjects="1">
      <p:cViewPr varScale="1">
        <p:scale>
          <a:sx n="78" d="100"/>
          <a:sy n="78" d="100"/>
        </p:scale>
        <p:origin x="667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8" d="100"/>
        <a:sy n="88" d="100"/>
      </p:scale>
      <p:origin x="0" y="0"/>
    </p:cViewPr>
  </p:sorterViewPr>
  <p:notesViewPr>
    <p:cSldViewPr snapToGrid="0" snapToObjects="1">
      <p:cViewPr varScale="1">
        <p:scale>
          <a:sx n="117" d="100"/>
          <a:sy n="117" d="100"/>
        </p:scale>
        <p:origin x="4200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jar eridianto" userId="1bd4f06f2ecc119f" providerId="LiveId" clId="{7F9F468B-860F-49A9-B1EE-D60BCF4FFEF0}"/>
    <pc:docChg chg="undo custSel addSld delSld modSld">
      <pc:chgData name="fajar eridianto" userId="1bd4f06f2ecc119f" providerId="LiveId" clId="{7F9F468B-860F-49A9-B1EE-D60BCF4FFEF0}" dt="2026-09-06T15:35:12.884" v="203" actId="47"/>
      <pc:docMkLst>
        <pc:docMk/>
      </pc:docMkLst>
      <pc:sldChg chg="addSp modSp">
        <pc:chgData name="fajar eridianto" userId="1bd4f06f2ecc119f" providerId="LiveId" clId="{7F9F468B-860F-49A9-B1EE-D60BCF4FFEF0}" dt="2026-09-06T15:27:48.365" v="21"/>
        <pc:sldMkLst>
          <pc:docMk/>
          <pc:sldMk cId="2264515402" sldId="370"/>
        </pc:sldMkLst>
        <pc:spChg chg="add mod">
          <ac:chgData name="fajar eridianto" userId="1bd4f06f2ecc119f" providerId="LiveId" clId="{7F9F468B-860F-49A9-B1EE-D60BCF4FFEF0}" dt="2026-09-06T15:27:48.365" v="21"/>
          <ac:spMkLst>
            <pc:docMk/>
            <pc:sldMk cId="2264515402" sldId="370"/>
            <ac:spMk id="8" creationId="{B2BBE672-AE2B-9D2C-E361-3CFAE6492A5A}"/>
          </ac:spMkLst>
        </pc:spChg>
        <pc:spChg chg="add mod">
          <ac:chgData name="fajar eridianto" userId="1bd4f06f2ecc119f" providerId="LiveId" clId="{7F9F468B-860F-49A9-B1EE-D60BCF4FFEF0}" dt="2026-09-06T15:27:48.365" v="21"/>
          <ac:spMkLst>
            <pc:docMk/>
            <pc:sldMk cId="2264515402" sldId="370"/>
            <ac:spMk id="9" creationId="{239B72C1-EE6D-2351-5DBA-60F8BBF263C5}"/>
          </ac:spMkLst>
        </pc:spChg>
        <pc:picChg chg="add mod">
          <ac:chgData name="fajar eridianto" userId="1bd4f06f2ecc119f" providerId="LiveId" clId="{7F9F468B-860F-49A9-B1EE-D60BCF4FFEF0}" dt="2026-09-06T15:27:48.365" v="21"/>
          <ac:picMkLst>
            <pc:docMk/>
            <pc:sldMk cId="2264515402" sldId="370"/>
            <ac:picMk id="2" creationId="{C841F4A2-52AD-3615-43A6-C1DCF3C7A7E7}"/>
          </ac:picMkLst>
        </pc:picChg>
        <pc:picChg chg="add mod">
          <ac:chgData name="fajar eridianto" userId="1bd4f06f2ecc119f" providerId="LiveId" clId="{7F9F468B-860F-49A9-B1EE-D60BCF4FFEF0}" dt="2026-09-06T15:27:48.365" v="21"/>
          <ac:picMkLst>
            <pc:docMk/>
            <pc:sldMk cId="2264515402" sldId="370"/>
            <ac:picMk id="4" creationId="{6788D911-D4B7-8F42-EA2E-DC79B13C946C}"/>
          </ac:picMkLst>
        </pc:picChg>
      </pc:sldChg>
      <pc:sldChg chg="addSp delSp modSp add mod">
        <pc:chgData name="fajar eridianto" userId="1bd4f06f2ecc119f" providerId="LiveId" clId="{7F9F468B-860F-49A9-B1EE-D60BCF4FFEF0}" dt="2026-09-06T15:32:11.045" v="84"/>
        <pc:sldMkLst>
          <pc:docMk/>
          <pc:sldMk cId="3682590150" sldId="387"/>
        </pc:sldMkLst>
        <pc:spChg chg="del">
          <ac:chgData name="fajar eridianto" userId="1bd4f06f2ecc119f" providerId="LiveId" clId="{7F9F468B-860F-49A9-B1EE-D60BCF4FFEF0}" dt="2026-09-06T15:27:02.460" v="1" actId="478"/>
          <ac:spMkLst>
            <pc:docMk/>
            <pc:sldMk cId="3682590150" sldId="387"/>
            <ac:spMk id="3" creationId="{BA8E2520-C460-C0ED-AF9D-21B2FC7A339E}"/>
          </ac:spMkLst>
        </pc:spChg>
        <pc:spChg chg="add del mod">
          <ac:chgData name="fajar eridianto" userId="1bd4f06f2ecc119f" providerId="LiveId" clId="{7F9F468B-860F-49A9-B1EE-D60BCF4FFEF0}" dt="2026-09-06T15:27:05.019" v="2" actId="478"/>
          <ac:spMkLst>
            <pc:docMk/>
            <pc:sldMk cId="3682590150" sldId="387"/>
            <ac:spMk id="5" creationId="{B7102D0F-4032-7883-10F8-817C565D650E}"/>
          </ac:spMkLst>
        </pc:spChg>
        <pc:spChg chg="add mod">
          <ac:chgData name="fajar eridianto" userId="1bd4f06f2ecc119f" providerId="LiveId" clId="{7F9F468B-860F-49A9-B1EE-D60BCF4FFEF0}" dt="2026-09-06T15:27:31.521" v="18" actId="1035"/>
          <ac:spMkLst>
            <pc:docMk/>
            <pc:sldMk cId="3682590150" sldId="387"/>
            <ac:spMk id="8" creationId="{7B03D262-9AB3-22EC-D8DA-7E9892585001}"/>
          </ac:spMkLst>
        </pc:spChg>
        <pc:spChg chg="add mod">
          <ac:chgData name="fajar eridianto" userId="1bd4f06f2ecc119f" providerId="LiveId" clId="{7F9F468B-860F-49A9-B1EE-D60BCF4FFEF0}" dt="2026-09-06T15:27:31.521" v="18" actId="1035"/>
          <ac:spMkLst>
            <pc:docMk/>
            <pc:sldMk cId="3682590150" sldId="387"/>
            <ac:spMk id="9" creationId="{C1F81091-8A7D-96F6-0F07-EC6A440B86D0}"/>
          </ac:spMkLst>
        </pc:spChg>
        <pc:picChg chg="add mod">
          <ac:chgData name="fajar eridianto" userId="1bd4f06f2ecc119f" providerId="LiveId" clId="{7F9F468B-860F-49A9-B1EE-D60BCF4FFEF0}" dt="2026-09-06T15:27:42.809" v="20" actId="1076"/>
          <ac:picMkLst>
            <pc:docMk/>
            <pc:sldMk cId="3682590150" sldId="387"/>
            <ac:picMk id="6" creationId="{00FB4E3C-0DA7-8354-ADB0-E3309C04A77B}"/>
          </ac:picMkLst>
        </pc:picChg>
        <pc:picChg chg="add mod">
          <ac:chgData name="fajar eridianto" userId="1bd4f06f2ecc119f" providerId="LiveId" clId="{7F9F468B-860F-49A9-B1EE-D60BCF4FFEF0}" dt="2026-09-06T15:27:37.330" v="19" actId="1076"/>
          <ac:picMkLst>
            <pc:docMk/>
            <pc:sldMk cId="3682590150" sldId="387"/>
            <ac:picMk id="7" creationId="{B473ADC7-E2FE-C786-7F7D-7B3FB56B95F6}"/>
          </ac:picMkLst>
        </pc:picChg>
        <pc:picChg chg="add mod">
          <ac:chgData name="fajar eridianto" userId="1bd4f06f2ecc119f" providerId="LiveId" clId="{7F9F468B-860F-49A9-B1EE-D60BCF4FFEF0}" dt="2026-09-06T15:32:11.045" v="84"/>
          <ac:picMkLst>
            <pc:docMk/>
            <pc:sldMk cId="3682590150" sldId="387"/>
            <ac:picMk id="10" creationId="{A8801B0F-4FEF-FE95-369A-538B959E7E06}"/>
          </ac:picMkLst>
        </pc:picChg>
      </pc:sldChg>
      <pc:sldChg chg="addSp delSp modSp add mod">
        <pc:chgData name="fajar eridianto" userId="1bd4f06f2ecc119f" providerId="LiveId" clId="{7F9F468B-860F-49A9-B1EE-D60BCF4FFEF0}" dt="2026-09-06T15:32:13.022" v="85"/>
        <pc:sldMkLst>
          <pc:docMk/>
          <pc:sldMk cId="3423109974" sldId="388"/>
        </pc:sldMkLst>
        <pc:spChg chg="add mod">
          <ac:chgData name="fajar eridianto" userId="1bd4f06f2ecc119f" providerId="LiveId" clId="{7F9F468B-860F-49A9-B1EE-D60BCF4FFEF0}" dt="2026-09-06T15:28:21.747" v="28"/>
          <ac:spMkLst>
            <pc:docMk/>
            <pc:sldMk cId="3423109974" sldId="388"/>
            <ac:spMk id="2" creationId="{0F092EE4-538E-6D06-B6AD-97B400BD8E9C}"/>
          </ac:spMkLst>
        </pc:spChg>
        <pc:spChg chg="add mod">
          <ac:chgData name="fajar eridianto" userId="1bd4f06f2ecc119f" providerId="LiveId" clId="{7F9F468B-860F-49A9-B1EE-D60BCF4FFEF0}" dt="2026-09-06T15:28:57.865" v="29" actId="207"/>
          <ac:spMkLst>
            <pc:docMk/>
            <pc:sldMk cId="3423109974" sldId="388"/>
            <ac:spMk id="5" creationId="{5BA7997D-3462-AEA8-EF18-3703F10BAB29}"/>
          </ac:spMkLst>
        </pc:spChg>
        <pc:spChg chg="del">
          <ac:chgData name="fajar eridianto" userId="1bd4f06f2ecc119f" providerId="LiveId" clId="{7F9F468B-860F-49A9-B1EE-D60BCF4FFEF0}" dt="2026-09-06T15:28:00.057" v="23" actId="478"/>
          <ac:spMkLst>
            <pc:docMk/>
            <pc:sldMk cId="3423109974" sldId="388"/>
            <ac:spMk id="8" creationId="{0DB0F3DB-EC4A-588D-823A-C4F547EEB34B}"/>
          </ac:spMkLst>
        </pc:spChg>
        <pc:spChg chg="del">
          <ac:chgData name="fajar eridianto" userId="1bd4f06f2ecc119f" providerId="LiveId" clId="{7F9F468B-860F-49A9-B1EE-D60BCF4FFEF0}" dt="2026-09-06T15:28:00.057" v="23" actId="478"/>
          <ac:spMkLst>
            <pc:docMk/>
            <pc:sldMk cId="3423109974" sldId="388"/>
            <ac:spMk id="9" creationId="{C83C91EE-2CB8-A5FE-6FFA-068BC7D26CCC}"/>
          </ac:spMkLst>
        </pc:spChg>
        <pc:spChg chg="mod">
          <ac:chgData name="fajar eridianto" userId="1bd4f06f2ecc119f" providerId="LiveId" clId="{7F9F468B-860F-49A9-B1EE-D60BCF4FFEF0}" dt="2026-09-06T15:28:57.865" v="29" actId="207"/>
          <ac:spMkLst>
            <pc:docMk/>
            <pc:sldMk cId="3423109974" sldId="388"/>
            <ac:spMk id="10" creationId="{00C6BAF5-354A-E4BE-4EF3-28D8E809C878}"/>
          </ac:spMkLst>
        </pc:spChg>
        <pc:spChg chg="add mod">
          <ac:chgData name="fajar eridianto" userId="1bd4f06f2ecc119f" providerId="LiveId" clId="{7F9F468B-860F-49A9-B1EE-D60BCF4FFEF0}" dt="2026-09-06T15:28:21.747" v="28"/>
          <ac:spMkLst>
            <pc:docMk/>
            <pc:sldMk cId="3423109974" sldId="388"/>
            <ac:spMk id="12" creationId="{921B182B-1F3A-8A5E-44EE-6EB82FA17440}"/>
          </ac:spMkLst>
        </pc:spChg>
        <pc:spChg chg="mod">
          <ac:chgData name="fajar eridianto" userId="1bd4f06f2ecc119f" providerId="LiveId" clId="{7F9F468B-860F-49A9-B1EE-D60BCF4FFEF0}" dt="2026-09-06T15:28:57.865" v="29" actId="207"/>
          <ac:spMkLst>
            <pc:docMk/>
            <pc:sldMk cId="3423109974" sldId="388"/>
            <ac:spMk id="13" creationId="{8F0C8B26-E199-2706-1D2F-D45CD6D0E884}"/>
          </ac:spMkLst>
        </pc:spChg>
        <pc:spChg chg="add mod">
          <ac:chgData name="fajar eridianto" userId="1bd4f06f2ecc119f" providerId="LiveId" clId="{7F9F468B-860F-49A9-B1EE-D60BCF4FFEF0}" dt="2026-09-06T15:28:57.865" v="29" actId="207"/>
          <ac:spMkLst>
            <pc:docMk/>
            <pc:sldMk cId="3423109974" sldId="388"/>
            <ac:spMk id="14" creationId="{FD249A72-0F5E-0730-8A94-8C9C2884581A}"/>
          </ac:spMkLst>
        </pc:spChg>
        <pc:spChg chg="mod">
          <ac:chgData name="fajar eridianto" userId="1bd4f06f2ecc119f" providerId="LiveId" clId="{7F9F468B-860F-49A9-B1EE-D60BCF4FFEF0}" dt="2026-09-06T15:28:57.865" v="29" actId="207"/>
          <ac:spMkLst>
            <pc:docMk/>
            <pc:sldMk cId="3423109974" sldId="388"/>
            <ac:spMk id="18" creationId="{AB1FA909-1B25-577A-0B93-BAA839E300EC}"/>
          </ac:spMkLst>
        </pc:spChg>
        <pc:spChg chg="add mod">
          <ac:chgData name="fajar eridianto" userId="1bd4f06f2ecc119f" providerId="LiveId" clId="{7F9F468B-860F-49A9-B1EE-D60BCF4FFEF0}" dt="2026-09-06T15:28:21.747" v="28"/>
          <ac:spMkLst>
            <pc:docMk/>
            <pc:sldMk cId="3423109974" sldId="388"/>
            <ac:spMk id="19" creationId="{6C3FEF2B-F12E-107A-6C6B-C8EBA548F9B5}"/>
          </ac:spMkLst>
        </pc:spChg>
        <pc:spChg chg="add mod">
          <ac:chgData name="fajar eridianto" userId="1bd4f06f2ecc119f" providerId="LiveId" clId="{7F9F468B-860F-49A9-B1EE-D60BCF4FFEF0}" dt="2026-09-06T15:28:21.747" v="28"/>
          <ac:spMkLst>
            <pc:docMk/>
            <pc:sldMk cId="3423109974" sldId="388"/>
            <ac:spMk id="20" creationId="{5EFB0622-4C00-6CD1-DDA1-CF45CCD7C752}"/>
          </ac:spMkLst>
        </pc:spChg>
        <pc:spChg chg="mod">
          <ac:chgData name="fajar eridianto" userId="1bd4f06f2ecc119f" providerId="LiveId" clId="{7F9F468B-860F-49A9-B1EE-D60BCF4FFEF0}" dt="2026-09-06T15:28:57.865" v="29" actId="207"/>
          <ac:spMkLst>
            <pc:docMk/>
            <pc:sldMk cId="3423109974" sldId="388"/>
            <ac:spMk id="21" creationId="{D1277FB3-D5BE-FDE5-1B59-820434BAB0D7}"/>
          </ac:spMkLst>
        </pc:spChg>
        <pc:spChg chg="mod">
          <ac:chgData name="fajar eridianto" userId="1bd4f06f2ecc119f" providerId="LiveId" clId="{7F9F468B-860F-49A9-B1EE-D60BCF4FFEF0}" dt="2026-09-06T15:28:57.865" v="29" actId="207"/>
          <ac:spMkLst>
            <pc:docMk/>
            <pc:sldMk cId="3423109974" sldId="388"/>
            <ac:spMk id="22" creationId="{2596B4D5-09EF-58D2-2C83-0272783D0756}"/>
          </ac:spMkLst>
        </pc:spChg>
        <pc:spChg chg="add mod">
          <ac:chgData name="fajar eridianto" userId="1bd4f06f2ecc119f" providerId="LiveId" clId="{7F9F468B-860F-49A9-B1EE-D60BCF4FFEF0}" dt="2026-09-06T15:28:21.747" v="28"/>
          <ac:spMkLst>
            <pc:docMk/>
            <pc:sldMk cId="3423109974" sldId="388"/>
            <ac:spMk id="23" creationId="{09ABC1FC-4249-1912-14C4-63416717BF9D}"/>
          </ac:spMkLst>
        </pc:spChg>
        <pc:spChg chg="add mod">
          <ac:chgData name="fajar eridianto" userId="1bd4f06f2ecc119f" providerId="LiveId" clId="{7F9F468B-860F-49A9-B1EE-D60BCF4FFEF0}" dt="2026-09-06T15:28:21.747" v="28"/>
          <ac:spMkLst>
            <pc:docMk/>
            <pc:sldMk cId="3423109974" sldId="388"/>
            <ac:spMk id="24" creationId="{C030CCB3-19D1-0BCD-A031-20AD3ACDD23D}"/>
          </ac:spMkLst>
        </pc:spChg>
        <pc:spChg chg="add mod">
          <ac:chgData name="fajar eridianto" userId="1bd4f06f2ecc119f" providerId="LiveId" clId="{7F9F468B-860F-49A9-B1EE-D60BCF4FFEF0}" dt="2026-09-06T15:28:21.747" v="28"/>
          <ac:spMkLst>
            <pc:docMk/>
            <pc:sldMk cId="3423109974" sldId="388"/>
            <ac:spMk id="27" creationId="{1997820C-BBFA-87A1-4344-9322472E754F}"/>
          </ac:spMkLst>
        </pc:spChg>
        <pc:spChg chg="mod">
          <ac:chgData name="fajar eridianto" userId="1bd4f06f2ecc119f" providerId="LiveId" clId="{7F9F468B-860F-49A9-B1EE-D60BCF4FFEF0}" dt="2026-09-06T15:28:57.865" v="29" actId="207"/>
          <ac:spMkLst>
            <pc:docMk/>
            <pc:sldMk cId="3423109974" sldId="388"/>
            <ac:spMk id="29" creationId="{18DD179E-4A94-CC76-1887-CCAA8230391E}"/>
          </ac:spMkLst>
        </pc:spChg>
        <pc:spChg chg="add mod">
          <ac:chgData name="fajar eridianto" userId="1bd4f06f2ecc119f" providerId="LiveId" clId="{7F9F468B-860F-49A9-B1EE-D60BCF4FFEF0}" dt="2026-09-06T15:28:21.747" v="28"/>
          <ac:spMkLst>
            <pc:docMk/>
            <pc:sldMk cId="3423109974" sldId="388"/>
            <ac:spMk id="30" creationId="{C9DAAD21-1FA3-A610-668C-5B4F7BD615F4}"/>
          </ac:spMkLst>
        </pc:spChg>
        <pc:picChg chg="del">
          <ac:chgData name="fajar eridianto" userId="1bd4f06f2ecc119f" providerId="LiveId" clId="{7F9F468B-860F-49A9-B1EE-D60BCF4FFEF0}" dt="2026-09-06T15:28:00.057" v="23" actId="478"/>
          <ac:picMkLst>
            <pc:docMk/>
            <pc:sldMk cId="3423109974" sldId="388"/>
            <ac:picMk id="6" creationId="{C1449625-A248-3E95-4EFF-940DFA866036}"/>
          </ac:picMkLst>
        </pc:picChg>
        <pc:picChg chg="del">
          <ac:chgData name="fajar eridianto" userId="1bd4f06f2ecc119f" providerId="LiveId" clId="{7F9F468B-860F-49A9-B1EE-D60BCF4FFEF0}" dt="2026-09-06T15:28:00.057" v="23" actId="478"/>
          <ac:picMkLst>
            <pc:docMk/>
            <pc:sldMk cId="3423109974" sldId="388"/>
            <ac:picMk id="7" creationId="{D0969D26-4A29-30EF-59F1-3874DD153AC5}"/>
          </ac:picMkLst>
        </pc:picChg>
        <pc:picChg chg="add mod">
          <ac:chgData name="fajar eridianto" userId="1bd4f06f2ecc119f" providerId="LiveId" clId="{7F9F468B-860F-49A9-B1EE-D60BCF4FFEF0}" dt="2026-09-06T15:32:13.022" v="85"/>
          <ac:picMkLst>
            <pc:docMk/>
            <pc:sldMk cId="3423109974" sldId="388"/>
            <ac:picMk id="41" creationId="{14FBB8CF-685A-2F93-AB27-8B57582411AC}"/>
          </ac:picMkLst>
        </pc:picChg>
      </pc:sldChg>
      <pc:sldChg chg="addSp modSp add">
        <pc:chgData name="fajar eridianto" userId="1bd4f06f2ecc119f" providerId="LiveId" clId="{7F9F468B-860F-49A9-B1EE-D60BCF4FFEF0}" dt="2026-09-06T15:32:15.095" v="86"/>
        <pc:sldMkLst>
          <pc:docMk/>
          <pc:sldMk cId="4122831178" sldId="389"/>
        </pc:sldMkLst>
        <pc:spChg chg="add mod">
          <ac:chgData name="fajar eridianto" userId="1bd4f06f2ecc119f" providerId="LiveId" clId="{7F9F468B-860F-49A9-B1EE-D60BCF4FFEF0}" dt="2026-09-06T15:29:21.679" v="30"/>
          <ac:spMkLst>
            <pc:docMk/>
            <pc:sldMk cId="4122831178" sldId="389"/>
            <ac:spMk id="2" creationId="{434C2E68-BB9E-4D1E-39C5-744ED3EA8ADD}"/>
          </ac:spMkLst>
        </pc:spChg>
        <pc:spChg chg="add mod">
          <ac:chgData name="fajar eridianto" userId="1bd4f06f2ecc119f" providerId="LiveId" clId="{7F9F468B-860F-49A9-B1EE-D60BCF4FFEF0}" dt="2026-09-06T15:29:32.458" v="53" actId="1035"/>
          <ac:spMkLst>
            <pc:docMk/>
            <pc:sldMk cId="4122831178" sldId="389"/>
            <ac:spMk id="3" creationId="{BFC844BA-F27C-1277-260A-A3F16B7177EA}"/>
          </ac:spMkLst>
        </pc:spChg>
        <pc:spChg chg="mod">
          <ac:chgData name="fajar eridianto" userId="1bd4f06f2ecc119f" providerId="LiveId" clId="{7F9F468B-860F-49A9-B1EE-D60BCF4FFEF0}" dt="2026-09-06T15:29:32.458" v="53" actId="1035"/>
          <ac:spMkLst>
            <pc:docMk/>
            <pc:sldMk cId="4122831178" sldId="389"/>
            <ac:spMk id="4" creationId="{8D4A7F31-F3C9-4B3D-902A-57A9B9589B16}"/>
          </ac:spMkLst>
        </pc:spChg>
        <pc:spChg chg="add mod">
          <ac:chgData name="fajar eridianto" userId="1bd4f06f2ecc119f" providerId="LiveId" clId="{7F9F468B-860F-49A9-B1EE-D60BCF4FFEF0}" dt="2026-09-06T15:29:32.458" v="53" actId="1035"/>
          <ac:spMkLst>
            <pc:docMk/>
            <pc:sldMk cId="4122831178" sldId="389"/>
            <ac:spMk id="5" creationId="{85B3371C-E454-5127-4860-52F5123F4FED}"/>
          </ac:spMkLst>
        </pc:spChg>
        <pc:spChg chg="add mod">
          <ac:chgData name="fajar eridianto" userId="1bd4f06f2ecc119f" providerId="LiveId" clId="{7F9F468B-860F-49A9-B1EE-D60BCF4FFEF0}" dt="2026-09-06T15:29:32.458" v="53" actId="1035"/>
          <ac:spMkLst>
            <pc:docMk/>
            <pc:sldMk cId="4122831178" sldId="389"/>
            <ac:spMk id="6" creationId="{4D9EB3DC-1BB8-21DA-BE78-3E3AD5F0DC36}"/>
          </ac:spMkLst>
        </pc:spChg>
        <pc:spChg chg="add mod">
          <ac:chgData name="fajar eridianto" userId="1bd4f06f2ecc119f" providerId="LiveId" clId="{7F9F468B-860F-49A9-B1EE-D60BCF4FFEF0}" dt="2026-09-06T15:29:32.458" v="53" actId="1035"/>
          <ac:spMkLst>
            <pc:docMk/>
            <pc:sldMk cId="4122831178" sldId="389"/>
            <ac:spMk id="8" creationId="{6925F93E-8939-F247-576D-71C82BCECF1C}"/>
          </ac:spMkLst>
        </pc:spChg>
        <pc:spChg chg="add mod">
          <ac:chgData name="fajar eridianto" userId="1bd4f06f2ecc119f" providerId="LiveId" clId="{7F9F468B-860F-49A9-B1EE-D60BCF4FFEF0}" dt="2026-09-06T15:29:32.458" v="53" actId="1035"/>
          <ac:spMkLst>
            <pc:docMk/>
            <pc:sldMk cId="4122831178" sldId="389"/>
            <ac:spMk id="9" creationId="{89E1AD8D-9C39-A154-A7C6-EDCB732137E4}"/>
          </ac:spMkLst>
        </pc:spChg>
        <pc:spChg chg="add mod">
          <ac:chgData name="fajar eridianto" userId="1bd4f06f2ecc119f" providerId="LiveId" clId="{7F9F468B-860F-49A9-B1EE-D60BCF4FFEF0}" dt="2026-09-06T15:29:32.458" v="53" actId="1035"/>
          <ac:spMkLst>
            <pc:docMk/>
            <pc:sldMk cId="4122831178" sldId="389"/>
            <ac:spMk id="10" creationId="{91720F1C-7F22-6BAD-188C-B710276D86A3}"/>
          </ac:spMkLst>
        </pc:spChg>
        <pc:spChg chg="add mod">
          <ac:chgData name="fajar eridianto" userId="1bd4f06f2ecc119f" providerId="LiveId" clId="{7F9F468B-860F-49A9-B1EE-D60BCF4FFEF0}" dt="2026-09-06T15:29:32.458" v="53" actId="1035"/>
          <ac:spMkLst>
            <pc:docMk/>
            <pc:sldMk cId="4122831178" sldId="389"/>
            <ac:spMk id="12" creationId="{3AA34A5B-4DFC-4C55-FA59-4795035C2778}"/>
          </ac:spMkLst>
        </pc:spChg>
        <pc:spChg chg="add mod">
          <ac:chgData name="fajar eridianto" userId="1bd4f06f2ecc119f" providerId="LiveId" clId="{7F9F468B-860F-49A9-B1EE-D60BCF4FFEF0}" dt="2026-09-06T15:29:32.458" v="53" actId="1035"/>
          <ac:spMkLst>
            <pc:docMk/>
            <pc:sldMk cId="4122831178" sldId="389"/>
            <ac:spMk id="13" creationId="{FD3B9E5D-FCC7-50F7-14F5-019F37E77319}"/>
          </ac:spMkLst>
        </pc:spChg>
        <pc:spChg chg="add mod">
          <ac:chgData name="fajar eridianto" userId="1bd4f06f2ecc119f" providerId="LiveId" clId="{7F9F468B-860F-49A9-B1EE-D60BCF4FFEF0}" dt="2026-09-06T15:29:32.458" v="53" actId="1035"/>
          <ac:spMkLst>
            <pc:docMk/>
            <pc:sldMk cId="4122831178" sldId="389"/>
            <ac:spMk id="14" creationId="{01B07596-A74C-A209-0B35-FE97164EE4A3}"/>
          </ac:spMkLst>
        </pc:spChg>
        <pc:picChg chg="add mod">
          <ac:chgData name="fajar eridianto" userId="1bd4f06f2ecc119f" providerId="LiveId" clId="{7F9F468B-860F-49A9-B1EE-D60BCF4FFEF0}" dt="2026-09-06T15:32:15.095" v="86"/>
          <ac:picMkLst>
            <pc:docMk/>
            <pc:sldMk cId="4122831178" sldId="389"/>
            <ac:picMk id="16" creationId="{8AE68664-39A9-0E21-AF64-8A4E092FF604}"/>
          </ac:picMkLst>
        </pc:picChg>
      </pc:sldChg>
      <pc:sldChg chg="addSp modSp add mod">
        <pc:chgData name="fajar eridianto" userId="1bd4f06f2ecc119f" providerId="LiveId" clId="{7F9F468B-860F-49A9-B1EE-D60BCF4FFEF0}" dt="2026-09-06T15:33:07.012" v="177" actId="1076"/>
        <pc:sldMkLst>
          <pc:docMk/>
          <pc:sldMk cId="463770765" sldId="390"/>
        </pc:sldMkLst>
        <pc:spChg chg="add mod">
          <ac:chgData name="fajar eridianto" userId="1bd4f06f2ecc119f" providerId="LiveId" clId="{7F9F468B-860F-49A9-B1EE-D60BCF4FFEF0}" dt="2026-09-06T15:33:07.012" v="177" actId="1076"/>
          <ac:spMkLst>
            <pc:docMk/>
            <pc:sldMk cId="463770765" sldId="390"/>
            <ac:spMk id="3" creationId="{2FC1D2E2-C4F2-CECA-658C-4BA69B6D54AF}"/>
          </ac:spMkLst>
        </pc:spChg>
        <pc:spChg chg="mod">
          <ac:chgData name="fajar eridianto" userId="1bd4f06f2ecc119f" providerId="LiveId" clId="{7F9F468B-860F-49A9-B1EE-D60BCF4FFEF0}" dt="2026-09-06T15:32:59.391" v="176" actId="1036"/>
          <ac:spMkLst>
            <pc:docMk/>
            <pc:sldMk cId="463770765" sldId="390"/>
            <ac:spMk id="5" creationId="{D84258B8-C325-1CB2-928C-B531FF6187EE}"/>
          </ac:spMkLst>
        </pc:spChg>
        <pc:spChg chg="add mod">
          <ac:chgData name="fajar eridianto" userId="1bd4f06f2ecc119f" providerId="LiveId" clId="{7F9F468B-860F-49A9-B1EE-D60BCF4FFEF0}" dt="2026-09-06T15:32:49.060" v="144" actId="1036"/>
          <ac:spMkLst>
            <pc:docMk/>
            <pc:sldMk cId="463770765" sldId="390"/>
            <ac:spMk id="6" creationId="{07E07B2D-3769-6AD2-EF63-794B48635E6F}"/>
          </ac:spMkLst>
        </pc:spChg>
        <pc:spChg chg="add mod">
          <ac:chgData name="fajar eridianto" userId="1bd4f06f2ecc119f" providerId="LiveId" clId="{7F9F468B-860F-49A9-B1EE-D60BCF4FFEF0}" dt="2026-09-06T15:32:44.181" v="130" actId="1036"/>
          <ac:spMkLst>
            <pc:docMk/>
            <pc:sldMk cId="463770765" sldId="390"/>
            <ac:spMk id="7" creationId="{C666B887-FE19-C8EF-CE96-4E0D14187CE0}"/>
          </ac:spMkLst>
        </pc:spChg>
        <pc:spChg chg="add mod">
          <ac:chgData name="fajar eridianto" userId="1bd4f06f2ecc119f" providerId="LiveId" clId="{7F9F468B-860F-49A9-B1EE-D60BCF4FFEF0}" dt="2026-09-06T15:32:59.391" v="176" actId="1036"/>
          <ac:spMkLst>
            <pc:docMk/>
            <pc:sldMk cId="463770765" sldId="390"/>
            <ac:spMk id="8" creationId="{89B872F3-25DD-B4D9-2595-9ADA8CAB8903}"/>
          </ac:spMkLst>
        </pc:spChg>
        <pc:spChg chg="add mod">
          <ac:chgData name="fajar eridianto" userId="1bd4f06f2ecc119f" providerId="LiveId" clId="{7F9F468B-860F-49A9-B1EE-D60BCF4FFEF0}" dt="2026-09-06T15:32:49.060" v="144" actId="1036"/>
          <ac:spMkLst>
            <pc:docMk/>
            <pc:sldMk cId="463770765" sldId="390"/>
            <ac:spMk id="9" creationId="{3B6E0C26-0BB6-53CB-A648-36C27672DB7D}"/>
          </ac:spMkLst>
        </pc:spChg>
        <pc:spChg chg="mod">
          <ac:chgData name="fajar eridianto" userId="1bd4f06f2ecc119f" providerId="LiveId" clId="{7F9F468B-860F-49A9-B1EE-D60BCF4FFEF0}" dt="2026-09-06T15:32:44.181" v="130" actId="1036"/>
          <ac:spMkLst>
            <pc:docMk/>
            <pc:sldMk cId="463770765" sldId="390"/>
            <ac:spMk id="10" creationId="{0D7B46D1-59E9-77D1-6B42-7366AD7CF13D}"/>
          </ac:spMkLst>
        </pc:spChg>
        <pc:spChg chg="add mod">
          <ac:chgData name="fajar eridianto" userId="1bd4f06f2ecc119f" providerId="LiveId" clId="{7F9F468B-860F-49A9-B1EE-D60BCF4FFEF0}" dt="2026-09-06T15:32:38.729" v="116" actId="1035"/>
          <ac:spMkLst>
            <pc:docMk/>
            <pc:sldMk cId="463770765" sldId="390"/>
            <ac:spMk id="11" creationId="{DD6D2942-5EEE-0C5C-72A8-3F09826DEF5D}"/>
          </ac:spMkLst>
        </pc:spChg>
        <pc:spChg chg="mod">
          <ac:chgData name="fajar eridianto" userId="1bd4f06f2ecc119f" providerId="LiveId" clId="{7F9F468B-860F-49A9-B1EE-D60BCF4FFEF0}" dt="2026-09-06T15:32:38.729" v="116" actId="1035"/>
          <ac:spMkLst>
            <pc:docMk/>
            <pc:sldMk cId="463770765" sldId="390"/>
            <ac:spMk id="12" creationId="{E72A7D51-1796-4E63-60B4-A9067BD6AE45}"/>
          </ac:spMkLst>
        </pc:spChg>
        <pc:spChg chg="add mod">
          <ac:chgData name="fajar eridianto" userId="1bd4f06f2ecc119f" providerId="LiveId" clId="{7F9F468B-860F-49A9-B1EE-D60BCF4FFEF0}" dt="2026-09-06T15:32:54.325" v="159" actId="1036"/>
          <ac:spMkLst>
            <pc:docMk/>
            <pc:sldMk cId="463770765" sldId="390"/>
            <ac:spMk id="13" creationId="{93C3357F-D587-97AB-5F33-157DBC8F6A7A}"/>
          </ac:spMkLst>
        </pc:spChg>
        <pc:spChg chg="mod">
          <ac:chgData name="fajar eridianto" userId="1bd4f06f2ecc119f" providerId="LiveId" clId="{7F9F468B-860F-49A9-B1EE-D60BCF4FFEF0}" dt="2026-09-06T15:32:54.325" v="159" actId="1036"/>
          <ac:spMkLst>
            <pc:docMk/>
            <pc:sldMk cId="463770765" sldId="390"/>
            <ac:spMk id="14" creationId="{176E63AD-994C-214B-E28B-7B34A05152B4}"/>
          </ac:spMkLst>
        </pc:spChg>
        <pc:spChg chg="add mod">
          <ac:chgData name="fajar eridianto" userId="1bd4f06f2ecc119f" providerId="LiveId" clId="{7F9F468B-860F-49A9-B1EE-D60BCF4FFEF0}" dt="2026-09-06T15:32:33.150" v="104" actId="1036"/>
          <ac:spMkLst>
            <pc:docMk/>
            <pc:sldMk cId="463770765" sldId="390"/>
            <ac:spMk id="15" creationId="{BCACCF86-56A4-5BB0-72EE-274D08C2D356}"/>
          </ac:spMkLst>
        </pc:spChg>
        <pc:spChg chg="mod">
          <ac:chgData name="fajar eridianto" userId="1bd4f06f2ecc119f" providerId="LiveId" clId="{7F9F468B-860F-49A9-B1EE-D60BCF4FFEF0}" dt="2026-09-06T15:32:33.150" v="104" actId="1036"/>
          <ac:spMkLst>
            <pc:docMk/>
            <pc:sldMk cId="463770765" sldId="390"/>
            <ac:spMk id="16" creationId="{FB12CE76-4B97-6492-961D-B05E04E93D29}"/>
          </ac:spMkLst>
        </pc:spChg>
        <pc:spChg chg="mod">
          <ac:chgData name="fajar eridianto" userId="1bd4f06f2ecc119f" providerId="LiveId" clId="{7F9F468B-860F-49A9-B1EE-D60BCF4FFEF0}" dt="2026-09-06T15:32:28.656" v="96" actId="1036"/>
          <ac:spMkLst>
            <pc:docMk/>
            <pc:sldMk cId="463770765" sldId="390"/>
            <ac:spMk id="17" creationId="{11E3193A-675A-DAE7-B62A-5EF109DB7D58}"/>
          </ac:spMkLst>
        </pc:spChg>
        <pc:spChg chg="add mod">
          <ac:chgData name="fajar eridianto" userId="1bd4f06f2ecc119f" providerId="LiveId" clId="{7F9F468B-860F-49A9-B1EE-D60BCF4FFEF0}" dt="2026-09-06T15:32:28.656" v="96" actId="1036"/>
          <ac:spMkLst>
            <pc:docMk/>
            <pc:sldMk cId="463770765" sldId="390"/>
            <ac:spMk id="18" creationId="{0E3A9199-3B60-C877-6CC4-A3E05D10B4E3}"/>
          </ac:spMkLst>
        </pc:spChg>
        <pc:spChg chg="add mod">
          <ac:chgData name="fajar eridianto" userId="1bd4f06f2ecc119f" providerId="LiveId" clId="{7F9F468B-860F-49A9-B1EE-D60BCF4FFEF0}" dt="2026-09-06T15:30:16.704" v="73" actId="207"/>
          <ac:spMkLst>
            <pc:docMk/>
            <pc:sldMk cId="463770765" sldId="390"/>
            <ac:spMk id="20" creationId="{EAB7CB14-0593-2578-154E-24261BC0625B}"/>
          </ac:spMkLst>
        </pc:spChg>
        <pc:picChg chg="mod">
          <ac:chgData name="fajar eridianto" userId="1bd4f06f2ecc119f" providerId="LiveId" clId="{7F9F468B-860F-49A9-B1EE-D60BCF4FFEF0}" dt="2026-09-06T15:30:27.479" v="75"/>
          <ac:picMkLst>
            <pc:docMk/>
            <pc:sldMk cId="463770765" sldId="390"/>
            <ac:picMk id="2" creationId="{4BB6915F-E7D0-F048-7001-101386E326F9}"/>
          </ac:picMkLst>
        </pc:picChg>
        <pc:picChg chg="add mod">
          <ac:chgData name="fajar eridianto" userId="1bd4f06f2ecc119f" providerId="LiveId" clId="{7F9F468B-860F-49A9-B1EE-D60BCF4FFEF0}" dt="2026-09-06T15:32:18.422" v="87"/>
          <ac:picMkLst>
            <pc:docMk/>
            <pc:sldMk cId="463770765" sldId="390"/>
            <ac:picMk id="21" creationId="{0ECB084E-0812-D9F1-A123-997E69A36344}"/>
          </ac:picMkLst>
        </pc:picChg>
      </pc:sldChg>
      <pc:sldChg chg="addSp delSp modSp add mod">
        <pc:chgData name="fajar eridianto" userId="1bd4f06f2ecc119f" providerId="LiveId" clId="{7F9F468B-860F-49A9-B1EE-D60BCF4FFEF0}" dt="2026-09-06T15:34:14.577" v="202" actId="1035"/>
        <pc:sldMkLst>
          <pc:docMk/>
          <pc:sldMk cId="4185661940" sldId="391"/>
        </pc:sldMkLst>
        <pc:spChg chg="add mod">
          <ac:chgData name="fajar eridianto" userId="1bd4f06f2ecc119f" providerId="LiveId" clId="{7F9F468B-860F-49A9-B1EE-D60BCF4FFEF0}" dt="2026-09-06T15:33:45.943" v="185" actId="1076"/>
          <ac:spMkLst>
            <pc:docMk/>
            <pc:sldMk cId="4185661940" sldId="391"/>
            <ac:spMk id="3" creationId="{66A06C1A-985E-9B9A-995E-E06182F2BF49}"/>
          </ac:spMkLst>
        </pc:spChg>
        <pc:spChg chg="mod">
          <ac:chgData name="fajar eridianto" userId="1bd4f06f2ecc119f" providerId="LiveId" clId="{7F9F468B-860F-49A9-B1EE-D60BCF4FFEF0}" dt="2026-09-06T15:33:54.412" v="188" actId="1076"/>
          <ac:spMkLst>
            <pc:docMk/>
            <pc:sldMk cId="4185661940" sldId="391"/>
            <ac:spMk id="5" creationId="{1282D54C-C5C8-1239-078D-9C8F60156872}"/>
          </ac:spMkLst>
        </pc:spChg>
        <pc:spChg chg="add mod">
          <ac:chgData name="fajar eridianto" userId="1bd4f06f2ecc119f" providerId="LiveId" clId="{7F9F468B-860F-49A9-B1EE-D60BCF4FFEF0}" dt="2026-09-06T15:33:51.945" v="187" actId="1076"/>
          <ac:spMkLst>
            <pc:docMk/>
            <pc:sldMk cId="4185661940" sldId="391"/>
            <ac:spMk id="6" creationId="{E2C3EBE5-A9F2-FC4F-F029-B4ECDB569844}"/>
          </ac:spMkLst>
        </pc:spChg>
        <pc:spChg chg="add mod">
          <ac:chgData name="fajar eridianto" userId="1bd4f06f2ecc119f" providerId="LiveId" clId="{7F9F468B-860F-49A9-B1EE-D60BCF4FFEF0}" dt="2026-09-06T15:33:56.819" v="189" actId="1076"/>
          <ac:spMkLst>
            <pc:docMk/>
            <pc:sldMk cId="4185661940" sldId="391"/>
            <ac:spMk id="7" creationId="{75F7557C-DECA-9EC6-F80B-249540D37311}"/>
          </ac:spMkLst>
        </pc:spChg>
        <pc:spChg chg="add mod">
          <ac:chgData name="fajar eridianto" userId="1bd4f06f2ecc119f" providerId="LiveId" clId="{7F9F468B-860F-49A9-B1EE-D60BCF4FFEF0}" dt="2026-09-06T15:34:00.809" v="190" actId="1076"/>
          <ac:spMkLst>
            <pc:docMk/>
            <pc:sldMk cId="4185661940" sldId="391"/>
            <ac:spMk id="8" creationId="{6DEC7342-D16B-0A73-126A-895D971E1A7C}"/>
          </ac:spMkLst>
        </pc:spChg>
        <pc:spChg chg="mod">
          <ac:chgData name="fajar eridianto" userId="1bd4f06f2ecc119f" providerId="LiveId" clId="{7F9F468B-860F-49A9-B1EE-D60BCF4FFEF0}" dt="2026-09-06T15:34:05.699" v="191" actId="1076"/>
          <ac:spMkLst>
            <pc:docMk/>
            <pc:sldMk cId="4185661940" sldId="391"/>
            <ac:spMk id="9" creationId="{3ADDE2A3-1312-0A23-BD6A-8250DE990716}"/>
          </ac:spMkLst>
        </pc:spChg>
        <pc:spChg chg="mod">
          <ac:chgData name="fajar eridianto" userId="1bd4f06f2ecc119f" providerId="LiveId" clId="{7F9F468B-860F-49A9-B1EE-D60BCF4FFEF0}" dt="2026-09-06T15:33:36.047" v="182" actId="1076"/>
          <ac:spMkLst>
            <pc:docMk/>
            <pc:sldMk cId="4185661940" sldId="391"/>
            <ac:spMk id="10" creationId="{C73F4B66-DF9F-0983-5D27-65C382D95458}"/>
          </ac:spMkLst>
        </pc:spChg>
        <pc:spChg chg="mod">
          <ac:chgData name="fajar eridianto" userId="1bd4f06f2ecc119f" providerId="LiveId" clId="{7F9F468B-860F-49A9-B1EE-D60BCF4FFEF0}" dt="2026-09-06T15:34:14.577" v="202" actId="1035"/>
          <ac:spMkLst>
            <pc:docMk/>
            <pc:sldMk cId="4185661940" sldId="391"/>
            <ac:spMk id="11" creationId="{8519E95A-797D-F98B-9C1D-4D37C7A4E560}"/>
          </ac:spMkLst>
        </pc:spChg>
        <pc:spChg chg="add mod">
          <ac:chgData name="fajar eridianto" userId="1bd4f06f2ecc119f" providerId="LiveId" clId="{7F9F468B-860F-49A9-B1EE-D60BCF4FFEF0}" dt="2026-09-06T15:33:32.554" v="181" actId="1076"/>
          <ac:spMkLst>
            <pc:docMk/>
            <pc:sldMk cId="4185661940" sldId="391"/>
            <ac:spMk id="12" creationId="{53CBD7CD-2BD0-59C4-FFEE-713BC74BFD99}"/>
          </ac:spMkLst>
        </pc:spChg>
        <pc:spChg chg="add mod">
          <ac:chgData name="fajar eridianto" userId="1bd4f06f2ecc119f" providerId="LiveId" clId="{7F9F468B-860F-49A9-B1EE-D60BCF4FFEF0}" dt="2026-09-06T15:33:39.432" v="183" actId="1076"/>
          <ac:spMkLst>
            <pc:docMk/>
            <pc:sldMk cId="4185661940" sldId="391"/>
            <ac:spMk id="13" creationId="{B97B145C-E520-E895-C674-947CABE573E0}"/>
          </ac:spMkLst>
        </pc:spChg>
        <pc:spChg chg="add mod">
          <ac:chgData name="fajar eridianto" userId="1bd4f06f2ecc119f" providerId="LiveId" clId="{7F9F468B-860F-49A9-B1EE-D60BCF4FFEF0}" dt="2026-09-06T15:33:24.224" v="179" actId="1076"/>
          <ac:spMkLst>
            <pc:docMk/>
            <pc:sldMk cId="4185661940" sldId="391"/>
            <ac:spMk id="14" creationId="{71A33A4C-8D9C-6362-14B5-CC9504B081B2}"/>
          </ac:spMkLst>
        </pc:spChg>
        <pc:spChg chg="add mod">
          <ac:chgData name="fajar eridianto" userId="1bd4f06f2ecc119f" providerId="LiveId" clId="{7F9F468B-860F-49A9-B1EE-D60BCF4FFEF0}" dt="2026-09-06T15:33:42.634" v="184" actId="1076"/>
          <ac:spMkLst>
            <pc:docMk/>
            <pc:sldMk cId="4185661940" sldId="391"/>
            <ac:spMk id="15" creationId="{2ED7BECA-14D3-070E-B518-7A734CCBCE71}"/>
          </ac:spMkLst>
        </pc:spChg>
        <pc:spChg chg="add mod">
          <ac:chgData name="fajar eridianto" userId="1bd4f06f2ecc119f" providerId="LiveId" clId="{7F9F468B-860F-49A9-B1EE-D60BCF4FFEF0}" dt="2026-09-06T15:34:10.863" v="192" actId="1076"/>
          <ac:spMkLst>
            <pc:docMk/>
            <pc:sldMk cId="4185661940" sldId="391"/>
            <ac:spMk id="16" creationId="{4AD473D3-A2A6-2AED-5806-3F0901CE34C0}"/>
          </ac:spMkLst>
        </pc:spChg>
        <pc:spChg chg="add mod">
          <ac:chgData name="fajar eridianto" userId="1bd4f06f2ecc119f" providerId="LiveId" clId="{7F9F468B-860F-49A9-B1EE-D60BCF4FFEF0}" dt="2026-09-06T15:31:09.344" v="77"/>
          <ac:spMkLst>
            <pc:docMk/>
            <pc:sldMk cId="4185661940" sldId="391"/>
            <ac:spMk id="18" creationId="{072B93AA-41F3-1948-E715-0AFF2DD2A232}"/>
          </ac:spMkLst>
        </pc:spChg>
        <pc:picChg chg="add del mod">
          <ac:chgData name="fajar eridianto" userId="1bd4f06f2ecc119f" providerId="LiveId" clId="{7F9F468B-860F-49A9-B1EE-D60BCF4FFEF0}" dt="2026-09-06T15:33:49.608" v="186" actId="1076"/>
          <ac:picMkLst>
            <pc:docMk/>
            <pc:sldMk cId="4185661940" sldId="391"/>
            <ac:picMk id="2" creationId="{1BAA75D4-F973-F5C2-A190-68E419AF236E}"/>
          </ac:picMkLst>
        </pc:picChg>
        <pc:picChg chg="add mod">
          <ac:chgData name="fajar eridianto" userId="1bd4f06f2ecc119f" providerId="LiveId" clId="{7F9F468B-860F-49A9-B1EE-D60BCF4FFEF0}" dt="2026-09-06T15:33:18.114" v="178"/>
          <ac:picMkLst>
            <pc:docMk/>
            <pc:sldMk cId="4185661940" sldId="391"/>
            <ac:picMk id="19" creationId="{CF834026-777C-871A-B645-759DCF83EA28}"/>
          </ac:picMkLst>
        </pc:picChg>
      </pc:sldChg>
      <pc:sldChg chg="add del">
        <pc:chgData name="fajar eridianto" userId="1bd4f06f2ecc119f" providerId="LiveId" clId="{7F9F468B-860F-49A9-B1EE-D60BCF4FFEF0}" dt="2026-09-06T15:35:12.884" v="203" actId="47"/>
        <pc:sldMkLst>
          <pc:docMk/>
          <pc:sldMk cId="1700380036" sldId="392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F80B5D-3CD5-4F2E-8142-C32F931062C5}" type="doc">
      <dgm:prSet loTypeId="urn:microsoft.com/office/officeart/2005/8/layout/chevronAccent+Icon" loCatId="officeon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D"/>
        </a:p>
      </dgm:t>
    </dgm:pt>
    <dgm:pt modelId="{931D90B1-9BD5-4622-B9D4-98F07FF6C9F6}">
      <dgm:prSet phldrT="[Text]" phldr="0"/>
      <dgm:spPr/>
      <dgm:t>
        <a:bodyPr/>
        <a:lstStyle/>
        <a:p>
          <a:r>
            <a:rPr lang="en-US" dirty="0">
              <a:latin typeface="Fira Sans Black" panose="020B0A03050000020004" pitchFamily="34" charset="0"/>
            </a:rPr>
            <a:t>Media </a:t>
          </a:r>
          <a:r>
            <a:rPr lang="en-US" dirty="0" err="1">
              <a:latin typeface="Fira Sans Black" panose="020B0A03050000020004" pitchFamily="34" charset="0"/>
            </a:rPr>
            <a:t>Phising</a:t>
          </a:r>
          <a:endParaRPr lang="en-ID" dirty="0">
            <a:latin typeface="Fira Sans Black" panose="020B0A03050000020004" pitchFamily="34" charset="0"/>
          </a:endParaRPr>
        </a:p>
      </dgm:t>
    </dgm:pt>
    <dgm:pt modelId="{D7B41F82-5835-4F86-9399-9EC5A6547306}" type="parTrans" cxnId="{A9E3766B-6D86-414A-BC41-93E6990152F4}">
      <dgm:prSet/>
      <dgm:spPr/>
      <dgm:t>
        <a:bodyPr/>
        <a:lstStyle/>
        <a:p>
          <a:endParaRPr lang="en-ID"/>
        </a:p>
      </dgm:t>
    </dgm:pt>
    <dgm:pt modelId="{54AFE64C-DE5E-4FBE-86E8-D65C78D79373}" type="sibTrans" cxnId="{A9E3766B-6D86-414A-BC41-93E6990152F4}">
      <dgm:prSet/>
      <dgm:spPr/>
      <dgm:t>
        <a:bodyPr/>
        <a:lstStyle/>
        <a:p>
          <a:endParaRPr lang="en-ID"/>
        </a:p>
      </dgm:t>
    </dgm:pt>
    <dgm:pt modelId="{13427610-4062-4F33-9094-13878793CDFB}">
      <dgm:prSet phldrT="[Text]" phldr="0"/>
      <dgm:spPr/>
      <dgm:t>
        <a:bodyPr/>
        <a:lstStyle/>
        <a:p>
          <a:r>
            <a:rPr lang="en-US" dirty="0">
              <a:latin typeface="Fira Sans Black" panose="020B0A03050000020004" pitchFamily="34" charset="0"/>
            </a:rPr>
            <a:t>Yang </a:t>
          </a:r>
          <a:r>
            <a:rPr lang="en-US" dirty="0" err="1">
              <a:latin typeface="Fira Sans Black" panose="020B0A03050000020004" pitchFamily="34" charset="0"/>
            </a:rPr>
            <a:t>Diincar</a:t>
          </a:r>
          <a:endParaRPr lang="en-ID" dirty="0">
            <a:latin typeface="Fira Sans Black" panose="020B0A03050000020004" pitchFamily="34" charset="0"/>
          </a:endParaRPr>
        </a:p>
      </dgm:t>
    </dgm:pt>
    <dgm:pt modelId="{8A3511D1-1781-4093-BC6D-05A349B952D2}" type="parTrans" cxnId="{F89666F4-FA4C-4B9B-8845-3C56B7AFDDF1}">
      <dgm:prSet/>
      <dgm:spPr/>
      <dgm:t>
        <a:bodyPr/>
        <a:lstStyle/>
        <a:p>
          <a:endParaRPr lang="en-ID"/>
        </a:p>
      </dgm:t>
    </dgm:pt>
    <dgm:pt modelId="{AC65524B-85AA-4D0D-9CAF-31E2F579630C}" type="sibTrans" cxnId="{F89666F4-FA4C-4B9B-8845-3C56B7AFDDF1}">
      <dgm:prSet/>
      <dgm:spPr/>
      <dgm:t>
        <a:bodyPr/>
        <a:lstStyle/>
        <a:p>
          <a:endParaRPr lang="en-ID"/>
        </a:p>
      </dgm:t>
    </dgm:pt>
    <dgm:pt modelId="{B4382411-F658-466C-83ED-07893C5C07AD}">
      <dgm:prSet phldrT="[Text]" phldr="0"/>
      <dgm:spPr/>
      <dgm:t>
        <a:bodyPr/>
        <a:lstStyle/>
        <a:p>
          <a:r>
            <a:rPr lang="en-US" dirty="0">
              <a:latin typeface="Fira Sans Black" panose="020B0A03050000020004" pitchFamily="34" charset="0"/>
            </a:rPr>
            <a:t>Tujuan </a:t>
          </a:r>
          <a:r>
            <a:rPr lang="en-US" dirty="0" err="1">
              <a:latin typeface="Fira Sans Black" panose="020B0A03050000020004" pitchFamily="34" charset="0"/>
            </a:rPr>
            <a:t>Phising</a:t>
          </a:r>
          <a:endParaRPr lang="en-ID" dirty="0">
            <a:latin typeface="Fira Sans Black" panose="020B0A03050000020004" pitchFamily="34" charset="0"/>
          </a:endParaRPr>
        </a:p>
      </dgm:t>
    </dgm:pt>
    <dgm:pt modelId="{42A57E7C-117E-4760-A7F0-673E78F130BF}" type="parTrans" cxnId="{997D39F3-8F3F-419E-A9AB-B47D9D83D069}">
      <dgm:prSet/>
      <dgm:spPr/>
      <dgm:t>
        <a:bodyPr/>
        <a:lstStyle/>
        <a:p>
          <a:endParaRPr lang="en-ID"/>
        </a:p>
      </dgm:t>
    </dgm:pt>
    <dgm:pt modelId="{9C62FD6A-80D5-46D6-B452-08BD45272878}" type="sibTrans" cxnId="{997D39F3-8F3F-419E-A9AB-B47D9D83D069}">
      <dgm:prSet/>
      <dgm:spPr/>
      <dgm:t>
        <a:bodyPr/>
        <a:lstStyle/>
        <a:p>
          <a:endParaRPr lang="en-ID"/>
        </a:p>
      </dgm:t>
    </dgm:pt>
    <dgm:pt modelId="{D66E038A-1E67-406E-BC05-C66E34F1A2DA}" type="pres">
      <dgm:prSet presAssocID="{BAF80B5D-3CD5-4F2E-8142-C32F931062C5}" presName="Name0" presStyleCnt="0">
        <dgm:presLayoutVars>
          <dgm:dir/>
          <dgm:resizeHandles val="exact"/>
        </dgm:presLayoutVars>
      </dgm:prSet>
      <dgm:spPr/>
    </dgm:pt>
    <dgm:pt modelId="{EEAAC585-172C-44B6-93B8-CE34DAC49A66}" type="pres">
      <dgm:prSet presAssocID="{931D90B1-9BD5-4622-B9D4-98F07FF6C9F6}" presName="composite" presStyleCnt="0"/>
      <dgm:spPr/>
    </dgm:pt>
    <dgm:pt modelId="{B03A738C-1B83-4211-AA6B-B79BF62FB804}" type="pres">
      <dgm:prSet presAssocID="{931D90B1-9BD5-4622-B9D4-98F07FF6C9F6}" presName="bgChev" presStyleLbl="node1" presStyleIdx="0" presStyleCnt="3"/>
      <dgm:spPr>
        <a:solidFill>
          <a:srgbClr val="1163AD"/>
        </a:solidFill>
      </dgm:spPr>
    </dgm:pt>
    <dgm:pt modelId="{B0A09871-0A55-4607-896C-D6C3A3D3F68F}" type="pres">
      <dgm:prSet presAssocID="{931D90B1-9BD5-4622-B9D4-98F07FF6C9F6}" presName="txNode" presStyleLbl="fgAcc1" presStyleIdx="0" presStyleCnt="3">
        <dgm:presLayoutVars>
          <dgm:bulletEnabled val="1"/>
        </dgm:presLayoutVars>
      </dgm:prSet>
      <dgm:spPr/>
    </dgm:pt>
    <dgm:pt modelId="{87767BD4-357E-47CE-A817-C40EC3132301}" type="pres">
      <dgm:prSet presAssocID="{54AFE64C-DE5E-4FBE-86E8-D65C78D79373}" presName="compositeSpace" presStyleCnt="0"/>
      <dgm:spPr/>
    </dgm:pt>
    <dgm:pt modelId="{EF56D896-943F-4998-A7EA-FFE88372F842}" type="pres">
      <dgm:prSet presAssocID="{13427610-4062-4F33-9094-13878793CDFB}" presName="composite" presStyleCnt="0"/>
      <dgm:spPr/>
    </dgm:pt>
    <dgm:pt modelId="{BD25B5C1-AF0C-4053-B840-812F973DEDBE}" type="pres">
      <dgm:prSet presAssocID="{13427610-4062-4F33-9094-13878793CDFB}" presName="bgChev" presStyleLbl="node1" presStyleIdx="1" presStyleCnt="3"/>
      <dgm:spPr>
        <a:solidFill>
          <a:srgbClr val="1163AD"/>
        </a:solidFill>
      </dgm:spPr>
    </dgm:pt>
    <dgm:pt modelId="{A82D27EF-A487-4888-B247-C446937533CD}" type="pres">
      <dgm:prSet presAssocID="{13427610-4062-4F33-9094-13878793CDFB}" presName="txNode" presStyleLbl="fgAcc1" presStyleIdx="1" presStyleCnt="3">
        <dgm:presLayoutVars>
          <dgm:bulletEnabled val="1"/>
        </dgm:presLayoutVars>
      </dgm:prSet>
      <dgm:spPr/>
    </dgm:pt>
    <dgm:pt modelId="{4D0CAEB0-2686-464F-B08A-FD919D03A287}" type="pres">
      <dgm:prSet presAssocID="{AC65524B-85AA-4D0D-9CAF-31E2F579630C}" presName="compositeSpace" presStyleCnt="0"/>
      <dgm:spPr/>
    </dgm:pt>
    <dgm:pt modelId="{D5902EC6-8C01-471F-B012-2A0F3D7CA9C2}" type="pres">
      <dgm:prSet presAssocID="{B4382411-F658-466C-83ED-07893C5C07AD}" presName="composite" presStyleCnt="0"/>
      <dgm:spPr/>
    </dgm:pt>
    <dgm:pt modelId="{C200860F-B17A-4864-92F2-47A1ECBC439D}" type="pres">
      <dgm:prSet presAssocID="{B4382411-F658-466C-83ED-07893C5C07AD}" presName="bgChev" presStyleLbl="node1" presStyleIdx="2" presStyleCnt="3"/>
      <dgm:spPr>
        <a:solidFill>
          <a:srgbClr val="1163AD"/>
        </a:solidFill>
      </dgm:spPr>
    </dgm:pt>
    <dgm:pt modelId="{4960471C-CA22-468A-869E-6DAC4E999CDB}" type="pres">
      <dgm:prSet presAssocID="{B4382411-F658-466C-83ED-07893C5C07AD}" presName="txNode" presStyleLbl="fgAcc1" presStyleIdx="2" presStyleCnt="3">
        <dgm:presLayoutVars>
          <dgm:bulletEnabled val="1"/>
        </dgm:presLayoutVars>
      </dgm:prSet>
      <dgm:spPr/>
    </dgm:pt>
  </dgm:ptLst>
  <dgm:cxnLst>
    <dgm:cxn modelId="{4FBE530A-1841-4221-A809-1A15B2BAACF7}" type="presOf" srcId="{B4382411-F658-466C-83ED-07893C5C07AD}" destId="{4960471C-CA22-468A-869E-6DAC4E999CDB}" srcOrd="0" destOrd="0" presId="urn:microsoft.com/office/officeart/2005/8/layout/chevronAccent+Icon"/>
    <dgm:cxn modelId="{9289A41B-F973-493A-B35C-32FE5BFCA9BB}" type="presOf" srcId="{931D90B1-9BD5-4622-B9D4-98F07FF6C9F6}" destId="{B0A09871-0A55-4607-896C-D6C3A3D3F68F}" srcOrd="0" destOrd="0" presId="urn:microsoft.com/office/officeart/2005/8/layout/chevronAccent+Icon"/>
    <dgm:cxn modelId="{68EAEF3A-0A78-4633-B761-E3F6C43F2C67}" type="presOf" srcId="{13427610-4062-4F33-9094-13878793CDFB}" destId="{A82D27EF-A487-4888-B247-C446937533CD}" srcOrd="0" destOrd="0" presId="urn:microsoft.com/office/officeart/2005/8/layout/chevronAccent+Icon"/>
    <dgm:cxn modelId="{1A06F162-6A31-4285-8F48-C764E9EC2221}" type="presOf" srcId="{BAF80B5D-3CD5-4F2E-8142-C32F931062C5}" destId="{D66E038A-1E67-406E-BC05-C66E34F1A2DA}" srcOrd="0" destOrd="0" presId="urn:microsoft.com/office/officeart/2005/8/layout/chevronAccent+Icon"/>
    <dgm:cxn modelId="{A9E3766B-6D86-414A-BC41-93E6990152F4}" srcId="{BAF80B5D-3CD5-4F2E-8142-C32F931062C5}" destId="{931D90B1-9BD5-4622-B9D4-98F07FF6C9F6}" srcOrd="0" destOrd="0" parTransId="{D7B41F82-5835-4F86-9399-9EC5A6547306}" sibTransId="{54AFE64C-DE5E-4FBE-86E8-D65C78D79373}"/>
    <dgm:cxn modelId="{997D39F3-8F3F-419E-A9AB-B47D9D83D069}" srcId="{BAF80B5D-3CD5-4F2E-8142-C32F931062C5}" destId="{B4382411-F658-466C-83ED-07893C5C07AD}" srcOrd="2" destOrd="0" parTransId="{42A57E7C-117E-4760-A7F0-673E78F130BF}" sibTransId="{9C62FD6A-80D5-46D6-B452-08BD45272878}"/>
    <dgm:cxn modelId="{F89666F4-FA4C-4B9B-8845-3C56B7AFDDF1}" srcId="{BAF80B5D-3CD5-4F2E-8142-C32F931062C5}" destId="{13427610-4062-4F33-9094-13878793CDFB}" srcOrd="1" destOrd="0" parTransId="{8A3511D1-1781-4093-BC6D-05A349B952D2}" sibTransId="{AC65524B-85AA-4D0D-9CAF-31E2F579630C}"/>
    <dgm:cxn modelId="{10E53371-DDE4-4CC6-87A7-51952127D1EF}" type="presParOf" srcId="{D66E038A-1E67-406E-BC05-C66E34F1A2DA}" destId="{EEAAC585-172C-44B6-93B8-CE34DAC49A66}" srcOrd="0" destOrd="0" presId="urn:microsoft.com/office/officeart/2005/8/layout/chevronAccent+Icon"/>
    <dgm:cxn modelId="{4BB39668-9DA2-4F44-A9F3-5467392C1BB9}" type="presParOf" srcId="{EEAAC585-172C-44B6-93B8-CE34DAC49A66}" destId="{B03A738C-1B83-4211-AA6B-B79BF62FB804}" srcOrd="0" destOrd="0" presId="urn:microsoft.com/office/officeart/2005/8/layout/chevronAccent+Icon"/>
    <dgm:cxn modelId="{4EA15E76-3C1E-4C6D-A16D-AC4317F1E76B}" type="presParOf" srcId="{EEAAC585-172C-44B6-93B8-CE34DAC49A66}" destId="{B0A09871-0A55-4607-896C-D6C3A3D3F68F}" srcOrd="1" destOrd="0" presId="urn:microsoft.com/office/officeart/2005/8/layout/chevronAccent+Icon"/>
    <dgm:cxn modelId="{BEC45A9B-2F4D-40BB-8040-502141EB145D}" type="presParOf" srcId="{D66E038A-1E67-406E-BC05-C66E34F1A2DA}" destId="{87767BD4-357E-47CE-A817-C40EC3132301}" srcOrd="1" destOrd="0" presId="urn:microsoft.com/office/officeart/2005/8/layout/chevronAccent+Icon"/>
    <dgm:cxn modelId="{08200A6A-660A-4498-9540-3808E977F161}" type="presParOf" srcId="{D66E038A-1E67-406E-BC05-C66E34F1A2DA}" destId="{EF56D896-943F-4998-A7EA-FFE88372F842}" srcOrd="2" destOrd="0" presId="urn:microsoft.com/office/officeart/2005/8/layout/chevronAccent+Icon"/>
    <dgm:cxn modelId="{C6747908-5F2A-4B41-87A3-91CB4D9812E5}" type="presParOf" srcId="{EF56D896-943F-4998-A7EA-FFE88372F842}" destId="{BD25B5C1-AF0C-4053-B840-812F973DEDBE}" srcOrd="0" destOrd="0" presId="urn:microsoft.com/office/officeart/2005/8/layout/chevronAccent+Icon"/>
    <dgm:cxn modelId="{08BEF5DF-9597-4DE9-88D1-4BC271B8DE23}" type="presParOf" srcId="{EF56D896-943F-4998-A7EA-FFE88372F842}" destId="{A82D27EF-A487-4888-B247-C446937533CD}" srcOrd="1" destOrd="0" presId="urn:microsoft.com/office/officeart/2005/8/layout/chevronAccent+Icon"/>
    <dgm:cxn modelId="{0362008D-B111-4715-BB98-4567A12CA660}" type="presParOf" srcId="{D66E038A-1E67-406E-BC05-C66E34F1A2DA}" destId="{4D0CAEB0-2686-464F-B08A-FD919D03A287}" srcOrd="3" destOrd="0" presId="urn:microsoft.com/office/officeart/2005/8/layout/chevronAccent+Icon"/>
    <dgm:cxn modelId="{F05561D9-C302-4D55-BB95-D07C924AA7F9}" type="presParOf" srcId="{D66E038A-1E67-406E-BC05-C66E34F1A2DA}" destId="{D5902EC6-8C01-471F-B012-2A0F3D7CA9C2}" srcOrd="4" destOrd="0" presId="urn:microsoft.com/office/officeart/2005/8/layout/chevronAccent+Icon"/>
    <dgm:cxn modelId="{B4D13740-2125-4E37-843F-4B876E47C1EC}" type="presParOf" srcId="{D5902EC6-8C01-471F-B012-2A0F3D7CA9C2}" destId="{C200860F-B17A-4864-92F2-47A1ECBC439D}" srcOrd="0" destOrd="0" presId="urn:microsoft.com/office/officeart/2005/8/layout/chevronAccent+Icon"/>
    <dgm:cxn modelId="{BC3A090D-E6E7-4CA8-88F6-C94D77FE3A82}" type="presParOf" srcId="{D5902EC6-8C01-471F-B012-2A0F3D7CA9C2}" destId="{4960471C-CA22-468A-869E-6DAC4E999CDB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AF80B5D-3CD5-4F2E-8142-C32F931062C5}" type="doc">
      <dgm:prSet loTypeId="urn:microsoft.com/office/officeart/2005/8/layout/chevronAccent+Icon" loCatId="officeon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D"/>
        </a:p>
      </dgm:t>
    </dgm:pt>
    <dgm:pt modelId="{931D90B1-9BD5-4622-B9D4-98F07FF6C9F6}">
      <dgm:prSet phldrT="[Text]" phldr="0"/>
      <dgm:spPr/>
      <dgm:t>
        <a:bodyPr/>
        <a:lstStyle/>
        <a:p>
          <a:r>
            <a:rPr lang="en-US" dirty="0">
              <a:latin typeface="Fira Sans Black" panose="020B0A03050000020004" pitchFamily="34" charset="0"/>
            </a:rPr>
            <a:t>Media </a:t>
          </a:r>
          <a:r>
            <a:rPr lang="en-US" dirty="0" err="1">
              <a:latin typeface="Fira Sans Black" panose="020B0A03050000020004" pitchFamily="34" charset="0"/>
            </a:rPr>
            <a:t>Phising</a:t>
          </a:r>
          <a:endParaRPr lang="en-ID" dirty="0">
            <a:latin typeface="Fira Sans Black" panose="020B0A03050000020004" pitchFamily="34" charset="0"/>
          </a:endParaRPr>
        </a:p>
      </dgm:t>
    </dgm:pt>
    <dgm:pt modelId="{D7B41F82-5835-4F86-9399-9EC5A6547306}" type="parTrans" cxnId="{A9E3766B-6D86-414A-BC41-93E6990152F4}">
      <dgm:prSet/>
      <dgm:spPr/>
      <dgm:t>
        <a:bodyPr/>
        <a:lstStyle/>
        <a:p>
          <a:endParaRPr lang="en-ID"/>
        </a:p>
      </dgm:t>
    </dgm:pt>
    <dgm:pt modelId="{54AFE64C-DE5E-4FBE-86E8-D65C78D79373}" type="sibTrans" cxnId="{A9E3766B-6D86-414A-BC41-93E6990152F4}">
      <dgm:prSet/>
      <dgm:spPr/>
      <dgm:t>
        <a:bodyPr/>
        <a:lstStyle/>
        <a:p>
          <a:endParaRPr lang="en-ID"/>
        </a:p>
      </dgm:t>
    </dgm:pt>
    <dgm:pt modelId="{13427610-4062-4F33-9094-13878793CDFB}">
      <dgm:prSet phldrT="[Text]" phldr="0"/>
      <dgm:spPr/>
      <dgm:t>
        <a:bodyPr/>
        <a:lstStyle/>
        <a:p>
          <a:r>
            <a:rPr lang="en-US" dirty="0">
              <a:latin typeface="Fira Sans Black" panose="020B0A03050000020004" pitchFamily="34" charset="0"/>
            </a:rPr>
            <a:t>Yang </a:t>
          </a:r>
          <a:r>
            <a:rPr lang="en-US" dirty="0" err="1">
              <a:latin typeface="Fira Sans Black" panose="020B0A03050000020004" pitchFamily="34" charset="0"/>
            </a:rPr>
            <a:t>Diincar</a:t>
          </a:r>
          <a:endParaRPr lang="en-ID" dirty="0">
            <a:latin typeface="Fira Sans Black" panose="020B0A03050000020004" pitchFamily="34" charset="0"/>
          </a:endParaRPr>
        </a:p>
      </dgm:t>
    </dgm:pt>
    <dgm:pt modelId="{8A3511D1-1781-4093-BC6D-05A349B952D2}" type="parTrans" cxnId="{F89666F4-FA4C-4B9B-8845-3C56B7AFDDF1}">
      <dgm:prSet/>
      <dgm:spPr/>
      <dgm:t>
        <a:bodyPr/>
        <a:lstStyle/>
        <a:p>
          <a:endParaRPr lang="en-ID"/>
        </a:p>
      </dgm:t>
    </dgm:pt>
    <dgm:pt modelId="{AC65524B-85AA-4D0D-9CAF-31E2F579630C}" type="sibTrans" cxnId="{F89666F4-FA4C-4B9B-8845-3C56B7AFDDF1}">
      <dgm:prSet/>
      <dgm:spPr/>
      <dgm:t>
        <a:bodyPr/>
        <a:lstStyle/>
        <a:p>
          <a:endParaRPr lang="en-ID"/>
        </a:p>
      </dgm:t>
    </dgm:pt>
    <dgm:pt modelId="{B4382411-F658-466C-83ED-07893C5C07AD}">
      <dgm:prSet phldrT="[Text]" phldr="0"/>
      <dgm:spPr/>
      <dgm:t>
        <a:bodyPr/>
        <a:lstStyle/>
        <a:p>
          <a:r>
            <a:rPr lang="en-US" dirty="0">
              <a:latin typeface="Fira Sans Black" panose="020B0A03050000020004" pitchFamily="34" charset="0"/>
            </a:rPr>
            <a:t>Tujuan </a:t>
          </a:r>
          <a:r>
            <a:rPr lang="en-US" dirty="0" err="1">
              <a:latin typeface="Fira Sans Black" panose="020B0A03050000020004" pitchFamily="34" charset="0"/>
            </a:rPr>
            <a:t>Phising</a:t>
          </a:r>
          <a:endParaRPr lang="en-ID" dirty="0">
            <a:latin typeface="Fira Sans Black" panose="020B0A03050000020004" pitchFamily="34" charset="0"/>
          </a:endParaRPr>
        </a:p>
      </dgm:t>
    </dgm:pt>
    <dgm:pt modelId="{42A57E7C-117E-4760-A7F0-673E78F130BF}" type="parTrans" cxnId="{997D39F3-8F3F-419E-A9AB-B47D9D83D069}">
      <dgm:prSet/>
      <dgm:spPr/>
      <dgm:t>
        <a:bodyPr/>
        <a:lstStyle/>
        <a:p>
          <a:endParaRPr lang="en-ID"/>
        </a:p>
      </dgm:t>
    </dgm:pt>
    <dgm:pt modelId="{9C62FD6A-80D5-46D6-B452-08BD45272878}" type="sibTrans" cxnId="{997D39F3-8F3F-419E-A9AB-B47D9D83D069}">
      <dgm:prSet/>
      <dgm:spPr/>
      <dgm:t>
        <a:bodyPr/>
        <a:lstStyle/>
        <a:p>
          <a:endParaRPr lang="en-ID"/>
        </a:p>
      </dgm:t>
    </dgm:pt>
    <dgm:pt modelId="{D66E038A-1E67-406E-BC05-C66E34F1A2DA}" type="pres">
      <dgm:prSet presAssocID="{BAF80B5D-3CD5-4F2E-8142-C32F931062C5}" presName="Name0" presStyleCnt="0">
        <dgm:presLayoutVars>
          <dgm:dir/>
          <dgm:resizeHandles val="exact"/>
        </dgm:presLayoutVars>
      </dgm:prSet>
      <dgm:spPr/>
    </dgm:pt>
    <dgm:pt modelId="{EEAAC585-172C-44B6-93B8-CE34DAC49A66}" type="pres">
      <dgm:prSet presAssocID="{931D90B1-9BD5-4622-B9D4-98F07FF6C9F6}" presName="composite" presStyleCnt="0"/>
      <dgm:spPr/>
    </dgm:pt>
    <dgm:pt modelId="{B03A738C-1B83-4211-AA6B-B79BF62FB804}" type="pres">
      <dgm:prSet presAssocID="{931D90B1-9BD5-4622-B9D4-98F07FF6C9F6}" presName="bgChev" presStyleLbl="node1" presStyleIdx="0" presStyleCnt="3"/>
      <dgm:spPr>
        <a:solidFill>
          <a:srgbClr val="1163AD"/>
        </a:solidFill>
      </dgm:spPr>
    </dgm:pt>
    <dgm:pt modelId="{B0A09871-0A55-4607-896C-D6C3A3D3F68F}" type="pres">
      <dgm:prSet presAssocID="{931D90B1-9BD5-4622-B9D4-98F07FF6C9F6}" presName="txNode" presStyleLbl="fgAcc1" presStyleIdx="0" presStyleCnt="3">
        <dgm:presLayoutVars>
          <dgm:bulletEnabled val="1"/>
        </dgm:presLayoutVars>
      </dgm:prSet>
      <dgm:spPr/>
    </dgm:pt>
    <dgm:pt modelId="{87767BD4-357E-47CE-A817-C40EC3132301}" type="pres">
      <dgm:prSet presAssocID="{54AFE64C-DE5E-4FBE-86E8-D65C78D79373}" presName="compositeSpace" presStyleCnt="0"/>
      <dgm:spPr/>
    </dgm:pt>
    <dgm:pt modelId="{EF56D896-943F-4998-A7EA-FFE88372F842}" type="pres">
      <dgm:prSet presAssocID="{13427610-4062-4F33-9094-13878793CDFB}" presName="composite" presStyleCnt="0"/>
      <dgm:spPr/>
    </dgm:pt>
    <dgm:pt modelId="{BD25B5C1-AF0C-4053-B840-812F973DEDBE}" type="pres">
      <dgm:prSet presAssocID="{13427610-4062-4F33-9094-13878793CDFB}" presName="bgChev" presStyleLbl="node1" presStyleIdx="1" presStyleCnt="3"/>
      <dgm:spPr>
        <a:solidFill>
          <a:srgbClr val="1163AD"/>
        </a:solidFill>
      </dgm:spPr>
    </dgm:pt>
    <dgm:pt modelId="{A82D27EF-A487-4888-B247-C446937533CD}" type="pres">
      <dgm:prSet presAssocID="{13427610-4062-4F33-9094-13878793CDFB}" presName="txNode" presStyleLbl="fgAcc1" presStyleIdx="1" presStyleCnt="3">
        <dgm:presLayoutVars>
          <dgm:bulletEnabled val="1"/>
        </dgm:presLayoutVars>
      </dgm:prSet>
      <dgm:spPr/>
    </dgm:pt>
    <dgm:pt modelId="{4D0CAEB0-2686-464F-B08A-FD919D03A287}" type="pres">
      <dgm:prSet presAssocID="{AC65524B-85AA-4D0D-9CAF-31E2F579630C}" presName="compositeSpace" presStyleCnt="0"/>
      <dgm:spPr/>
    </dgm:pt>
    <dgm:pt modelId="{D5902EC6-8C01-471F-B012-2A0F3D7CA9C2}" type="pres">
      <dgm:prSet presAssocID="{B4382411-F658-466C-83ED-07893C5C07AD}" presName="composite" presStyleCnt="0"/>
      <dgm:spPr/>
    </dgm:pt>
    <dgm:pt modelId="{C200860F-B17A-4864-92F2-47A1ECBC439D}" type="pres">
      <dgm:prSet presAssocID="{B4382411-F658-466C-83ED-07893C5C07AD}" presName="bgChev" presStyleLbl="node1" presStyleIdx="2" presStyleCnt="3"/>
      <dgm:spPr>
        <a:solidFill>
          <a:srgbClr val="1163AD"/>
        </a:solidFill>
      </dgm:spPr>
    </dgm:pt>
    <dgm:pt modelId="{4960471C-CA22-468A-869E-6DAC4E999CDB}" type="pres">
      <dgm:prSet presAssocID="{B4382411-F658-466C-83ED-07893C5C07AD}" presName="txNode" presStyleLbl="fgAcc1" presStyleIdx="2" presStyleCnt="3">
        <dgm:presLayoutVars>
          <dgm:bulletEnabled val="1"/>
        </dgm:presLayoutVars>
      </dgm:prSet>
      <dgm:spPr/>
    </dgm:pt>
  </dgm:ptLst>
  <dgm:cxnLst>
    <dgm:cxn modelId="{4FBE530A-1841-4221-A809-1A15B2BAACF7}" type="presOf" srcId="{B4382411-F658-466C-83ED-07893C5C07AD}" destId="{4960471C-CA22-468A-869E-6DAC4E999CDB}" srcOrd="0" destOrd="0" presId="urn:microsoft.com/office/officeart/2005/8/layout/chevronAccent+Icon"/>
    <dgm:cxn modelId="{9289A41B-F973-493A-B35C-32FE5BFCA9BB}" type="presOf" srcId="{931D90B1-9BD5-4622-B9D4-98F07FF6C9F6}" destId="{B0A09871-0A55-4607-896C-D6C3A3D3F68F}" srcOrd="0" destOrd="0" presId="urn:microsoft.com/office/officeart/2005/8/layout/chevronAccent+Icon"/>
    <dgm:cxn modelId="{68EAEF3A-0A78-4633-B761-E3F6C43F2C67}" type="presOf" srcId="{13427610-4062-4F33-9094-13878793CDFB}" destId="{A82D27EF-A487-4888-B247-C446937533CD}" srcOrd="0" destOrd="0" presId="urn:microsoft.com/office/officeart/2005/8/layout/chevronAccent+Icon"/>
    <dgm:cxn modelId="{1A06F162-6A31-4285-8F48-C764E9EC2221}" type="presOf" srcId="{BAF80B5D-3CD5-4F2E-8142-C32F931062C5}" destId="{D66E038A-1E67-406E-BC05-C66E34F1A2DA}" srcOrd="0" destOrd="0" presId="urn:microsoft.com/office/officeart/2005/8/layout/chevronAccent+Icon"/>
    <dgm:cxn modelId="{A9E3766B-6D86-414A-BC41-93E6990152F4}" srcId="{BAF80B5D-3CD5-4F2E-8142-C32F931062C5}" destId="{931D90B1-9BD5-4622-B9D4-98F07FF6C9F6}" srcOrd="0" destOrd="0" parTransId="{D7B41F82-5835-4F86-9399-9EC5A6547306}" sibTransId="{54AFE64C-DE5E-4FBE-86E8-D65C78D79373}"/>
    <dgm:cxn modelId="{997D39F3-8F3F-419E-A9AB-B47D9D83D069}" srcId="{BAF80B5D-3CD5-4F2E-8142-C32F931062C5}" destId="{B4382411-F658-466C-83ED-07893C5C07AD}" srcOrd="2" destOrd="0" parTransId="{42A57E7C-117E-4760-A7F0-673E78F130BF}" sibTransId="{9C62FD6A-80D5-46D6-B452-08BD45272878}"/>
    <dgm:cxn modelId="{F89666F4-FA4C-4B9B-8845-3C56B7AFDDF1}" srcId="{BAF80B5D-3CD5-4F2E-8142-C32F931062C5}" destId="{13427610-4062-4F33-9094-13878793CDFB}" srcOrd="1" destOrd="0" parTransId="{8A3511D1-1781-4093-BC6D-05A349B952D2}" sibTransId="{AC65524B-85AA-4D0D-9CAF-31E2F579630C}"/>
    <dgm:cxn modelId="{10E53371-DDE4-4CC6-87A7-51952127D1EF}" type="presParOf" srcId="{D66E038A-1E67-406E-BC05-C66E34F1A2DA}" destId="{EEAAC585-172C-44B6-93B8-CE34DAC49A66}" srcOrd="0" destOrd="0" presId="urn:microsoft.com/office/officeart/2005/8/layout/chevronAccent+Icon"/>
    <dgm:cxn modelId="{4BB39668-9DA2-4F44-A9F3-5467392C1BB9}" type="presParOf" srcId="{EEAAC585-172C-44B6-93B8-CE34DAC49A66}" destId="{B03A738C-1B83-4211-AA6B-B79BF62FB804}" srcOrd="0" destOrd="0" presId="urn:microsoft.com/office/officeart/2005/8/layout/chevronAccent+Icon"/>
    <dgm:cxn modelId="{4EA15E76-3C1E-4C6D-A16D-AC4317F1E76B}" type="presParOf" srcId="{EEAAC585-172C-44B6-93B8-CE34DAC49A66}" destId="{B0A09871-0A55-4607-896C-D6C3A3D3F68F}" srcOrd="1" destOrd="0" presId="urn:microsoft.com/office/officeart/2005/8/layout/chevronAccent+Icon"/>
    <dgm:cxn modelId="{BEC45A9B-2F4D-40BB-8040-502141EB145D}" type="presParOf" srcId="{D66E038A-1E67-406E-BC05-C66E34F1A2DA}" destId="{87767BD4-357E-47CE-A817-C40EC3132301}" srcOrd="1" destOrd="0" presId="urn:microsoft.com/office/officeart/2005/8/layout/chevronAccent+Icon"/>
    <dgm:cxn modelId="{08200A6A-660A-4498-9540-3808E977F161}" type="presParOf" srcId="{D66E038A-1E67-406E-BC05-C66E34F1A2DA}" destId="{EF56D896-943F-4998-A7EA-FFE88372F842}" srcOrd="2" destOrd="0" presId="urn:microsoft.com/office/officeart/2005/8/layout/chevronAccent+Icon"/>
    <dgm:cxn modelId="{C6747908-5F2A-4B41-87A3-91CB4D9812E5}" type="presParOf" srcId="{EF56D896-943F-4998-A7EA-FFE88372F842}" destId="{BD25B5C1-AF0C-4053-B840-812F973DEDBE}" srcOrd="0" destOrd="0" presId="urn:microsoft.com/office/officeart/2005/8/layout/chevronAccent+Icon"/>
    <dgm:cxn modelId="{08BEF5DF-9597-4DE9-88D1-4BC271B8DE23}" type="presParOf" srcId="{EF56D896-943F-4998-A7EA-FFE88372F842}" destId="{A82D27EF-A487-4888-B247-C446937533CD}" srcOrd="1" destOrd="0" presId="urn:microsoft.com/office/officeart/2005/8/layout/chevronAccent+Icon"/>
    <dgm:cxn modelId="{0362008D-B111-4715-BB98-4567A12CA660}" type="presParOf" srcId="{D66E038A-1E67-406E-BC05-C66E34F1A2DA}" destId="{4D0CAEB0-2686-464F-B08A-FD919D03A287}" srcOrd="3" destOrd="0" presId="urn:microsoft.com/office/officeart/2005/8/layout/chevronAccent+Icon"/>
    <dgm:cxn modelId="{F05561D9-C302-4D55-BB95-D07C924AA7F9}" type="presParOf" srcId="{D66E038A-1E67-406E-BC05-C66E34F1A2DA}" destId="{D5902EC6-8C01-471F-B012-2A0F3D7CA9C2}" srcOrd="4" destOrd="0" presId="urn:microsoft.com/office/officeart/2005/8/layout/chevronAccent+Icon"/>
    <dgm:cxn modelId="{B4D13740-2125-4E37-843F-4B876E47C1EC}" type="presParOf" srcId="{D5902EC6-8C01-471F-B012-2A0F3D7CA9C2}" destId="{C200860F-B17A-4864-92F2-47A1ECBC439D}" srcOrd="0" destOrd="0" presId="urn:microsoft.com/office/officeart/2005/8/layout/chevronAccent+Icon"/>
    <dgm:cxn modelId="{BC3A090D-E6E7-4CA8-88F6-C94D77FE3A82}" type="presParOf" srcId="{D5902EC6-8C01-471F-B012-2A0F3D7CA9C2}" destId="{4960471C-CA22-468A-869E-6DAC4E999CDB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3A738C-1B83-4211-AA6B-B79BF62FB804}">
      <dsp:nvSpPr>
        <dsp:cNvPr id="0" name=""/>
        <dsp:cNvSpPr/>
      </dsp:nvSpPr>
      <dsp:spPr>
        <a:xfrm>
          <a:off x="1203" y="0"/>
          <a:ext cx="3022985" cy="763285"/>
        </a:xfrm>
        <a:prstGeom prst="chevron">
          <a:avLst>
            <a:gd name="adj" fmla="val 40000"/>
          </a:avLst>
        </a:prstGeom>
        <a:solidFill>
          <a:srgbClr val="1163AD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A09871-0A55-4607-896C-D6C3A3D3F68F}">
      <dsp:nvSpPr>
        <dsp:cNvPr id="0" name=""/>
        <dsp:cNvSpPr/>
      </dsp:nvSpPr>
      <dsp:spPr>
        <a:xfrm>
          <a:off x="807332" y="190821"/>
          <a:ext cx="2552743" cy="7632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Fira Sans Black" panose="020B0A03050000020004" pitchFamily="34" charset="0"/>
            </a:rPr>
            <a:t>Media </a:t>
          </a:r>
          <a:r>
            <a:rPr lang="en-US" sz="2500" kern="1200" dirty="0" err="1">
              <a:latin typeface="Fira Sans Black" panose="020B0A03050000020004" pitchFamily="34" charset="0"/>
            </a:rPr>
            <a:t>Phising</a:t>
          </a:r>
          <a:endParaRPr lang="en-ID" sz="2500" kern="1200" dirty="0">
            <a:latin typeface="Fira Sans Black" panose="020B0A03050000020004" pitchFamily="34" charset="0"/>
          </a:endParaRPr>
        </a:p>
      </dsp:txBody>
      <dsp:txXfrm>
        <a:off x="829688" y="213177"/>
        <a:ext cx="2508031" cy="718573"/>
      </dsp:txXfrm>
    </dsp:sp>
    <dsp:sp modelId="{BD25B5C1-AF0C-4053-B840-812F973DEDBE}">
      <dsp:nvSpPr>
        <dsp:cNvPr id="0" name=""/>
        <dsp:cNvSpPr/>
      </dsp:nvSpPr>
      <dsp:spPr>
        <a:xfrm>
          <a:off x="3454124" y="0"/>
          <a:ext cx="3022985" cy="763285"/>
        </a:xfrm>
        <a:prstGeom prst="chevron">
          <a:avLst>
            <a:gd name="adj" fmla="val 40000"/>
          </a:avLst>
        </a:prstGeom>
        <a:solidFill>
          <a:srgbClr val="1163AD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2D27EF-A487-4888-B247-C446937533CD}">
      <dsp:nvSpPr>
        <dsp:cNvPr id="0" name=""/>
        <dsp:cNvSpPr/>
      </dsp:nvSpPr>
      <dsp:spPr>
        <a:xfrm>
          <a:off x="4260254" y="190821"/>
          <a:ext cx="2552743" cy="7632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Fira Sans Black" panose="020B0A03050000020004" pitchFamily="34" charset="0"/>
            </a:rPr>
            <a:t>Yang </a:t>
          </a:r>
          <a:r>
            <a:rPr lang="en-US" sz="2500" kern="1200" dirty="0" err="1">
              <a:latin typeface="Fira Sans Black" panose="020B0A03050000020004" pitchFamily="34" charset="0"/>
            </a:rPr>
            <a:t>Diincar</a:t>
          </a:r>
          <a:endParaRPr lang="en-ID" sz="2500" kern="1200" dirty="0">
            <a:latin typeface="Fira Sans Black" panose="020B0A03050000020004" pitchFamily="34" charset="0"/>
          </a:endParaRPr>
        </a:p>
      </dsp:txBody>
      <dsp:txXfrm>
        <a:off x="4282610" y="213177"/>
        <a:ext cx="2508031" cy="718573"/>
      </dsp:txXfrm>
    </dsp:sp>
    <dsp:sp modelId="{C200860F-B17A-4864-92F2-47A1ECBC439D}">
      <dsp:nvSpPr>
        <dsp:cNvPr id="0" name=""/>
        <dsp:cNvSpPr/>
      </dsp:nvSpPr>
      <dsp:spPr>
        <a:xfrm>
          <a:off x="6907045" y="0"/>
          <a:ext cx="3022985" cy="763285"/>
        </a:xfrm>
        <a:prstGeom prst="chevron">
          <a:avLst>
            <a:gd name="adj" fmla="val 40000"/>
          </a:avLst>
        </a:prstGeom>
        <a:solidFill>
          <a:srgbClr val="1163AD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60471C-CA22-468A-869E-6DAC4E999CDB}">
      <dsp:nvSpPr>
        <dsp:cNvPr id="0" name=""/>
        <dsp:cNvSpPr/>
      </dsp:nvSpPr>
      <dsp:spPr>
        <a:xfrm>
          <a:off x="7713175" y="190821"/>
          <a:ext cx="2552743" cy="7632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Fira Sans Black" panose="020B0A03050000020004" pitchFamily="34" charset="0"/>
            </a:rPr>
            <a:t>Tujuan </a:t>
          </a:r>
          <a:r>
            <a:rPr lang="en-US" sz="2500" kern="1200" dirty="0" err="1">
              <a:latin typeface="Fira Sans Black" panose="020B0A03050000020004" pitchFamily="34" charset="0"/>
            </a:rPr>
            <a:t>Phising</a:t>
          </a:r>
          <a:endParaRPr lang="en-ID" sz="2500" kern="1200" dirty="0">
            <a:latin typeface="Fira Sans Black" panose="020B0A03050000020004" pitchFamily="34" charset="0"/>
          </a:endParaRPr>
        </a:p>
      </dsp:txBody>
      <dsp:txXfrm>
        <a:off x="7735531" y="213177"/>
        <a:ext cx="2508031" cy="7185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3A738C-1B83-4211-AA6B-B79BF62FB804}">
      <dsp:nvSpPr>
        <dsp:cNvPr id="0" name=""/>
        <dsp:cNvSpPr/>
      </dsp:nvSpPr>
      <dsp:spPr>
        <a:xfrm>
          <a:off x="1203" y="0"/>
          <a:ext cx="3022985" cy="763285"/>
        </a:xfrm>
        <a:prstGeom prst="chevron">
          <a:avLst>
            <a:gd name="adj" fmla="val 40000"/>
          </a:avLst>
        </a:prstGeom>
        <a:solidFill>
          <a:srgbClr val="1163AD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A09871-0A55-4607-896C-D6C3A3D3F68F}">
      <dsp:nvSpPr>
        <dsp:cNvPr id="0" name=""/>
        <dsp:cNvSpPr/>
      </dsp:nvSpPr>
      <dsp:spPr>
        <a:xfrm>
          <a:off x="807332" y="190821"/>
          <a:ext cx="2552743" cy="7632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Fira Sans Black" panose="020B0A03050000020004" pitchFamily="34" charset="0"/>
            </a:rPr>
            <a:t>Media </a:t>
          </a:r>
          <a:r>
            <a:rPr lang="en-US" sz="2500" kern="1200" dirty="0" err="1">
              <a:latin typeface="Fira Sans Black" panose="020B0A03050000020004" pitchFamily="34" charset="0"/>
            </a:rPr>
            <a:t>Phising</a:t>
          </a:r>
          <a:endParaRPr lang="en-ID" sz="2500" kern="1200" dirty="0">
            <a:latin typeface="Fira Sans Black" panose="020B0A03050000020004" pitchFamily="34" charset="0"/>
          </a:endParaRPr>
        </a:p>
      </dsp:txBody>
      <dsp:txXfrm>
        <a:off x="829688" y="213177"/>
        <a:ext cx="2508031" cy="718573"/>
      </dsp:txXfrm>
    </dsp:sp>
    <dsp:sp modelId="{BD25B5C1-AF0C-4053-B840-812F973DEDBE}">
      <dsp:nvSpPr>
        <dsp:cNvPr id="0" name=""/>
        <dsp:cNvSpPr/>
      </dsp:nvSpPr>
      <dsp:spPr>
        <a:xfrm>
          <a:off x="3454124" y="0"/>
          <a:ext cx="3022985" cy="763285"/>
        </a:xfrm>
        <a:prstGeom prst="chevron">
          <a:avLst>
            <a:gd name="adj" fmla="val 40000"/>
          </a:avLst>
        </a:prstGeom>
        <a:solidFill>
          <a:srgbClr val="1163AD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2D27EF-A487-4888-B247-C446937533CD}">
      <dsp:nvSpPr>
        <dsp:cNvPr id="0" name=""/>
        <dsp:cNvSpPr/>
      </dsp:nvSpPr>
      <dsp:spPr>
        <a:xfrm>
          <a:off x="4260254" y="190821"/>
          <a:ext cx="2552743" cy="7632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Fira Sans Black" panose="020B0A03050000020004" pitchFamily="34" charset="0"/>
            </a:rPr>
            <a:t>Yang </a:t>
          </a:r>
          <a:r>
            <a:rPr lang="en-US" sz="2500" kern="1200" dirty="0" err="1">
              <a:latin typeface="Fira Sans Black" panose="020B0A03050000020004" pitchFamily="34" charset="0"/>
            </a:rPr>
            <a:t>Diincar</a:t>
          </a:r>
          <a:endParaRPr lang="en-ID" sz="2500" kern="1200" dirty="0">
            <a:latin typeface="Fira Sans Black" panose="020B0A03050000020004" pitchFamily="34" charset="0"/>
          </a:endParaRPr>
        </a:p>
      </dsp:txBody>
      <dsp:txXfrm>
        <a:off x="4282610" y="213177"/>
        <a:ext cx="2508031" cy="718573"/>
      </dsp:txXfrm>
    </dsp:sp>
    <dsp:sp modelId="{C200860F-B17A-4864-92F2-47A1ECBC439D}">
      <dsp:nvSpPr>
        <dsp:cNvPr id="0" name=""/>
        <dsp:cNvSpPr/>
      </dsp:nvSpPr>
      <dsp:spPr>
        <a:xfrm>
          <a:off x="6907045" y="0"/>
          <a:ext cx="3022985" cy="763285"/>
        </a:xfrm>
        <a:prstGeom prst="chevron">
          <a:avLst>
            <a:gd name="adj" fmla="val 40000"/>
          </a:avLst>
        </a:prstGeom>
        <a:solidFill>
          <a:srgbClr val="1163AD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60471C-CA22-468A-869E-6DAC4E999CDB}">
      <dsp:nvSpPr>
        <dsp:cNvPr id="0" name=""/>
        <dsp:cNvSpPr/>
      </dsp:nvSpPr>
      <dsp:spPr>
        <a:xfrm>
          <a:off x="7713175" y="190821"/>
          <a:ext cx="2552743" cy="7632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Fira Sans Black" panose="020B0A03050000020004" pitchFamily="34" charset="0"/>
            </a:rPr>
            <a:t>Tujuan </a:t>
          </a:r>
          <a:r>
            <a:rPr lang="en-US" sz="2500" kern="1200" dirty="0" err="1">
              <a:latin typeface="Fira Sans Black" panose="020B0A03050000020004" pitchFamily="34" charset="0"/>
            </a:rPr>
            <a:t>Phising</a:t>
          </a:r>
          <a:endParaRPr lang="en-ID" sz="2500" kern="1200" dirty="0">
            <a:latin typeface="Fira Sans Black" panose="020B0A03050000020004" pitchFamily="34" charset="0"/>
          </a:endParaRPr>
        </a:p>
      </dsp:txBody>
      <dsp:txXfrm>
        <a:off x="7735531" y="213177"/>
        <a:ext cx="2508031" cy="7185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98BAE-C84A-694A-898B-5CF88760D6F5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2F491E-6BDF-894F-89D9-4BED6DF379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0020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E74FA06C-4A8C-0E48-B922-007B77153C27}" type="datetimeFigureOut">
              <a:rPr lang="en-GB" altLang="en-US"/>
              <a:pPr/>
              <a:t>06/09/2026</a:t>
            </a:fld>
            <a:endParaRPr lang="en-GB" alt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B620D7F3-EDE1-C147-A04A-D4416A638280}" type="slidenum">
              <a:rPr lang="en-GB" altLang="en-US"/>
              <a:pPr/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9206635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Photo-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87" descr="A person standing on a hill looking at a village&#10;&#10;AI-generated content may be incorrect.">
            <a:extLst>
              <a:ext uri="{FF2B5EF4-FFF2-40B4-BE49-F238E27FC236}">
                <a16:creationId xmlns:a16="http://schemas.microsoft.com/office/drawing/2014/main" id="{F8CACF1A-09CE-AFA4-2E2D-0B0D1FE856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2154" b="3399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ound Same Side Corner Rectangle 7">
            <a:extLst>
              <a:ext uri="{FF2B5EF4-FFF2-40B4-BE49-F238E27FC236}">
                <a16:creationId xmlns:a16="http://schemas.microsoft.com/office/drawing/2014/main" id="{DC442162-B3CB-6A7E-EF9C-F6DA7DF2E8AC}"/>
              </a:ext>
            </a:extLst>
          </p:cNvPr>
          <p:cNvSpPr/>
          <p:nvPr userDrawn="1"/>
        </p:nvSpPr>
        <p:spPr>
          <a:xfrm rot="10800000">
            <a:off x="344627" y="2"/>
            <a:ext cx="6172200" cy="6076707"/>
          </a:xfrm>
          <a:prstGeom prst="round2SameRect">
            <a:avLst>
              <a:gd name="adj1" fmla="val 1101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4F635FF-42BE-CF49-96A5-805FC86C3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6825" y="1698297"/>
            <a:ext cx="4639770" cy="2491516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487AA05-FC9A-27B8-7FD9-E1836DAB62B4}"/>
              </a:ext>
            </a:extLst>
          </p:cNvPr>
          <p:cNvSpPr/>
          <p:nvPr userDrawn="1"/>
        </p:nvSpPr>
        <p:spPr>
          <a:xfrm>
            <a:off x="6136186" y="310488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E20F40A-3A07-975F-E57D-1F813C41CAFF}"/>
              </a:ext>
            </a:extLst>
          </p:cNvPr>
          <p:cNvGrpSpPr/>
          <p:nvPr userDrawn="1"/>
        </p:nvGrpSpPr>
        <p:grpSpPr>
          <a:xfrm>
            <a:off x="5101312" y="298394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641E380C-95BA-2C3D-7CCF-C514B4F7570A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8989B12A-C785-3B07-2154-42A74B61D3BA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C8D05490-8BB9-EC52-2D8E-52E58DFED016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dirty="0"/>
            </a:p>
          </p:txBody>
        </p:sp>
      </p:grpSp>
      <p:sp>
        <p:nvSpPr>
          <p:cNvPr id="55" name="Oval 54">
            <a:extLst>
              <a:ext uri="{FF2B5EF4-FFF2-40B4-BE49-F238E27FC236}">
                <a16:creationId xmlns:a16="http://schemas.microsoft.com/office/drawing/2014/main" id="{F4131632-A926-8BBE-7D09-B60050218C94}"/>
              </a:ext>
            </a:extLst>
          </p:cNvPr>
          <p:cNvSpPr/>
          <p:nvPr userDrawn="1"/>
        </p:nvSpPr>
        <p:spPr>
          <a:xfrm>
            <a:off x="6136186" y="2888699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10A7A421-CCC4-8E66-D308-17C50CB27F08}"/>
              </a:ext>
            </a:extLst>
          </p:cNvPr>
          <p:cNvSpPr/>
          <p:nvPr userDrawn="1"/>
        </p:nvSpPr>
        <p:spPr>
          <a:xfrm rot="5400000">
            <a:off x="5676534" y="2004969"/>
            <a:ext cx="1025657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FE646C6-DC6F-45B3-216A-67735FDE626E}"/>
              </a:ext>
            </a:extLst>
          </p:cNvPr>
          <p:cNvSpPr/>
          <p:nvPr userDrawn="1"/>
        </p:nvSpPr>
        <p:spPr>
          <a:xfrm>
            <a:off x="3858449" y="5685020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478FA1D-5F5A-ABEC-AD19-0CE3670FDE5F}"/>
              </a:ext>
            </a:extLst>
          </p:cNvPr>
          <p:cNvGrpSpPr/>
          <p:nvPr userDrawn="1"/>
        </p:nvGrpSpPr>
        <p:grpSpPr>
          <a:xfrm flipH="1">
            <a:off x="618808" y="298394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528CED9C-61C2-3C3D-4841-4505DC4B2C05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6DD802E4-B314-3370-9A44-DDA007E74E08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0BE2EB81-8BC0-C5DB-2690-83DB7F6C2127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</p:grp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88167B9B-30BD-9C0C-4170-0652AA9D98E0}"/>
              </a:ext>
            </a:extLst>
          </p:cNvPr>
          <p:cNvSpPr/>
          <p:nvPr userDrawn="1"/>
        </p:nvSpPr>
        <p:spPr>
          <a:xfrm>
            <a:off x="1866637" y="5685020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4F56CBC1-42A1-97A6-20BA-6EFAE9B95C3C}"/>
              </a:ext>
            </a:extLst>
          </p:cNvPr>
          <p:cNvSpPr/>
          <p:nvPr userDrawn="1"/>
        </p:nvSpPr>
        <p:spPr>
          <a:xfrm>
            <a:off x="3114323" y="5685020"/>
            <a:ext cx="637774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0C8FB855-1F50-F74A-0C8D-DD7FCA53669C}"/>
              </a:ext>
            </a:extLst>
          </p:cNvPr>
          <p:cNvGrpSpPr/>
          <p:nvPr userDrawn="1"/>
        </p:nvGrpSpPr>
        <p:grpSpPr>
          <a:xfrm flipV="1">
            <a:off x="5101097" y="4650038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5AD94452-A8A4-8EC8-24EF-02662331ABAA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6B9715FB-AD26-F456-2140-0876280E24C0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24E6EE0A-EE30-16D5-141D-B7E9931E0057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dirty="0"/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872C7FEB-B1EA-7516-0D30-633019492F3E}"/>
              </a:ext>
            </a:extLst>
          </p:cNvPr>
          <p:cNvGrpSpPr/>
          <p:nvPr userDrawn="1"/>
        </p:nvGrpSpPr>
        <p:grpSpPr>
          <a:xfrm flipH="1" flipV="1">
            <a:off x="618593" y="4650038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0819B18E-9B0E-6C79-505E-DCA03F241E02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670D81F2-B6F3-91C2-8F91-81BDEC391E4C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0A5140DB-3FD5-962A-20A2-8A2FA0F4BCB8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</p:grpSp>
      <p:sp>
        <p:nvSpPr>
          <p:cNvPr id="18" name="Date">
            <a:extLst>
              <a:ext uri="{FF2B5EF4-FFF2-40B4-BE49-F238E27FC236}">
                <a16:creationId xmlns:a16="http://schemas.microsoft.com/office/drawing/2014/main" id="{7BE6BD27-9F7E-CC44-B0D6-6A76616BB737}"/>
              </a:ext>
            </a:extLst>
          </p:cNvPr>
          <p:cNvSpPr>
            <a:spLocks noGrp="1"/>
          </p:cNvSpPr>
          <p:nvPr userDrawn="1">
            <p:ph sz="quarter" idx="12"/>
          </p:nvPr>
        </p:nvSpPr>
        <p:spPr>
          <a:xfrm>
            <a:off x="1176823" y="4357112"/>
            <a:ext cx="4639770" cy="935790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accent6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AFE4D024-5752-B98E-9BFC-1856F1385950}"/>
              </a:ext>
            </a:extLst>
          </p:cNvPr>
          <p:cNvSpPr/>
          <p:nvPr userDrawn="1"/>
        </p:nvSpPr>
        <p:spPr>
          <a:xfrm rot="10800000">
            <a:off x="1044859" y="7"/>
            <a:ext cx="4771736" cy="1371600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52D9E9B1-0605-B278-9E4D-B94FAA3E34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40714" y="441941"/>
            <a:ext cx="1533500" cy="510565"/>
          </a:xfrm>
          <a:prstGeom prst="rect">
            <a:avLst/>
          </a:prstGeom>
        </p:spPr>
      </p:pic>
      <p:pic>
        <p:nvPicPr>
          <p:cNvPr id="11" name="Picture 10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A795B0A0-D4DD-78EE-3060-7AD34D8781F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8629" y="441941"/>
            <a:ext cx="2114550" cy="512618"/>
          </a:xfrm>
          <a:prstGeom prst="rect">
            <a:avLst/>
          </a:prstGeom>
        </p:spPr>
      </p:pic>
      <p:sp>
        <p:nvSpPr>
          <p:cNvPr id="108" name="Oval 107">
            <a:extLst>
              <a:ext uri="{FF2B5EF4-FFF2-40B4-BE49-F238E27FC236}">
                <a16:creationId xmlns:a16="http://schemas.microsoft.com/office/drawing/2014/main" id="{20D09D69-0FFF-80DF-68EC-279AFC8DA743}"/>
              </a:ext>
            </a:extLst>
          </p:cNvPr>
          <p:cNvSpPr/>
          <p:nvPr userDrawn="1"/>
        </p:nvSpPr>
        <p:spPr>
          <a:xfrm>
            <a:off x="6136186" y="2678724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4F25A212-2A32-0AC1-D1F5-9ABE9A2AA257}"/>
              </a:ext>
            </a:extLst>
          </p:cNvPr>
          <p:cNvSpPr/>
          <p:nvPr userDrawn="1"/>
        </p:nvSpPr>
        <p:spPr>
          <a:xfrm>
            <a:off x="6136186" y="3317619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B54F41D8-E241-25B1-E8EA-61770797B388}"/>
              </a:ext>
            </a:extLst>
          </p:cNvPr>
          <p:cNvSpPr/>
          <p:nvPr userDrawn="1"/>
        </p:nvSpPr>
        <p:spPr>
          <a:xfrm rot="5400000">
            <a:off x="5682300" y="3984212"/>
            <a:ext cx="1014125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EE27BFFF-E41C-DCB9-F9F3-6234299306BD}"/>
              </a:ext>
            </a:extLst>
          </p:cNvPr>
          <p:cNvSpPr/>
          <p:nvPr userDrawn="1"/>
        </p:nvSpPr>
        <p:spPr>
          <a:xfrm>
            <a:off x="618486" y="3104884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924BCCD3-94AB-257B-1BAD-F3F14D5E7A90}"/>
              </a:ext>
            </a:extLst>
          </p:cNvPr>
          <p:cNvSpPr/>
          <p:nvPr userDrawn="1"/>
        </p:nvSpPr>
        <p:spPr>
          <a:xfrm>
            <a:off x="618486" y="2888701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48E6A863-48FF-C6B0-F85C-58572EF19AE5}"/>
              </a:ext>
            </a:extLst>
          </p:cNvPr>
          <p:cNvSpPr/>
          <p:nvPr userDrawn="1"/>
        </p:nvSpPr>
        <p:spPr>
          <a:xfrm rot="5400000">
            <a:off x="158834" y="2004971"/>
            <a:ext cx="1025657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C2B280E7-71BF-6D98-FA1F-EA74FBDA538F}"/>
              </a:ext>
            </a:extLst>
          </p:cNvPr>
          <p:cNvSpPr/>
          <p:nvPr userDrawn="1"/>
        </p:nvSpPr>
        <p:spPr>
          <a:xfrm>
            <a:off x="618486" y="2678726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B3A7EF94-A318-8960-154E-D803291E39F6}"/>
              </a:ext>
            </a:extLst>
          </p:cNvPr>
          <p:cNvSpPr/>
          <p:nvPr userDrawn="1"/>
        </p:nvSpPr>
        <p:spPr>
          <a:xfrm>
            <a:off x="618486" y="3317621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DD3A888B-3620-9D29-E7AA-B69D53AEC565}"/>
              </a:ext>
            </a:extLst>
          </p:cNvPr>
          <p:cNvSpPr/>
          <p:nvPr userDrawn="1"/>
        </p:nvSpPr>
        <p:spPr>
          <a:xfrm rot="5400000">
            <a:off x="164600" y="3984214"/>
            <a:ext cx="1014125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2240983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Photo-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2F7166-ED17-4601-412E-93870551B9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"/>
            <a:ext cx="12192000" cy="6858000"/>
          </a:xfrm>
          <a:prstGeom prst="rect">
            <a:avLst/>
          </a:prstGeom>
        </p:spPr>
      </p:pic>
      <p:sp>
        <p:nvSpPr>
          <p:cNvPr id="6" name="Round Same Side Corner Rectangle 7">
            <a:extLst>
              <a:ext uri="{FF2B5EF4-FFF2-40B4-BE49-F238E27FC236}">
                <a16:creationId xmlns:a16="http://schemas.microsoft.com/office/drawing/2014/main" id="{3E73AF12-F905-99D1-C0D2-536117363D34}"/>
              </a:ext>
            </a:extLst>
          </p:cNvPr>
          <p:cNvSpPr/>
          <p:nvPr userDrawn="1"/>
        </p:nvSpPr>
        <p:spPr>
          <a:xfrm rot="10800000">
            <a:off x="344627" y="2"/>
            <a:ext cx="6172200" cy="6076707"/>
          </a:xfrm>
          <a:prstGeom prst="round2SameRect">
            <a:avLst>
              <a:gd name="adj1" fmla="val 1101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FDF35558-73D9-25A4-4A40-5225B06670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6825" y="1698297"/>
            <a:ext cx="4639770" cy="2491516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ED43280-2B5C-B883-C4C5-C0F30F0E68F4}"/>
              </a:ext>
            </a:extLst>
          </p:cNvPr>
          <p:cNvSpPr/>
          <p:nvPr userDrawn="1"/>
        </p:nvSpPr>
        <p:spPr>
          <a:xfrm>
            <a:off x="6136186" y="310488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22EF7B1-5681-C428-C823-D10352E20F22}"/>
              </a:ext>
            </a:extLst>
          </p:cNvPr>
          <p:cNvGrpSpPr/>
          <p:nvPr userDrawn="1"/>
        </p:nvGrpSpPr>
        <p:grpSpPr>
          <a:xfrm>
            <a:off x="5101312" y="298394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FBF62C6-10BC-65A7-5377-8FB48D7E733F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497011B6-CCF8-49EA-8611-96F07338C666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72767AD6-E7F7-8D7A-C85E-6AD67A47E7FB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C07C8592-9FF1-2C4D-28D9-6C247A71EAF7}"/>
              </a:ext>
            </a:extLst>
          </p:cNvPr>
          <p:cNvSpPr/>
          <p:nvPr userDrawn="1"/>
        </p:nvSpPr>
        <p:spPr>
          <a:xfrm>
            <a:off x="6136186" y="2888699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8960C84-DB7E-D326-B46A-9A17A0984143}"/>
              </a:ext>
            </a:extLst>
          </p:cNvPr>
          <p:cNvSpPr/>
          <p:nvPr userDrawn="1"/>
        </p:nvSpPr>
        <p:spPr>
          <a:xfrm rot="5400000">
            <a:off x="5676534" y="2004969"/>
            <a:ext cx="1025657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84AC1C6-842D-BD78-2C97-220BDAE4A807}"/>
              </a:ext>
            </a:extLst>
          </p:cNvPr>
          <p:cNvSpPr/>
          <p:nvPr userDrawn="1"/>
        </p:nvSpPr>
        <p:spPr>
          <a:xfrm>
            <a:off x="3858449" y="5685020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307D39E-83B8-ABE8-6557-0608175B8754}"/>
              </a:ext>
            </a:extLst>
          </p:cNvPr>
          <p:cNvGrpSpPr/>
          <p:nvPr userDrawn="1"/>
        </p:nvGrpSpPr>
        <p:grpSpPr>
          <a:xfrm flipH="1">
            <a:off x="618808" y="298394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CC7FE506-0CD8-C7E9-B70C-105B25B2C5FB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CF4908A1-100A-ACC5-9E9E-43E2140143F8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45D137D6-20FC-599B-FD45-49F8244E4F9D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E7936E6-13EA-B203-1871-3C0D73D5F826}"/>
              </a:ext>
            </a:extLst>
          </p:cNvPr>
          <p:cNvSpPr/>
          <p:nvPr userDrawn="1"/>
        </p:nvSpPr>
        <p:spPr>
          <a:xfrm>
            <a:off x="1866637" y="5685020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780D96A-51E6-C2C8-AFC3-4E869FB95468}"/>
              </a:ext>
            </a:extLst>
          </p:cNvPr>
          <p:cNvSpPr/>
          <p:nvPr userDrawn="1"/>
        </p:nvSpPr>
        <p:spPr>
          <a:xfrm>
            <a:off x="3114323" y="5685020"/>
            <a:ext cx="637774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C3F19B2-14EB-97B9-D1A6-59BA6B40E8B8}"/>
              </a:ext>
            </a:extLst>
          </p:cNvPr>
          <p:cNvGrpSpPr/>
          <p:nvPr userDrawn="1"/>
        </p:nvGrpSpPr>
        <p:grpSpPr>
          <a:xfrm flipV="1">
            <a:off x="5101097" y="4650038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CF97E170-1703-EBF9-5FE8-74275986346D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5F6C4D4F-A107-D315-D6EE-966B3B92626A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07374EDA-4670-844B-7147-2B556BD473C1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73D132E-5F32-3F74-E2BE-0C672D53038C}"/>
              </a:ext>
            </a:extLst>
          </p:cNvPr>
          <p:cNvGrpSpPr/>
          <p:nvPr userDrawn="1"/>
        </p:nvGrpSpPr>
        <p:grpSpPr>
          <a:xfrm flipH="1" flipV="1">
            <a:off x="618593" y="4650038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0E4F148D-105F-98FC-CD0B-F33B798FDB96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6388D092-84D0-8484-4FE1-455DB750138D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47194F4A-FA16-F404-C467-A22035881ADC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</p:grpSp>
      <p:sp>
        <p:nvSpPr>
          <p:cNvPr id="33" name="Date">
            <a:extLst>
              <a:ext uri="{FF2B5EF4-FFF2-40B4-BE49-F238E27FC236}">
                <a16:creationId xmlns:a16="http://schemas.microsoft.com/office/drawing/2014/main" id="{6EF32B2D-612C-D022-691A-65F4B37D6E4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76823" y="4357112"/>
            <a:ext cx="4639770" cy="935790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Round Same Side Corner Rectangle 3">
            <a:extLst>
              <a:ext uri="{FF2B5EF4-FFF2-40B4-BE49-F238E27FC236}">
                <a16:creationId xmlns:a16="http://schemas.microsoft.com/office/drawing/2014/main" id="{9D69F228-C84A-6753-EA87-948527EAB7B2}"/>
              </a:ext>
            </a:extLst>
          </p:cNvPr>
          <p:cNvSpPr/>
          <p:nvPr userDrawn="1"/>
        </p:nvSpPr>
        <p:spPr>
          <a:xfrm rot="10800000">
            <a:off x="1044859" y="7"/>
            <a:ext cx="4771736" cy="1371600"/>
          </a:xfrm>
          <a:prstGeom prst="round2Same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6" name="Picture 35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71504D39-D3F8-8286-B0FA-C04997FDDBC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40714" y="441941"/>
            <a:ext cx="1533500" cy="510565"/>
          </a:xfrm>
          <a:prstGeom prst="rect">
            <a:avLst/>
          </a:prstGeom>
        </p:spPr>
      </p:pic>
      <p:pic>
        <p:nvPicPr>
          <p:cNvPr id="42" name="Picture 41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FDAF462E-590A-813C-A58A-954C8C391AB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8629" y="441941"/>
            <a:ext cx="2114550" cy="512618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9B01BA09-E27A-13A4-A2B4-234DA8A1B6EB}"/>
              </a:ext>
            </a:extLst>
          </p:cNvPr>
          <p:cNvSpPr/>
          <p:nvPr userDrawn="1"/>
        </p:nvSpPr>
        <p:spPr>
          <a:xfrm>
            <a:off x="6136186" y="2678724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EB395D3-ABD1-1517-72CE-E4E81C00ADE8}"/>
              </a:ext>
            </a:extLst>
          </p:cNvPr>
          <p:cNvSpPr/>
          <p:nvPr userDrawn="1"/>
        </p:nvSpPr>
        <p:spPr>
          <a:xfrm>
            <a:off x="6136186" y="3317619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8AEB147-1286-45B2-05EE-F028E4950001}"/>
              </a:ext>
            </a:extLst>
          </p:cNvPr>
          <p:cNvSpPr/>
          <p:nvPr userDrawn="1"/>
        </p:nvSpPr>
        <p:spPr>
          <a:xfrm rot="5400000">
            <a:off x="5682300" y="3984212"/>
            <a:ext cx="1014125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F6A5AB4-0478-9BDB-1DFA-8A4FF550937F}"/>
              </a:ext>
            </a:extLst>
          </p:cNvPr>
          <p:cNvSpPr/>
          <p:nvPr userDrawn="1"/>
        </p:nvSpPr>
        <p:spPr>
          <a:xfrm>
            <a:off x="618486" y="3104884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919B6B9-0B68-9C33-BC60-C6807A545432}"/>
              </a:ext>
            </a:extLst>
          </p:cNvPr>
          <p:cNvSpPr/>
          <p:nvPr userDrawn="1"/>
        </p:nvSpPr>
        <p:spPr>
          <a:xfrm>
            <a:off x="618486" y="2888701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AA1CAA3-2190-E4D6-C5F4-8E6C7056B6D5}"/>
              </a:ext>
            </a:extLst>
          </p:cNvPr>
          <p:cNvSpPr/>
          <p:nvPr userDrawn="1"/>
        </p:nvSpPr>
        <p:spPr>
          <a:xfrm rot="5400000">
            <a:off x="158834" y="2004971"/>
            <a:ext cx="1025657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1839100-544C-4AE5-2FD6-1290976EC186}"/>
              </a:ext>
            </a:extLst>
          </p:cNvPr>
          <p:cNvSpPr/>
          <p:nvPr userDrawn="1"/>
        </p:nvSpPr>
        <p:spPr>
          <a:xfrm>
            <a:off x="618486" y="2678726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7F5407E-BEDB-79FF-3899-E97E250995DD}"/>
              </a:ext>
            </a:extLst>
          </p:cNvPr>
          <p:cNvSpPr/>
          <p:nvPr userDrawn="1"/>
        </p:nvSpPr>
        <p:spPr>
          <a:xfrm>
            <a:off x="618486" y="3317621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26ACFB37-583D-B4C7-4CB8-983AEF26B20C}"/>
              </a:ext>
            </a:extLst>
          </p:cNvPr>
          <p:cNvSpPr/>
          <p:nvPr userDrawn="1"/>
        </p:nvSpPr>
        <p:spPr>
          <a:xfrm rot="5400000">
            <a:off x="164600" y="3984214"/>
            <a:ext cx="1014125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3128958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-Graphic-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agen 14">
            <a:extLst>
              <a:ext uri="{FF2B5EF4-FFF2-40B4-BE49-F238E27FC236}">
                <a16:creationId xmlns:a16="http://schemas.microsoft.com/office/drawing/2014/main" id="{A6A2522C-FE9B-3B93-4ABF-5F7AE81978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67286" y="5714488"/>
            <a:ext cx="1473649" cy="358083"/>
          </a:xfrm>
          <a:prstGeom prst="rect">
            <a:avLst/>
          </a:prstGeom>
          <a:noFill/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04F635FF-42BE-CF49-96A5-805FC86C3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1089" y="2757648"/>
            <a:ext cx="9144000" cy="733230"/>
          </a:xfrm>
        </p:spPr>
        <p:txBody>
          <a:bodyPr anchor="t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976D5B7-51B6-EB48-81BC-4F5164ABA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1089" y="3592266"/>
            <a:ext cx="9144000" cy="587190"/>
          </a:xfrm>
        </p:spPr>
        <p:txBody>
          <a:bodyPr lIns="0" anchor="t"/>
          <a:lstStyle>
            <a:lvl1pPr marL="0" indent="0" algn="l">
              <a:buNone/>
              <a:defRPr lang="en-US" dirty="0">
                <a:solidFill>
                  <a:schemeClr val="accent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Author">
            <a:extLst>
              <a:ext uri="{FF2B5EF4-FFF2-40B4-BE49-F238E27FC236}">
                <a16:creationId xmlns:a16="http://schemas.microsoft.com/office/drawing/2014/main" id="{741AE8C6-33DB-AF4E-AB01-8F8AD2E5088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71089" y="5040068"/>
            <a:ext cx="5851525" cy="1077912"/>
          </a:xfrm>
        </p:spPr>
        <p:txBody>
          <a:bodyPr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">
            <a:extLst>
              <a:ext uri="{FF2B5EF4-FFF2-40B4-BE49-F238E27FC236}">
                <a16:creationId xmlns:a16="http://schemas.microsoft.com/office/drawing/2014/main" id="{7BE6BD27-9F7E-CC44-B0D6-6A76616BB7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71089" y="726324"/>
            <a:ext cx="3910806" cy="436563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ISOC logo" descr="Internet Society logo">
            <a:extLst>
              <a:ext uri="{FF2B5EF4-FFF2-40B4-BE49-F238E27FC236}">
                <a16:creationId xmlns:a16="http://schemas.microsoft.com/office/drawing/2014/main" id="{54D3DF5E-479B-7A45-AF40-D789415BE11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88592" y="5719206"/>
            <a:ext cx="1045940" cy="348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8364A3B-BFFE-3A92-5F99-36CAC0125F90}"/>
              </a:ext>
            </a:extLst>
          </p:cNvPr>
          <p:cNvSpPr/>
          <p:nvPr userDrawn="1"/>
        </p:nvSpPr>
        <p:spPr>
          <a:xfrm>
            <a:off x="11794401" y="3694107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B94DB9B-7913-49A9-8BFC-B034E585AD3E}"/>
              </a:ext>
            </a:extLst>
          </p:cNvPr>
          <p:cNvGrpSpPr/>
          <p:nvPr userDrawn="1"/>
        </p:nvGrpSpPr>
        <p:grpSpPr>
          <a:xfrm>
            <a:off x="10759634" y="296456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0F780D57-239E-D3DF-FC6B-7D3F6C885A28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FC02E9A4-E922-771E-4623-5FC0BDF5BE0A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12417338-C772-9ABF-6C18-90177CE14A33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dirty="0"/>
            </a:p>
          </p:txBody>
        </p: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2E45D6CC-A00C-0D46-9381-29A208167946}"/>
              </a:ext>
            </a:extLst>
          </p:cNvPr>
          <p:cNvSpPr/>
          <p:nvPr userDrawn="1"/>
        </p:nvSpPr>
        <p:spPr>
          <a:xfrm>
            <a:off x="11794401" y="3057189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4E0662C-85D4-EF16-6AA8-7D8B54A8EB60}"/>
              </a:ext>
            </a:extLst>
          </p:cNvPr>
          <p:cNvSpPr/>
          <p:nvPr userDrawn="1"/>
        </p:nvSpPr>
        <p:spPr>
          <a:xfrm>
            <a:off x="11794401" y="348140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3EE7FCA-8D1A-0AF4-7E5C-8237E2E6703E}"/>
              </a:ext>
            </a:extLst>
          </p:cNvPr>
          <p:cNvSpPr/>
          <p:nvPr userDrawn="1"/>
        </p:nvSpPr>
        <p:spPr>
          <a:xfrm>
            <a:off x="11794401" y="3269894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99E66E6-2AA6-7402-B42E-2EE6A58A6065}"/>
              </a:ext>
            </a:extLst>
          </p:cNvPr>
          <p:cNvSpPr/>
          <p:nvPr userDrawn="1"/>
        </p:nvSpPr>
        <p:spPr>
          <a:xfrm rot="5400000">
            <a:off x="11145389" y="2192383"/>
            <a:ext cx="1404377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72B995B-732D-52FA-0CEC-FD7D0883339B}"/>
              </a:ext>
            </a:extLst>
          </p:cNvPr>
          <p:cNvSpPr/>
          <p:nvPr userDrawn="1"/>
        </p:nvSpPr>
        <p:spPr>
          <a:xfrm rot="5400000">
            <a:off x="11143631" y="4556739"/>
            <a:ext cx="1407893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39D5D28-44BD-B7D7-5FD7-68B9BA5CFCAB}"/>
              </a:ext>
            </a:extLst>
          </p:cNvPr>
          <p:cNvSpPr/>
          <p:nvPr userDrawn="1"/>
        </p:nvSpPr>
        <p:spPr>
          <a:xfrm flipH="1">
            <a:off x="291247" y="3694107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F040F22-A062-7056-18B8-D019B2BAC8C2}"/>
              </a:ext>
            </a:extLst>
          </p:cNvPr>
          <p:cNvGrpSpPr/>
          <p:nvPr userDrawn="1"/>
        </p:nvGrpSpPr>
        <p:grpSpPr>
          <a:xfrm flipH="1">
            <a:off x="291032" y="296456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6EAAF2F8-A56D-E0DE-DE28-C7C478E65D26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B106D80B-42AB-80A4-8C57-8013BF73BCD2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E7D2A287-07D7-E21E-603A-C9386B321178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FE866F97-AC5D-FCA1-E715-38ABAEB96494}"/>
              </a:ext>
            </a:extLst>
          </p:cNvPr>
          <p:cNvSpPr/>
          <p:nvPr userDrawn="1"/>
        </p:nvSpPr>
        <p:spPr>
          <a:xfrm flipH="1">
            <a:off x="291247" y="3057189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0295FB8-547B-7449-4047-5D4503B59350}"/>
              </a:ext>
            </a:extLst>
          </p:cNvPr>
          <p:cNvSpPr/>
          <p:nvPr userDrawn="1"/>
        </p:nvSpPr>
        <p:spPr>
          <a:xfrm flipH="1">
            <a:off x="291247" y="348140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69ED8EE-A451-35F1-8A1C-A1E856842867}"/>
              </a:ext>
            </a:extLst>
          </p:cNvPr>
          <p:cNvSpPr/>
          <p:nvPr userDrawn="1"/>
        </p:nvSpPr>
        <p:spPr>
          <a:xfrm flipH="1">
            <a:off x="291247" y="3269894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7F874D9-8523-06F6-F8A5-585B3DE3C2D5}"/>
              </a:ext>
            </a:extLst>
          </p:cNvPr>
          <p:cNvSpPr/>
          <p:nvPr userDrawn="1"/>
        </p:nvSpPr>
        <p:spPr>
          <a:xfrm rot="16200000" flipH="1">
            <a:off x="-357765" y="2192384"/>
            <a:ext cx="1404375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F1E178D-C4DD-2ACF-C05D-8D3D7048684E}"/>
              </a:ext>
            </a:extLst>
          </p:cNvPr>
          <p:cNvSpPr/>
          <p:nvPr userDrawn="1"/>
        </p:nvSpPr>
        <p:spPr>
          <a:xfrm rot="16200000" flipH="1">
            <a:off x="-359525" y="4556740"/>
            <a:ext cx="1407896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05EF574-8F8A-F1DE-4473-98484206A483}"/>
              </a:ext>
            </a:extLst>
          </p:cNvPr>
          <p:cNvSpPr/>
          <p:nvPr userDrawn="1"/>
        </p:nvSpPr>
        <p:spPr>
          <a:xfrm>
            <a:off x="1538861" y="6455193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5092BFD-7EA9-E3B0-A686-1E7B775D88C8}"/>
              </a:ext>
            </a:extLst>
          </p:cNvPr>
          <p:cNvGrpSpPr/>
          <p:nvPr userDrawn="1"/>
        </p:nvGrpSpPr>
        <p:grpSpPr>
          <a:xfrm flipV="1">
            <a:off x="10759419" y="5420211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C57867F3-47E1-CDFF-089E-88DE27195F15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25663694-DAE4-24A3-B2FB-45563EA93081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20D47BAE-F96F-19E8-961C-F767B0A882AE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08C02ED-B2F9-BBE7-9667-2356E6CED977}"/>
              </a:ext>
            </a:extLst>
          </p:cNvPr>
          <p:cNvGrpSpPr/>
          <p:nvPr userDrawn="1"/>
        </p:nvGrpSpPr>
        <p:grpSpPr>
          <a:xfrm flipH="1" flipV="1">
            <a:off x="290817" y="5420211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66C796B5-54DA-20CB-63EC-4B3CF6BDD200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4BA84F1C-F7EE-CD16-72BB-907F6DE239B5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65131107-4A20-F7E8-D1A9-26C323A74D9C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</p:grp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CB1D5F7-71F0-4E94-5304-743A63F2357C}"/>
              </a:ext>
            </a:extLst>
          </p:cNvPr>
          <p:cNvSpPr/>
          <p:nvPr userDrawn="1"/>
        </p:nvSpPr>
        <p:spPr>
          <a:xfrm>
            <a:off x="9511805" y="6455193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182F6A9-8D7A-5BB0-151F-07536C75DAD5}"/>
              </a:ext>
            </a:extLst>
          </p:cNvPr>
          <p:cNvSpPr/>
          <p:nvPr userDrawn="1"/>
        </p:nvSpPr>
        <p:spPr>
          <a:xfrm>
            <a:off x="6745288" y="6455193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8B01EB7-1908-C75D-830B-64EFD6BDDB6F}"/>
              </a:ext>
            </a:extLst>
          </p:cNvPr>
          <p:cNvSpPr/>
          <p:nvPr userDrawn="1"/>
        </p:nvSpPr>
        <p:spPr>
          <a:xfrm>
            <a:off x="2786548" y="6449991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34AAFD07-8A31-7575-1CC0-45C1F8D94F2E}"/>
              </a:ext>
            </a:extLst>
          </p:cNvPr>
          <p:cNvSpPr/>
          <p:nvPr userDrawn="1"/>
        </p:nvSpPr>
        <p:spPr>
          <a:xfrm>
            <a:off x="5550778" y="6449991"/>
            <a:ext cx="1088158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D179947-C5BF-43D7-AB06-FB027DB56348}"/>
              </a:ext>
            </a:extLst>
          </p:cNvPr>
          <p:cNvSpPr/>
          <p:nvPr userDrawn="1"/>
        </p:nvSpPr>
        <p:spPr>
          <a:xfrm>
            <a:off x="1538861" y="301658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B456BF12-C2CC-02B7-1B0C-ACEB8368C8CC}"/>
              </a:ext>
            </a:extLst>
          </p:cNvPr>
          <p:cNvSpPr/>
          <p:nvPr userDrawn="1"/>
        </p:nvSpPr>
        <p:spPr>
          <a:xfrm>
            <a:off x="9511805" y="301658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71F11F6-4B89-D8E8-E69D-90F856D5D4BA}"/>
              </a:ext>
            </a:extLst>
          </p:cNvPr>
          <p:cNvSpPr/>
          <p:nvPr userDrawn="1"/>
        </p:nvSpPr>
        <p:spPr>
          <a:xfrm>
            <a:off x="6745288" y="301658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B1174DE-6C4F-F51F-7A86-EF0A36B4266E}"/>
              </a:ext>
            </a:extLst>
          </p:cNvPr>
          <p:cNvSpPr/>
          <p:nvPr userDrawn="1"/>
        </p:nvSpPr>
        <p:spPr>
          <a:xfrm>
            <a:off x="2786548" y="296456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71C8835-9087-AB86-94FC-385D57C5C50C}"/>
              </a:ext>
            </a:extLst>
          </p:cNvPr>
          <p:cNvSpPr/>
          <p:nvPr userDrawn="1"/>
        </p:nvSpPr>
        <p:spPr>
          <a:xfrm>
            <a:off x="5550778" y="296456"/>
            <a:ext cx="1088158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1278356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-Graphic-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agen 14">
            <a:extLst>
              <a:ext uri="{FF2B5EF4-FFF2-40B4-BE49-F238E27FC236}">
                <a16:creationId xmlns:a16="http://schemas.microsoft.com/office/drawing/2014/main" id="{A6A2522C-FE9B-3B93-4ABF-5F7AE81978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67286" y="5705486"/>
            <a:ext cx="1473649" cy="358083"/>
          </a:xfrm>
          <a:prstGeom prst="rect">
            <a:avLst/>
          </a:prstGeom>
          <a:noFill/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04F635FF-42BE-CF49-96A5-805FC86C3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1089" y="2757648"/>
            <a:ext cx="9144000" cy="733230"/>
          </a:xfrm>
        </p:spPr>
        <p:txBody>
          <a:bodyPr anchor="t">
            <a:noAutofit/>
          </a:bodyPr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976D5B7-51B6-EB48-81BC-4F5164ABA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1089" y="3592266"/>
            <a:ext cx="9144000" cy="587190"/>
          </a:xfrm>
        </p:spPr>
        <p:txBody>
          <a:bodyPr lIns="0" anchor="t"/>
          <a:lstStyle>
            <a:lvl1pPr marL="0" indent="0" algn="l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0" name="Picture 49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DFE3F3AE-8165-B5D7-344B-AA2B348CA6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76438" y="5716643"/>
            <a:ext cx="1058094" cy="352283"/>
          </a:xfrm>
          <a:prstGeom prst="rect">
            <a:avLst/>
          </a:prstGeom>
        </p:spPr>
      </p:pic>
      <p:sp>
        <p:nvSpPr>
          <p:cNvPr id="20" name="Author">
            <a:extLst>
              <a:ext uri="{FF2B5EF4-FFF2-40B4-BE49-F238E27FC236}">
                <a16:creationId xmlns:a16="http://schemas.microsoft.com/office/drawing/2014/main" id="{741AE8C6-33DB-AF4E-AB01-8F8AD2E5088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71089" y="5040068"/>
            <a:ext cx="5851525" cy="1077912"/>
          </a:xfrm>
        </p:spPr>
        <p:txBody>
          <a:bodyPr anchor="b">
            <a:noAutofit/>
          </a:bodyPr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">
            <a:extLst>
              <a:ext uri="{FF2B5EF4-FFF2-40B4-BE49-F238E27FC236}">
                <a16:creationId xmlns:a16="http://schemas.microsoft.com/office/drawing/2014/main" id="{7BE6BD27-9F7E-CC44-B0D6-6A76616BB7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71089" y="726324"/>
            <a:ext cx="3910806" cy="436563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8364A3B-BFFE-3A92-5F99-36CAC0125F90}"/>
              </a:ext>
            </a:extLst>
          </p:cNvPr>
          <p:cNvSpPr/>
          <p:nvPr userDrawn="1"/>
        </p:nvSpPr>
        <p:spPr>
          <a:xfrm>
            <a:off x="11794401" y="3694107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B94DB9B-7913-49A9-8BFC-B034E585AD3E}"/>
              </a:ext>
            </a:extLst>
          </p:cNvPr>
          <p:cNvGrpSpPr/>
          <p:nvPr userDrawn="1"/>
        </p:nvGrpSpPr>
        <p:grpSpPr>
          <a:xfrm>
            <a:off x="10759634" y="296456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0F780D57-239E-D3DF-FC6B-7D3F6C885A28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FC02E9A4-E922-771E-4623-5FC0BDF5BE0A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12417338-C772-9ABF-6C18-90177CE14A33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dirty="0"/>
            </a:p>
          </p:txBody>
        </p: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2E45D6CC-A00C-0D46-9381-29A208167946}"/>
              </a:ext>
            </a:extLst>
          </p:cNvPr>
          <p:cNvSpPr/>
          <p:nvPr userDrawn="1"/>
        </p:nvSpPr>
        <p:spPr>
          <a:xfrm>
            <a:off x="11794401" y="3057189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4E0662C-85D4-EF16-6AA8-7D8B54A8EB60}"/>
              </a:ext>
            </a:extLst>
          </p:cNvPr>
          <p:cNvSpPr/>
          <p:nvPr userDrawn="1"/>
        </p:nvSpPr>
        <p:spPr>
          <a:xfrm>
            <a:off x="11794401" y="348140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3EE7FCA-8D1A-0AF4-7E5C-8237E2E6703E}"/>
              </a:ext>
            </a:extLst>
          </p:cNvPr>
          <p:cNvSpPr/>
          <p:nvPr userDrawn="1"/>
        </p:nvSpPr>
        <p:spPr>
          <a:xfrm>
            <a:off x="11794401" y="3269894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99E66E6-2AA6-7402-B42E-2EE6A58A6065}"/>
              </a:ext>
            </a:extLst>
          </p:cNvPr>
          <p:cNvSpPr/>
          <p:nvPr userDrawn="1"/>
        </p:nvSpPr>
        <p:spPr>
          <a:xfrm rot="5400000">
            <a:off x="11145389" y="2192383"/>
            <a:ext cx="1404377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72B995B-732D-52FA-0CEC-FD7D0883339B}"/>
              </a:ext>
            </a:extLst>
          </p:cNvPr>
          <p:cNvSpPr/>
          <p:nvPr userDrawn="1"/>
        </p:nvSpPr>
        <p:spPr>
          <a:xfrm rot="5400000">
            <a:off x="11143631" y="4556739"/>
            <a:ext cx="1407893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39D5D28-44BD-B7D7-5FD7-68B9BA5CFCAB}"/>
              </a:ext>
            </a:extLst>
          </p:cNvPr>
          <p:cNvSpPr/>
          <p:nvPr userDrawn="1"/>
        </p:nvSpPr>
        <p:spPr>
          <a:xfrm flipH="1">
            <a:off x="291247" y="3694107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F040F22-A062-7056-18B8-D019B2BAC8C2}"/>
              </a:ext>
            </a:extLst>
          </p:cNvPr>
          <p:cNvGrpSpPr/>
          <p:nvPr userDrawn="1"/>
        </p:nvGrpSpPr>
        <p:grpSpPr>
          <a:xfrm flipH="1">
            <a:off x="291032" y="296456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6EAAF2F8-A56D-E0DE-DE28-C7C478E65D26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B106D80B-42AB-80A4-8C57-8013BF73BCD2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E7D2A287-07D7-E21E-603A-C9386B321178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FE866F97-AC5D-FCA1-E715-38ABAEB96494}"/>
              </a:ext>
            </a:extLst>
          </p:cNvPr>
          <p:cNvSpPr/>
          <p:nvPr userDrawn="1"/>
        </p:nvSpPr>
        <p:spPr>
          <a:xfrm flipH="1">
            <a:off x="291247" y="3057189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0295FB8-547B-7449-4047-5D4503B59350}"/>
              </a:ext>
            </a:extLst>
          </p:cNvPr>
          <p:cNvSpPr/>
          <p:nvPr userDrawn="1"/>
        </p:nvSpPr>
        <p:spPr>
          <a:xfrm flipH="1">
            <a:off x="291247" y="348140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69ED8EE-A451-35F1-8A1C-A1E856842867}"/>
              </a:ext>
            </a:extLst>
          </p:cNvPr>
          <p:cNvSpPr/>
          <p:nvPr userDrawn="1"/>
        </p:nvSpPr>
        <p:spPr>
          <a:xfrm flipH="1">
            <a:off x="291247" y="3269894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7F874D9-8523-06F6-F8A5-585B3DE3C2D5}"/>
              </a:ext>
            </a:extLst>
          </p:cNvPr>
          <p:cNvSpPr/>
          <p:nvPr userDrawn="1"/>
        </p:nvSpPr>
        <p:spPr>
          <a:xfrm rot="16200000" flipH="1">
            <a:off x="-357765" y="2192384"/>
            <a:ext cx="1404375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F1E178D-C4DD-2ACF-C05D-8D3D7048684E}"/>
              </a:ext>
            </a:extLst>
          </p:cNvPr>
          <p:cNvSpPr/>
          <p:nvPr userDrawn="1"/>
        </p:nvSpPr>
        <p:spPr>
          <a:xfrm rot="16200000" flipH="1">
            <a:off x="-359525" y="4556740"/>
            <a:ext cx="1407896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05EF574-8F8A-F1DE-4473-98484206A483}"/>
              </a:ext>
            </a:extLst>
          </p:cNvPr>
          <p:cNvSpPr/>
          <p:nvPr userDrawn="1"/>
        </p:nvSpPr>
        <p:spPr>
          <a:xfrm>
            <a:off x="1538861" y="6455193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5092BFD-7EA9-E3B0-A686-1E7B775D88C8}"/>
              </a:ext>
            </a:extLst>
          </p:cNvPr>
          <p:cNvGrpSpPr/>
          <p:nvPr userDrawn="1"/>
        </p:nvGrpSpPr>
        <p:grpSpPr>
          <a:xfrm flipV="1">
            <a:off x="10759419" y="5420211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C57867F3-47E1-CDFF-089E-88DE27195F15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25663694-DAE4-24A3-B2FB-45563EA93081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20D47BAE-F96F-19E8-961C-F767B0A882AE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08C02ED-B2F9-BBE7-9667-2356E6CED977}"/>
              </a:ext>
            </a:extLst>
          </p:cNvPr>
          <p:cNvGrpSpPr/>
          <p:nvPr userDrawn="1"/>
        </p:nvGrpSpPr>
        <p:grpSpPr>
          <a:xfrm flipH="1" flipV="1">
            <a:off x="290817" y="5420211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66C796B5-54DA-20CB-63EC-4B3CF6BDD200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4BA84F1C-F7EE-CD16-72BB-907F6DE239B5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65131107-4A20-F7E8-D1A9-26C323A74D9C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</p:grp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CB1D5F7-71F0-4E94-5304-743A63F2357C}"/>
              </a:ext>
            </a:extLst>
          </p:cNvPr>
          <p:cNvSpPr/>
          <p:nvPr userDrawn="1"/>
        </p:nvSpPr>
        <p:spPr>
          <a:xfrm>
            <a:off x="9511805" y="6455193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182F6A9-8D7A-5BB0-151F-07536C75DAD5}"/>
              </a:ext>
            </a:extLst>
          </p:cNvPr>
          <p:cNvSpPr/>
          <p:nvPr userDrawn="1"/>
        </p:nvSpPr>
        <p:spPr>
          <a:xfrm>
            <a:off x="6745288" y="6455193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8B01EB7-1908-C75D-830B-64EFD6BDDB6F}"/>
              </a:ext>
            </a:extLst>
          </p:cNvPr>
          <p:cNvSpPr/>
          <p:nvPr userDrawn="1"/>
        </p:nvSpPr>
        <p:spPr>
          <a:xfrm>
            <a:off x="2786548" y="6449991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34AAFD07-8A31-7575-1CC0-45C1F8D94F2E}"/>
              </a:ext>
            </a:extLst>
          </p:cNvPr>
          <p:cNvSpPr/>
          <p:nvPr userDrawn="1"/>
        </p:nvSpPr>
        <p:spPr>
          <a:xfrm>
            <a:off x="5550778" y="6449991"/>
            <a:ext cx="1088158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D179947-C5BF-43D7-AB06-FB027DB56348}"/>
              </a:ext>
            </a:extLst>
          </p:cNvPr>
          <p:cNvSpPr/>
          <p:nvPr userDrawn="1"/>
        </p:nvSpPr>
        <p:spPr>
          <a:xfrm>
            <a:off x="1538861" y="301658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B456BF12-C2CC-02B7-1B0C-ACEB8368C8CC}"/>
              </a:ext>
            </a:extLst>
          </p:cNvPr>
          <p:cNvSpPr/>
          <p:nvPr userDrawn="1"/>
        </p:nvSpPr>
        <p:spPr>
          <a:xfrm>
            <a:off x="9511805" y="301658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71F11F6-4B89-D8E8-E69D-90F856D5D4BA}"/>
              </a:ext>
            </a:extLst>
          </p:cNvPr>
          <p:cNvSpPr/>
          <p:nvPr userDrawn="1"/>
        </p:nvSpPr>
        <p:spPr>
          <a:xfrm>
            <a:off x="6745288" y="301658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B1174DE-6C4F-F51F-7A86-EF0A36B4266E}"/>
              </a:ext>
            </a:extLst>
          </p:cNvPr>
          <p:cNvSpPr/>
          <p:nvPr userDrawn="1"/>
        </p:nvSpPr>
        <p:spPr>
          <a:xfrm>
            <a:off x="2786548" y="296456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71C8835-9087-AB86-94FC-385D57C5C50C}"/>
              </a:ext>
            </a:extLst>
          </p:cNvPr>
          <p:cNvSpPr/>
          <p:nvPr userDrawn="1"/>
        </p:nvSpPr>
        <p:spPr>
          <a:xfrm>
            <a:off x="5550778" y="296456"/>
            <a:ext cx="1088158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pic>
        <p:nvPicPr>
          <p:cNvPr id="51" name="Picture 50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4E61CED4-DFE8-DE33-9106-864A9042536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1923" y="5715934"/>
            <a:ext cx="1459011" cy="35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620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A-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20EF6D2-F24D-1B26-4213-3521812DF46D}"/>
              </a:ext>
            </a:extLst>
          </p:cNvPr>
          <p:cNvSpPr/>
          <p:nvPr userDrawn="1"/>
        </p:nvSpPr>
        <p:spPr>
          <a:xfrm>
            <a:off x="7982290" y="495695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7BF00A3-531C-E24F-3540-30E5C55A6824}"/>
              </a:ext>
            </a:extLst>
          </p:cNvPr>
          <p:cNvSpPr/>
          <p:nvPr userDrawn="1"/>
        </p:nvSpPr>
        <p:spPr>
          <a:xfrm>
            <a:off x="6667366" y="5742212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98776CA-E14C-DB66-91AD-36A22DED7F0E}"/>
              </a:ext>
            </a:extLst>
          </p:cNvPr>
          <p:cNvSpPr/>
          <p:nvPr userDrawn="1"/>
        </p:nvSpPr>
        <p:spPr>
          <a:xfrm flipV="1">
            <a:off x="7982290" y="1288767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D72764F-B58D-8243-7AA2-F88B81C73880}"/>
              </a:ext>
            </a:extLst>
          </p:cNvPr>
          <p:cNvSpPr/>
          <p:nvPr userDrawn="1"/>
        </p:nvSpPr>
        <p:spPr>
          <a:xfrm flipV="1">
            <a:off x="9343113" y="50378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C6EC90D-B8E8-D33B-884B-5783197A461E}"/>
              </a:ext>
            </a:extLst>
          </p:cNvPr>
          <p:cNvSpPr/>
          <p:nvPr userDrawn="1"/>
        </p:nvSpPr>
        <p:spPr>
          <a:xfrm flipV="1">
            <a:off x="6591753" y="50378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E3EA975-78F0-DB51-62AD-056D74001B5E}"/>
              </a:ext>
            </a:extLst>
          </p:cNvPr>
          <p:cNvSpPr/>
          <p:nvPr userDrawn="1"/>
        </p:nvSpPr>
        <p:spPr>
          <a:xfrm>
            <a:off x="8019368" y="2733614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38E7F41-C15A-0C54-E9FC-2C6AC25E1B6B}"/>
              </a:ext>
            </a:extLst>
          </p:cNvPr>
          <p:cNvSpPr/>
          <p:nvPr userDrawn="1"/>
        </p:nvSpPr>
        <p:spPr>
          <a:xfrm>
            <a:off x="9517536" y="3518601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02F1A01-73E7-582A-1195-64F53AC3F828}"/>
              </a:ext>
            </a:extLst>
          </p:cNvPr>
          <p:cNvGrpSpPr/>
          <p:nvPr userDrawn="1"/>
        </p:nvGrpSpPr>
        <p:grpSpPr>
          <a:xfrm>
            <a:off x="10792911" y="5742212"/>
            <a:ext cx="1399091" cy="616232"/>
            <a:chOff x="10792911" y="5742212"/>
            <a:chExt cx="1399091" cy="616232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30BE72B4-CCF6-1823-5516-52EC105679D6}"/>
                </a:ext>
              </a:extLst>
            </p:cNvPr>
            <p:cNvSpPr/>
            <p:nvPr userDrawn="1"/>
          </p:nvSpPr>
          <p:spPr>
            <a:xfrm>
              <a:off x="10792911" y="5742212"/>
              <a:ext cx="1399091" cy="616232"/>
            </a:xfrm>
            <a:prstGeom prst="roundRect">
              <a:avLst>
                <a:gd name="adj" fmla="val 111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D3909459-68B3-9246-CF82-FF5C8F466B19}"/>
                </a:ext>
              </a:extLst>
            </p:cNvPr>
            <p:cNvSpPr/>
            <p:nvPr userDrawn="1"/>
          </p:nvSpPr>
          <p:spPr>
            <a:xfrm>
              <a:off x="11851481" y="5742212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55973FC-C591-3CDC-3C66-2D7417F25395}"/>
              </a:ext>
            </a:extLst>
          </p:cNvPr>
          <p:cNvGrpSpPr/>
          <p:nvPr userDrawn="1"/>
        </p:nvGrpSpPr>
        <p:grpSpPr>
          <a:xfrm>
            <a:off x="10297487" y="4956400"/>
            <a:ext cx="1894515" cy="616782"/>
            <a:chOff x="10297487" y="4956400"/>
            <a:chExt cx="1894515" cy="616782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A551E21-282B-FFD4-86A0-4144BC9D407A}"/>
                </a:ext>
              </a:extLst>
            </p:cNvPr>
            <p:cNvSpPr/>
            <p:nvPr userDrawn="1"/>
          </p:nvSpPr>
          <p:spPr>
            <a:xfrm>
              <a:off x="10297487" y="4956950"/>
              <a:ext cx="1894513" cy="616232"/>
            </a:xfrm>
            <a:prstGeom prst="roundRect">
              <a:avLst>
                <a:gd name="adj" fmla="val 111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03697C9D-C444-91F4-1B4E-7E8683CD9253}"/>
                </a:ext>
              </a:extLst>
            </p:cNvPr>
            <p:cNvSpPr/>
            <p:nvPr userDrawn="1"/>
          </p:nvSpPr>
          <p:spPr>
            <a:xfrm>
              <a:off x="11854658" y="4956400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4724262-EE3B-98CA-E3CD-E110D14B8215}"/>
              </a:ext>
            </a:extLst>
          </p:cNvPr>
          <p:cNvGrpSpPr/>
          <p:nvPr userDrawn="1"/>
        </p:nvGrpSpPr>
        <p:grpSpPr>
          <a:xfrm>
            <a:off x="10911665" y="2733614"/>
            <a:ext cx="1280337" cy="617312"/>
            <a:chOff x="10911665" y="2733614"/>
            <a:chExt cx="1280337" cy="617312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57632EB4-39A0-B573-08FA-61DD9E8F3E39}"/>
                </a:ext>
              </a:extLst>
            </p:cNvPr>
            <p:cNvSpPr/>
            <p:nvPr userDrawn="1"/>
          </p:nvSpPr>
          <p:spPr>
            <a:xfrm>
              <a:off x="10911665" y="2733614"/>
              <a:ext cx="1280336" cy="616232"/>
            </a:xfrm>
            <a:prstGeom prst="roundRect">
              <a:avLst>
                <a:gd name="adj" fmla="val 11121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BB3D99ED-5810-ED05-0547-42D090E0CDF3}"/>
                </a:ext>
              </a:extLst>
            </p:cNvPr>
            <p:cNvSpPr/>
            <p:nvPr userDrawn="1"/>
          </p:nvSpPr>
          <p:spPr>
            <a:xfrm>
              <a:off x="11854658" y="2734694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14C193A-BE0F-5C6F-ABA2-19EEE3F60DC6}"/>
              </a:ext>
            </a:extLst>
          </p:cNvPr>
          <p:cNvGrpSpPr/>
          <p:nvPr userDrawn="1"/>
        </p:nvGrpSpPr>
        <p:grpSpPr>
          <a:xfrm>
            <a:off x="10297488" y="1288767"/>
            <a:ext cx="1894514" cy="616232"/>
            <a:chOff x="10297488" y="1288767"/>
            <a:chExt cx="1894514" cy="616232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9BBBC66-C4B6-3252-3F6E-AE868A4CB3D4}"/>
                </a:ext>
              </a:extLst>
            </p:cNvPr>
            <p:cNvSpPr/>
            <p:nvPr userDrawn="1"/>
          </p:nvSpPr>
          <p:spPr>
            <a:xfrm flipV="1">
              <a:off x="10297488" y="1288767"/>
              <a:ext cx="1894514" cy="616232"/>
            </a:xfrm>
            <a:prstGeom prst="roundRect">
              <a:avLst>
                <a:gd name="adj" fmla="val 111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933FAB19-C518-7C43-589E-821F0D086699}"/>
                </a:ext>
              </a:extLst>
            </p:cNvPr>
            <p:cNvSpPr/>
            <p:nvPr userDrawn="1"/>
          </p:nvSpPr>
          <p:spPr>
            <a:xfrm>
              <a:off x="11854658" y="1288767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Subtitle">
            <a:extLst>
              <a:ext uri="{FF2B5EF4-FFF2-40B4-BE49-F238E27FC236}">
                <a16:creationId xmlns:a16="http://schemas.microsoft.com/office/drawing/2014/main" id="{B5BE9124-03B3-BD7E-1202-90767922AC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65729" y="3918829"/>
            <a:ext cx="5715734" cy="48385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lang="en-GB" sz="2400" b="0" i="0" dirty="0">
                <a:solidFill>
                  <a:schemeClr val="accent6"/>
                </a:solidFill>
                <a:latin typeface="Hind Light" panose="02000000000000000000" pitchFamily="2" charset="77"/>
                <a:ea typeface="+mj-ea"/>
                <a:cs typeface="Hind Light" panose="02000000000000000000" pitchFamily="2" charset="77"/>
              </a:defRPr>
            </a:lvl1pPr>
          </a:lstStyle>
          <a:p>
            <a:pPr lvl="0"/>
            <a:r>
              <a:rPr lang="en-US" dirty="0"/>
              <a:t>Click to edit divider subtitle</a:t>
            </a:r>
            <a:endParaRPr lang="en-GB" dirty="0"/>
          </a:p>
        </p:txBody>
      </p:sp>
      <p:sp>
        <p:nvSpPr>
          <p:cNvPr id="44" name="Title">
            <a:extLst>
              <a:ext uri="{FF2B5EF4-FFF2-40B4-BE49-F238E27FC236}">
                <a16:creationId xmlns:a16="http://schemas.microsoft.com/office/drawing/2014/main" id="{D476091C-C5D9-EDEE-0C43-F0D3D771A99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5729" y="2323742"/>
            <a:ext cx="5822453" cy="1460183"/>
          </a:xfrm>
        </p:spPr>
        <p:txBody>
          <a:bodyPr lIns="0" rIns="0" anchor="b"/>
          <a:lstStyle>
            <a:lvl1pPr algn="l">
              <a:lnSpc>
                <a:spcPct val="104000"/>
              </a:lnSpc>
              <a:defRPr sz="4800">
                <a:solidFill>
                  <a:srgbClr val="EEF2EC"/>
                </a:solidFill>
              </a:defRPr>
            </a:lvl1pPr>
          </a:lstStyle>
          <a:p>
            <a:r>
              <a:rPr lang="en-US" dirty="0"/>
              <a:t>Click here to edit divider 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6876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B-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161A5AA-A5B6-405C-87F8-86C7FC1F2E53}"/>
              </a:ext>
            </a:extLst>
          </p:cNvPr>
          <p:cNvSpPr/>
          <p:nvPr userDrawn="1"/>
        </p:nvSpPr>
        <p:spPr>
          <a:xfrm>
            <a:off x="8868115" y="495695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5C4CDF6-A121-34CE-5B51-9A5AD0914297}"/>
              </a:ext>
            </a:extLst>
          </p:cNvPr>
          <p:cNvSpPr/>
          <p:nvPr userDrawn="1"/>
        </p:nvSpPr>
        <p:spPr>
          <a:xfrm>
            <a:off x="7553191" y="5742212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19AD155-1311-F4AA-3BEC-D5B2569807AB}"/>
              </a:ext>
            </a:extLst>
          </p:cNvPr>
          <p:cNvSpPr/>
          <p:nvPr userDrawn="1"/>
        </p:nvSpPr>
        <p:spPr>
          <a:xfrm flipV="1">
            <a:off x="8868115" y="1288767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A026F0A-816E-40A1-9240-B23C081DA34C}"/>
              </a:ext>
            </a:extLst>
          </p:cNvPr>
          <p:cNvSpPr/>
          <p:nvPr userDrawn="1"/>
        </p:nvSpPr>
        <p:spPr>
          <a:xfrm flipV="1">
            <a:off x="7477578" y="50378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32EEA2A-95BC-AAE2-8D11-12599F8AF5B2}"/>
              </a:ext>
            </a:extLst>
          </p:cNvPr>
          <p:cNvSpPr/>
          <p:nvPr userDrawn="1"/>
        </p:nvSpPr>
        <p:spPr>
          <a:xfrm>
            <a:off x="8905193" y="2733614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9C098C1-C937-2783-C784-B901B8E1054B}"/>
              </a:ext>
            </a:extLst>
          </p:cNvPr>
          <p:cNvGrpSpPr/>
          <p:nvPr userDrawn="1"/>
        </p:nvGrpSpPr>
        <p:grpSpPr>
          <a:xfrm>
            <a:off x="11678736" y="5742212"/>
            <a:ext cx="513265" cy="616232"/>
            <a:chOff x="11678736" y="5742212"/>
            <a:chExt cx="513265" cy="616232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3D56C580-BD46-0F8F-CF2F-DAE1739AF4AB}"/>
                </a:ext>
              </a:extLst>
            </p:cNvPr>
            <p:cNvSpPr/>
            <p:nvPr userDrawn="1"/>
          </p:nvSpPr>
          <p:spPr>
            <a:xfrm>
              <a:off x="11678736" y="5742212"/>
              <a:ext cx="513265" cy="616232"/>
            </a:xfrm>
            <a:prstGeom prst="roundRect">
              <a:avLst>
                <a:gd name="adj" fmla="val 111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524B6BFE-8773-B97F-6B02-60886523F4D3}"/>
                </a:ext>
              </a:extLst>
            </p:cNvPr>
            <p:cNvSpPr/>
            <p:nvPr userDrawn="1"/>
          </p:nvSpPr>
          <p:spPr>
            <a:xfrm>
              <a:off x="11854657" y="5742212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ED2E1C4-83B1-8E0E-34C6-CD2187DF8CF7}"/>
              </a:ext>
            </a:extLst>
          </p:cNvPr>
          <p:cNvGrpSpPr/>
          <p:nvPr userDrawn="1"/>
        </p:nvGrpSpPr>
        <p:grpSpPr>
          <a:xfrm>
            <a:off x="11183313" y="4956400"/>
            <a:ext cx="1008688" cy="616782"/>
            <a:chOff x="11183313" y="4956400"/>
            <a:chExt cx="1008688" cy="616782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43351A3B-3478-3FDE-373A-C09B370C8D82}"/>
                </a:ext>
              </a:extLst>
            </p:cNvPr>
            <p:cNvSpPr/>
            <p:nvPr userDrawn="1"/>
          </p:nvSpPr>
          <p:spPr>
            <a:xfrm>
              <a:off x="11183313" y="4956950"/>
              <a:ext cx="1008688" cy="616232"/>
            </a:xfrm>
            <a:prstGeom prst="roundRect">
              <a:avLst>
                <a:gd name="adj" fmla="val 111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68ADDC30-D689-AE24-CC92-8EC869C6F291}"/>
                </a:ext>
              </a:extLst>
            </p:cNvPr>
            <p:cNvSpPr/>
            <p:nvPr userDrawn="1"/>
          </p:nvSpPr>
          <p:spPr>
            <a:xfrm>
              <a:off x="11854657" y="4956400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156C8C7-82E1-C605-5AC6-F6E96307AA51}"/>
              </a:ext>
            </a:extLst>
          </p:cNvPr>
          <p:cNvGrpSpPr/>
          <p:nvPr userDrawn="1"/>
        </p:nvGrpSpPr>
        <p:grpSpPr>
          <a:xfrm>
            <a:off x="11797490" y="2733614"/>
            <a:ext cx="394511" cy="617312"/>
            <a:chOff x="11797490" y="2733614"/>
            <a:chExt cx="394511" cy="617312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1B5691C5-86A4-898A-11A7-9E7C2DF19ED0}"/>
                </a:ext>
              </a:extLst>
            </p:cNvPr>
            <p:cNvSpPr/>
            <p:nvPr userDrawn="1"/>
          </p:nvSpPr>
          <p:spPr>
            <a:xfrm>
              <a:off x="11797490" y="2733614"/>
              <a:ext cx="394510" cy="616232"/>
            </a:xfrm>
            <a:prstGeom prst="roundRect">
              <a:avLst>
                <a:gd name="adj" fmla="val 11121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6C91BBA0-35D7-3635-430A-537871A55074}"/>
                </a:ext>
              </a:extLst>
            </p:cNvPr>
            <p:cNvSpPr/>
            <p:nvPr userDrawn="1"/>
          </p:nvSpPr>
          <p:spPr>
            <a:xfrm>
              <a:off x="11854657" y="2734694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128ABA1-420F-1B92-9E12-82005F91E2F8}"/>
              </a:ext>
            </a:extLst>
          </p:cNvPr>
          <p:cNvGrpSpPr/>
          <p:nvPr userDrawn="1"/>
        </p:nvGrpSpPr>
        <p:grpSpPr>
          <a:xfrm>
            <a:off x="11183313" y="1288767"/>
            <a:ext cx="1008688" cy="616232"/>
            <a:chOff x="11183313" y="1288767"/>
            <a:chExt cx="1008688" cy="616232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613E42D6-7409-114B-0AB4-251BDCD7EB8D}"/>
                </a:ext>
              </a:extLst>
            </p:cNvPr>
            <p:cNvSpPr/>
            <p:nvPr userDrawn="1"/>
          </p:nvSpPr>
          <p:spPr>
            <a:xfrm flipV="1">
              <a:off x="11183313" y="1288767"/>
              <a:ext cx="1008687" cy="616232"/>
            </a:xfrm>
            <a:prstGeom prst="roundRect">
              <a:avLst>
                <a:gd name="adj" fmla="val 111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7A738C76-F5D5-45B9-5951-E1FEC92FB843}"/>
                </a:ext>
              </a:extLst>
            </p:cNvPr>
            <p:cNvSpPr/>
            <p:nvPr userDrawn="1"/>
          </p:nvSpPr>
          <p:spPr>
            <a:xfrm>
              <a:off x="11854657" y="1288767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D59D8E8-22A9-8786-BC43-C47A70A9E7FB}"/>
              </a:ext>
            </a:extLst>
          </p:cNvPr>
          <p:cNvGrpSpPr/>
          <p:nvPr userDrawn="1"/>
        </p:nvGrpSpPr>
        <p:grpSpPr>
          <a:xfrm>
            <a:off x="10228938" y="503780"/>
            <a:ext cx="1963063" cy="618296"/>
            <a:chOff x="10228938" y="503780"/>
            <a:chExt cx="1963063" cy="61829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850E78DC-EB8B-D0F0-498F-63F6CC8CB90C}"/>
                </a:ext>
              </a:extLst>
            </p:cNvPr>
            <p:cNvSpPr/>
            <p:nvPr userDrawn="1"/>
          </p:nvSpPr>
          <p:spPr>
            <a:xfrm flipV="1">
              <a:off x="10228938" y="503780"/>
              <a:ext cx="1963063" cy="616232"/>
            </a:xfrm>
            <a:prstGeom prst="roundRect">
              <a:avLst>
                <a:gd name="adj" fmla="val 11121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B10DEAEB-B461-6625-745A-EF3314E14A7D}"/>
                </a:ext>
              </a:extLst>
            </p:cNvPr>
            <p:cNvSpPr/>
            <p:nvPr userDrawn="1"/>
          </p:nvSpPr>
          <p:spPr>
            <a:xfrm>
              <a:off x="11854657" y="505844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14C7BDE-DE71-74FE-8A28-5D42F20B561A}"/>
              </a:ext>
            </a:extLst>
          </p:cNvPr>
          <p:cNvGrpSpPr/>
          <p:nvPr userDrawn="1"/>
        </p:nvGrpSpPr>
        <p:grpSpPr>
          <a:xfrm>
            <a:off x="10403361" y="3518601"/>
            <a:ext cx="1788640" cy="616232"/>
            <a:chOff x="10403361" y="3518601"/>
            <a:chExt cx="1788640" cy="616232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5501CA74-23FF-90BC-8EB1-A6A02E27B05E}"/>
                </a:ext>
              </a:extLst>
            </p:cNvPr>
            <p:cNvSpPr/>
            <p:nvPr userDrawn="1"/>
          </p:nvSpPr>
          <p:spPr>
            <a:xfrm>
              <a:off x="10403361" y="3518601"/>
              <a:ext cx="1788639" cy="616232"/>
            </a:xfrm>
            <a:prstGeom prst="roundRect">
              <a:avLst>
                <a:gd name="adj" fmla="val 111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C9EA6BC9-F575-1C53-9144-A8BA06CC0057}"/>
                </a:ext>
              </a:extLst>
            </p:cNvPr>
            <p:cNvSpPr/>
            <p:nvPr userDrawn="1"/>
          </p:nvSpPr>
          <p:spPr>
            <a:xfrm>
              <a:off x="11854657" y="3518601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4" name="Subtitle">
            <a:extLst>
              <a:ext uri="{FF2B5EF4-FFF2-40B4-BE49-F238E27FC236}">
                <a16:creationId xmlns:a16="http://schemas.microsoft.com/office/drawing/2014/main" id="{9F13939B-8EEE-1CAA-5335-E64C6416267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65729" y="3918829"/>
            <a:ext cx="5715734" cy="48385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lang="en-GB" sz="2400" b="0" i="0" dirty="0">
                <a:solidFill>
                  <a:schemeClr val="accent6"/>
                </a:solidFill>
                <a:latin typeface="Hind Light" panose="02000000000000000000" pitchFamily="2" charset="77"/>
                <a:ea typeface="+mj-ea"/>
                <a:cs typeface="Hind Light" panose="02000000000000000000" pitchFamily="2" charset="77"/>
              </a:defRPr>
            </a:lvl1pPr>
          </a:lstStyle>
          <a:p>
            <a:pPr lvl="0"/>
            <a:r>
              <a:rPr lang="en-US" dirty="0"/>
              <a:t>Click to edit divider subtitle</a:t>
            </a:r>
            <a:endParaRPr lang="en-GB" dirty="0"/>
          </a:p>
        </p:txBody>
      </p:sp>
      <p:sp>
        <p:nvSpPr>
          <p:cNvPr id="65" name="Title">
            <a:extLst>
              <a:ext uri="{FF2B5EF4-FFF2-40B4-BE49-F238E27FC236}">
                <a16:creationId xmlns:a16="http://schemas.microsoft.com/office/drawing/2014/main" id="{CF77C532-EC6E-975E-DAEB-1693E1ACFE9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5729" y="2323742"/>
            <a:ext cx="5822453" cy="1460183"/>
          </a:xfrm>
        </p:spPr>
        <p:txBody>
          <a:bodyPr lIns="0" rIns="0" anchor="b"/>
          <a:lstStyle>
            <a:lvl1pPr algn="l">
              <a:lnSpc>
                <a:spcPct val="104000"/>
              </a:lnSpc>
              <a:defRPr sz="4800">
                <a:solidFill>
                  <a:srgbClr val="EEF2EC"/>
                </a:solidFill>
              </a:defRPr>
            </a:lvl1pPr>
          </a:lstStyle>
          <a:p>
            <a:r>
              <a:rPr lang="en-US" dirty="0"/>
              <a:t>Click here to edit divider 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041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C-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61D041-8B12-D1D8-2BEB-8B088637D9CA}"/>
              </a:ext>
            </a:extLst>
          </p:cNvPr>
          <p:cNvSpPr/>
          <p:nvPr userDrawn="1"/>
        </p:nvSpPr>
        <p:spPr>
          <a:xfrm>
            <a:off x="9732509" y="495695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A685EC1-D649-0CFF-E444-04E5734281CF}"/>
              </a:ext>
            </a:extLst>
          </p:cNvPr>
          <p:cNvSpPr/>
          <p:nvPr userDrawn="1"/>
        </p:nvSpPr>
        <p:spPr>
          <a:xfrm>
            <a:off x="8341970" y="5742212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6D8813F-C320-5024-1DAE-D699BC1F2FC4}"/>
              </a:ext>
            </a:extLst>
          </p:cNvPr>
          <p:cNvSpPr/>
          <p:nvPr userDrawn="1"/>
        </p:nvSpPr>
        <p:spPr>
          <a:xfrm flipV="1">
            <a:off x="9732509" y="1288767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36B3A53-E3DC-EEE6-172E-F472D29E33FB}"/>
              </a:ext>
            </a:extLst>
          </p:cNvPr>
          <p:cNvSpPr/>
          <p:nvPr userDrawn="1"/>
        </p:nvSpPr>
        <p:spPr>
          <a:xfrm flipV="1">
            <a:off x="8341972" y="50378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AF0B163-C273-FF1C-A966-7DD2C65C13C9}"/>
              </a:ext>
            </a:extLst>
          </p:cNvPr>
          <p:cNvSpPr/>
          <p:nvPr userDrawn="1"/>
        </p:nvSpPr>
        <p:spPr>
          <a:xfrm>
            <a:off x="9769587" y="2733614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ACD7EB4-5CB1-C98A-F34C-DE2EF8762B9F}"/>
              </a:ext>
            </a:extLst>
          </p:cNvPr>
          <p:cNvGrpSpPr/>
          <p:nvPr userDrawn="1"/>
        </p:nvGrpSpPr>
        <p:grpSpPr>
          <a:xfrm>
            <a:off x="11093332" y="503780"/>
            <a:ext cx="1098669" cy="616232"/>
            <a:chOff x="11093332" y="503780"/>
            <a:chExt cx="1098669" cy="616232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7953AB8-3C66-AB5B-FE35-ABF560B59AF5}"/>
                </a:ext>
              </a:extLst>
            </p:cNvPr>
            <p:cNvSpPr/>
            <p:nvPr userDrawn="1"/>
          </p:nvSpPr>
          <p:spPr>
            <a:xfrm flipV="1">
              <a:off x="11093332" y="503780"/>
              <a:ext cx="1098669" cy="616232"/>
            </a:xfrm>
            <a:prstGeom prst="roundRect">
              <a:avLst>
                <a:gd name="adj" fmla="val 11121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E3550EB7-64E6-DE3B-C1CD-726986487AD0}"/>
                </a:ext>
              </a:extLst>
            </p:cNvPr>
            <p:cNvSpPr/>
            <p:nvPr userDrawn="1"/>
          </p:nvSpPr>
          <p:spPr>
            <a:xfrm>
              <a:off x="11854657" y="503780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C12A190-AEEE-39C0-8ACD-DEF04514ECA0}"/>
              </a:ext>
            </a:extLst>
          </p:cNvPr>
          <p:cNvGrpSpPr/>
          <p:nvPr userDrawn="1"/>
        </p:nvGrpSpPr>
        <p:grpSpPr>
          <a:xfrm>
            <a:off x="11267756" y="3518601"/>
            <a:ext cx="924246" cy="616232"/>
            <a:chOff x="11267756" y="3518601"/>
            <a:chExt cx="924246" cy="616232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C7D1FCA5-21B1-A5C7-B814-C106987DCBCF}"/>
                </a:ext>
              </a:extLst>
            </p:cNvPr>
            <p:cNvSpPr/>
            <p:nvPr userDrawn="1"/>
          </p:nvSpPr>
          <p:spPr>
            <a:xfrm>
              <a:off x="11267756" y="3518601"/>
              <a:ext cx="924246" cy="616232"/>
            </a:xfrm>
            <a:prstGeom prst="roundRect">
              <a:avLst>
                <a:gd name="adj" fmla="val 111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8C861E0F-5990-7940-1654-B2384D21B3AD}"/>
                </a:ext>
              </a:extLst>
            </p:cNvPr>
            <p:cNvSpPr/>
            <p:nvPr userDrawn="1"/>
          </p:nvSpPr>
          <p:spPr>
            <a:xfrm>
              <a:off x="11854657" y="3518601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F9E0E03-F81C-87E4-924B-F8A79BE37A3D}"/>
              </a:ext>
            </a:extLst>
          </p:cNvPr>
          <p:cNvGrpSpPr/>
          <p:nvPr userDrawn="1"/>
        </p:nvGrpSpPr>
        <p:grpSpPr>
          <a:xfrm>
            <a:off x="11093332" y="5742212"/>
            <a:ext cx="1098670" cy="616232"/>
            <a:chOff x="11267756" y="3518601"/>
            <a:chExt cx="924246" cy="616232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07B13514-0DD4-D0AA-9DE7-A92F662F430D}"/>
                </a:ext>
              </a:extLst>
            </p:cNvPr>
            <p:cNvSpPr/>
            <p:nvPr userDrawn="1"/>
          </p:nvSpPr>
          <p:spPr>
            <a:xfrm>
              <a:off x="11267756" y="3518601"/>
              <a:ext cx="924246" cy="616232"/>
            </a:xfrm>
            <a:prstGeom prst="roundRect">
              <a:avLst>
                <a:gd name="adj" fmla="val 111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5E4858B9-6DE5-519B-D9F1-2DA17DB15BB7}"/>
                </a:ext>
              </a:extLst>
            </p:cNvPr>
            <p:cNvSpPr/>
            <p:nvPr userDrawn="1"/>
          </p:nvSpPr>
          <p:spPr>
            <a:xfrm>
              <a:off x="11854657" y="3518601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Subtitle">
            <a:extLst>
              <a:ext uri="{FF2B5EF4-FFF2-40B4-BE49-F238E27FC236}">
                <a16:creationId xmlns:a16="http://schemas.microsoft.com/office/drawing/2014/main" id="{525C7A58-85A1-67DE-393E-190AC78CF7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65729" y="3918829"/>
            <a:ext cx="5715734" cy="48385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lang="en-GB" sz="2400" b="0" i="0" dirty="0">
                <a:solidFill>
                  <a:schemeClr val="accent6"/>
                </a:solidFill>
                <a:latin typeface="Hind Light" panose="02000000000000000000" pitchFamily="2" charset="77"/>
                <a:ea typeface="+mj-ea"/>
                <a:cs typeface="Hind Light" panose="02000000000000000000" pitchFamily="2" charset="77"/>
              </a:defRPr>
            </a:lvl1pPr>
          </a:lstStyle>
          <a:p>
            <a:pPr lvl="0"/>
            <a:r>
              <a:rPr lang="en-US" dirty="0"/>
              <a:t>Click to edit divider subtitle</a:t>
            </a:r>
            <a:endParaRPr lang="en-GB" dirty="0"/>
          </a:p>
        </p:txBody>
      </p:sp>
      <p:sp>
        <p:nvSpPr>
          <p:cNvPr id="43" name="Title">
            <a:extLst>
              <a:ext uri="{FF2B5EF4-FFF2-40B4-BE49-F238E27FC236}">
                <a16:creationId xmlns:a16="http://schemas.microsoft.com/office/drawing/2014/main" id="{91F56F00-FBE7-2F99-5D35-AD9D0950F5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5729" y="2323742"/>
            <a:ext cx="5822453" cy="1460183"/>
          </a:xfrm>
        </p:spPr>
        <p:txBody>
          <a:bodyPr lIns="0" rIns="0" anchor="b"/>
          <a:lstStyle>
            <a:lvl1pPr algn="l">
              <a:lnSpc>
                <a:spcPct val="104000"/>
              </a:lnSpc>
              <a:defRPr sz="4800">
                <a:solidFill>
                  <a:srgbClr val="EEF2EC"/>
                </a:solidFill>
              </a:defRPr>
            </a:lvl1pPr>
          </a:lstStyle>
          <a:p>
            <a:r>
              <a:rPr lang="en-US" dirty="0"/>
              <a:t>Click here to edit divider 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2397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A-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20EF6D2-F24D-1B26-4213-3521812DF46D}"/>
              </a:ext>
            </a:extLst>
          </p:cNvPr>
          <p:cNvSpPr/>
          <p:nvPr userDrawn="1"/>
        </p:nvSpPr>
        <p:spPr>
          <a:xfrm>
            <a:off x="7982290" y="495695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7BF00A3-531C-E24F-3540-30E5C55A6824}"/>
              </a:ext>
            </a:extLst>
          </p:cNvPr>
          <p:cNvSpPr/>
          <p:nvPr userDrawn="1"/>
        </p:nvSpPr>
        <p:spPr>
          <a:xfrm>
            <a:off x="6667366" y="5742212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98776CA-E14C-DB66-91AD-36A22DED7F0E}"/>
              </a:ext>
            </a:extLst>
          </p:cNvPr>
          <p:cNvSpPr/>
          <p:nvPr userDrawn="1"/>
        </p:nvSpPr>
        <p:spPr>
          <a:xfrm flipV="1">
            <a:off x="7982290" y="1288767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D72764F-B58D-8243-7AA2-F88B81C73880}"/>
              </a:ext>
            </a:extLst>
          </p:cNvPr>
          <p:cNvSpPr/>
          <p:nvPr userDrawn="1"/>
        </p:nvSpPr>
        <p:spPr>
          <a:xfrm flipV="1">
            <a:off x="9343113" y="50378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C6EC90D-B8E8-D33B-884B-5783197A461E}"/>
              </a:ext>
            </a:extLst>
          </p:cNvPr>
          <p:cNvSpPr/>
          <p:nvPr userDrawn="1"/>
        </p:nvSpPr>
        <p:spPr>
          <a:xfrm flipV="1">
            <a:off x="6591753" y="50378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E3EA975-78F0-DB51-62AD-056D74001B5E}"/>
              </a:ext>
            </a:extLst>
          </p:cNvPr>
          <p:cNvSpPr/>
          <p:nvPr userDrawn="1"/>
        </p:nvSpPr>
        <p:spPr>
          <a:xfrm>
            <a:off x="8019368" y="2733614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38E7F41-C15A-0C54-E9FC-2C6AC25E1B6B}"/>
              </a:ext>
            </a:extLst>
          </p:cNvPr>
          <p:cNvSpPr/>
          <p:nvPr userDrawn="1"/>
        </p:nvSpPr>
        <p:spPr>
          <a:xfrm>
            <a:off x="9517536" y="3518601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02F1A01-73E7-582A-1195-64F53AC3F828}"/>
              </a:ext>
            </a:extLst>
          </p:cNvPr>
          <p:cNvGrpSpPr/>
          <p:nvPr userDrawn="1"/>
        </p:nvGrpSpPr>
        <p:grpSpPr>
          <a:xfrm>
            <a:off x="10792911" y="5742212"/>
            <a:ext cx="1399091" cy="616232"/>
            <a:chOff x="10792911" y="5742212"/>
            <a:chExt cx="1399091" cy="616232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30BE72B4-CCF6-1823-5516-52EC105679D6}"/>
                </a:ext>
              </a:extLst>
            </p:cNvPr>
            <p:cNvSpPr/>
            <p:nvPr userDrawn="1"/>
          </p:nvSpPr>
          <p:spPr>
            <a:xfrm>
              <a:off x="10792911" y="5742212"/>
              <a:ext cx="1399091" cy="616232"/>
            </a:xfrm>
            <a:prstGeom prst="roundRect">
              <a:avLst>
                <a:gd name="adj" fmla="val 111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D3909459-68B3-9246-CF82-FF5C8F466B19}"/>
                </a:ext>
              </a:extLst>
            </p:cNvPr>
            <p:cNvSpPr/>
            <p:nvPr userDrawn="1"/>
          </p:nvSpPr>
          <p:spPr>
            <a:xfrm>
              <a:off x="11851481" y="5742212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55973FC-C591-3CDC-3C66-2D7417F25395}"/>
              </a:ext>
            </a:extLst>
          </p:cNvPr>
          <p:cNvGrpSpPr/>
          <p:nvPr userDrawn="1"/>
        </p:nvGrpSpPr>
        <p:grpSpPr>
          <a:xfrm>
            <a:off x="10297487" y="4956400"/>
            <a:ext cx="1894515" cy="616782"/>
            <a:chOff x="10297487" y="4956400"/>
            <a:chExt cx="1894515" cy="616782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A551E21-282B-FFD4-86A0-4144BC9D407A}"/>
                </a:ext>
              </a:extLst>
            </p:cNvPr>
            <p:cNvSpPr/>
            <p:nvPr userDrawn="1"/>
          </p:nvSpPr>
          <p:spPr>
            <a:xfrm>
              <a:off x="10297487" y="4956950"/>
              <a:ext cx="1894513" cy="616232"/>
            </a:xfrm>
            <a:prstGeom prst="roundRect">
              <a:avLst>
                <a:gd name="adj" fmla="val 111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03697C9D-C444-91F4-1B4E-7E8683CD9253}"/>
                </a:ext>
              </a:extLst>
            </p:cNvPr>
            <p:cNvSpPr/>
            <p:nvPr userDrawn="1"/>
          </p:nvSpPr>
          <p:spPr>
            <a:xfrm>
              <a:off x="11854658" y="4956400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4724262-EE3B-98CA-E3CD-E110D14B8215}"/>
              </a:ext>
            </a:extLst>
          </p:cNvPr>
          <p:cNvGrpSpPr/>
          <p:nvPr userDrawn="1"/>
        </p:nvGrpSpPr>
        <p:grpSpPr>
          <a:xfrm>
            <a:off x="10911665" y="2733614"/>
            <a:ext cx="1280337" cy="617312"/>
            <a:chOff x="10911665" y="2733614"/>
            <a:chExt cx="1280337" cy="617312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57632EB4-39A0-B573-08FA-61DD9E8F3E39}"/>
                </a:ext>
              </a:extLst>
            </p:cNvPr>
            <p:cNvSpPr/>
            <p:nvPr userDrawn="1"/>
          </p:nvSpPr>
          <p:spPr>
            <a:xfrm>
              <a:off x="10911665" y="2733614"/>
              <a:ext cx="1280336" cy="616232"/>
            </a:xfrm>
            <a:prstGeom prst="roundRect">
              <a:avLst>
                <a:gd name="adj" fmla="val 11121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BB3D99ED-5810-ED05-0547-42D090E0CDF3}"/>
                </a:ext>
              </a:extLst>
            </p:cNvPr>
            <p:cNvSpPr/>
            <p:nvPr userDrawn="1"/>
          </p:nvSpPr>
          <p:spPr>
            <a:xfrm>
              <a:off x="11854658" y="2734694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14C193A-BE0F-5C6F-ABA2-19EEE3F60DC6}"/>
              </a:ext>
            </a:extLst>
          </p:cNvPr>
          <p:cNvGrpSpPr/>
          <p:nvPr userDrawn="1"/>
        </p:nvGrpSpPr>
        <p:grpSpPr>
          <a:xfrm>
            <a:off x="10297488" y="1288767"/>
            <a:ext cx="1894514" cy="616232"/>
            <a:chOff x="10297488" y="1288767"/>
            <a:chExt cx="1894514" cy="616232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9BBBC66-C4B6-3252-3F6E-AE868A4CB3D4}"/>
                </a:ext>
              </a:extLst>
            </p:cNvPr>
            <p:cNvSpPr/>
            <p:nvPr userDrawn="1"/>
          </p:nvSpPr>
          <p:spPr>
            <a:xfrm flipV="1">
              <a:off x="10297488" y="1288767"/>
              <a:ext cx="1894514" cy="616232"/>
            </a:xfrm>
            <a:prstGeom prst="roundRect">
              <a:avLst>
                <a:gd name="adj" fmla="val 111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933FAB19-C518-7C43-589E-821F0D086699}"/>
                </a:ext>
              </a:extLst>
            </p:cNvPr>
            <p:cNvSpPr/>
            <p:nvPr userDrawn="1"/>
          </p:nvSpPr>
          <p:spPr>
            <a:xfrm>
              <a:off x="11854658" y="1288767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Subtitle">
            <a:extLst>
              <a:ext uri="{FF2B5EF4-FFF2-40B4-BE49-F238E27FC236}">
                <a16:creationId xmlns:a16="http://schemas.microsoft.com/office/drawing/2014/main" id="{AB6EC2AA-DAB6-F3F6-47E6-D423843AB32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65729" y="3918829"/>
            <a:ext cx="5715734" cy="48385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lang="en-GB" sz="2400" b="0" i="0" dirty="0">
                <a:solidFill>
                  <a:schemeClr val="accent1"/>
                </a:solidFill>
                <a:latin typeface="Hind Light" panose="02000000000000000000" pitchFamily="2" charset="77"/>
                <a:ea typeface="+mj-ea"/>
                <a:cs typeface="Hind Light" panose="02000000000000000000" pitchFamily="2" charset="77"/>
              </a:defRPr>
            </a:lvl1pPr>
          </a:lstStyle>
          <a:p>
            <a:pPr lvl="0"/>
            <a:r>
              <a:rPr lang="en-US" dirty="0"/>
              <a:t>Click to edit divider subtitle</a:t>
            </a:r>
            <a:endParaRPr lang="en-GB" dirty="0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00D89536-9151-EA5D-5720-F70B9C446DA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5729" y="2323742"/>
            <a:ext cx="5822453" cy="1460183"/>
          </a:xfrm>
        </p:spPr>
        <p:txBody>
          <a:bodyPr lIns="0" rIns="0" anchor="b"/>
          <a:lstStyle>
            <a:lvl1pPr algn="l">
              <a:lnSpc>
                <a:spcPct val="104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here to edit divider 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7254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B-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161A5AA-A5B6-405C-87F8-86C7FC1F2E53}"/>
              </a:ext>
            </a:extLst>
          </p:cNvPr>
          <p:cNvSpPr/>
          <p:nvPr userDrawn="1"/>
        </p:nvSpPr>
        <p:spPr>
          <a:xfrm>
            <a:off x="8868115" y="495695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5C4CDF6-A121-34CE-5B51-9A5AD0914297}"/>
              </a:ext>
            </a:extLst>
          </p:cNvPr>
          <p:cNvSpPr/>
          <p:nvPr userDrawn="1"/>
        </p:nvSpPr>
        <p:spPr>
          <a:xfrm>
            <a:off x="7553191" y="5742212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19AD155-1311-F4AA-3BEC-D5B2569807AB}"/>
              </a:ext>
            </a:extLst>
          </p:cNvPr>
          <p:cNvSpPr/>
          <p:nvPr userDrawn="1"/>
        </p:nvSpPr>
        <p:spPr>
          <a:xfrm flipV="1">
            <a:off x="8868115" y="1288767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A026F0A-816E-40A1-9240-B23C081DA34C}"/>
              </a:ext>
            </a:extLst>
          </p:cNvPr>
          <p:cNvSpPr/>
          <p:nvPr userDrawn="1"/>
        </p:nvSpPr>
        <p:spPr>
          <a:xfrm flipV="1">
            <a:off x="7477578" y="50378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32EEA2A-95BC-AAE2-8D11-12599F8AF5B2}"/>
              </a:ext>
            </a:extLst>
          </p:cNvPr>
          <p:cNvSpPr/>
          <p:nvPr userDrawn="1"/>
        </p:nvSpPr>
        <p:spPr>
          <a:xfrm>
            <a:off x="8905193" y="2733614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9C098C1-C937-2783-C784-B901B8E1054B}"/>
              </a:ext>
            </a:extLst>
          </p:cNvPr>
          <p:cNvGrpSpPr/>
          <p:nvPr userDrawn="1"/>
        </p:nvGrpSpPr>
        <p:grpSpPr>
          <a:xfrm>
            <a:off x="11678736" y="5742212"/>
            <a:ext cx="513265" cy="616232"/>
            <a:chOff x="11678736" y="5742212"/>
            <a:chExt cx="513265" cy="616232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3D56C580-BD46-0F8F-CF2F-DAE1739AF4AB}"/>
                </a:ext>
              </a:extLst>
            </p:cNvPr>
            <p:cNvSpPr/>
            <p:nvPr userDrawn="1"/>
          </p:nvSpPr>
          <p:spPr>
            <a:xfrm>
              <a:off x="11678736" y="5742212"/>
              <a:ext cx="513265" cy="616232"/>
            </a:xfrm>
            <a:prstGeom prst="roundRect">
              <a:avLst>
                <a:gd name="adj" fmla="val 111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524B6BFE-8773-B97F-6B02-60886523F4D3}"/>
                </a:ext>
              </a:extLst>
            </p:cNvPr>
            <p:cNvSpPr/>
            <p:nvPr userDrawn="1"/>
          </p:nvSpPr>
          <p:spPr>
            <a:xfrm>
              <a:off x="11854657" y="5742212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ED2E1C4-83B1-8E0E-34C6-CD2187DF8CF7}"/>
              </a:ext>
            </a:extLst>
          </p:cNvPr>
          <p:cNvGrpSpPr/>
          <p:nvPr userDrawn="1"/>
        </p:nvGrpSpPr>
        <p:grpSpPr>
          <a:xfrm>
            <a:off x="11183313" y="4956400"/>
            <a:ext cx="1008688" cy="616782"/>
            <a:chOff x="11183313" y="4956400"/>
            <a:chExt cx="1008688" cy="616782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43351A3B-3478-3FDE-373A-C09B370C8D82}"/>
                </a:ext>
              </a:extLst>
            </p:cNvPr>
            <p:cNvSpPr/>
            <p:nvPr userDrawn="1"/>
          </p:nvSpPr>
          <p:spPr>
            <a:xfrm>
              <a:off x="11183313" y="4956950"/>
              <a:ext cx="1008688" cy="616232"/>
            </a:xfrm>
            <a:prstGeom prst="roundRect">
              <a:avLst>
                <a:gd name="adj" fmla="val 111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68ADDC30-D689-AE24-CC92-8EC869C6F291}"/>
                </a:ext>
              </a:extLst>
            </p:cNvPr>
            <p:cNvSpPr/>
            <p:nvPr userDrawn="1"/>
          </p:nvSpPr>
          <p:spPr>
            <a:xfrm>
              <a:off x="11854657" y="4956400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156C8C7-82E1-C605-5AC6-F6E96307AA51}"/>
              </a:ext>
            </a:extLst>
          </p:cNvPr>
          <p:cNvGrpSpPr/>
          <p:nvPr userDrawn="1"/>
        </p:nvGrpSpPr>
        <p:grpSpPr>
          <a:xfrm>
            <a:off x="11797490" y="2733614"/>
            <a:ext cx="394511" cy="617312"/>
            <a:chOff x="11797490" y="2733614"/>
            <a:chExt cx="394511" cy="617312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1B5691C5-86A4-898A-11A7-9E7C2DF19ED0}"/>
                </a:ext>
              </a:extLst>
            </p:cNvPr>
            <p:cNvSpPr/>
            <p:nvPr userDrawn="1"/>
          </p:nvSpPr>
          <p:spPr>
            <a:xfrm>
              <a:off x="11797490" y="2733614"/>
              <a:ext cx="394510" cy="616232"/>
            </a:xfrm>
            <a:prstGeom prst="roundRect">
              <a:avLst>
                <a:gd name="adj" fmla="val 11121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6C91BBA0-35D7-3635-430A-537871A55074}"/>
                </a:ext>
              </a:extLst>
            </p:cNvPr>
            <p:cNvSpPr/>
            <p:nvPr userDrawn="1"/>
          </p:nvSpPr>
          <p:spPr>
            <a:xfrm>
              <a:off x="11854657" y="2734694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128ABA1-420F-1B92-9E12-82005F91E2F8}"/>
              </a:ext>
            </a:extLst>
          </p:cNvPr>
          <p:cNvGrpSpPr/>
          <p:nvPr userDrawn="1"/>
        </p:nvGrpSpPr>
        <p:grpSpPr>
          <a:xfrm>
            <a:off x="11183313" y="1288767"/>
            <a:ext cx="1008688" cy="616232"/>
            <a:chOff x="11183313" y="1288767"/>
            <a:chExt cx="1008688" cy="616232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613E42D6-7409-114B-0AB4-251BDCD7EB8D}"/>
                </a:ext>
              </a:extLst>
            </p:cNvPr>
            <p:cNvSpPr/>
            <p:nvPr userDrawn="1"/>
          </p:nvSpPr>
          <p:spPr>
            <a:xfrm flipV="1">
              <a:off x="11183313" y="1288767"/>
              <a:ext cx="1008687" cy="616232"/>
            </a:xfrm>
            <a:prstGeom prst="roundRect">
              <a:avLst>
                <a:gd name="adj" fmla="val 111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7A738C76-F5D5-45B9-5951-E1FEC92FB843}"/>
                </a:ext>
              </a:extLst>
            </p:cNvPr>
            <p:cNvSpPr/>
            <p:nvPr userDrawn="1"/>
          </p:nvSpPr>
          <p:spPr>
            <a:xfrm>
              <a:off x="11854657" y="1288767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D59D8E8-22A9-8786-BC43-C47A70A9E7FB}"/>
              </a:ext>
            </a:extLst>
          </p:cNvPr>
          <p:cNvGrpSpPr/>
          <p:nvPr userDrawn="1"/>
        </p:nvGrpSpPr>
        <p:grpSpPr>
          <a:xfrm>
            <a:off x="10228938" y="503780"/>
            <a:ext cx="1963063" cy="618296"/>
            <a:chOff x="10228938" y="503780"/>
            <a:chExt cx="1963063" cy="61829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850E78DC-EB8B-D0F0-498F-63F6CC8CB90C}"/>
                </a:ext>
              </a:extLst>
            </p:cNvPr>
            <p:cNvSpPr/>
            <p:nvPr userDrawn="1"/>
          </p:nvSpPr>
          <p:spPr>
            <a:xfrm flipV="1">
              <a:off x="10228938" y="503780"/>
              <a:ext cx="1963063" cy="616232"/>
            </a:xfrm>
            <a:prstGeom prst="roundRect">
              <a:avLst>
                <a:gd name="adj" fmla="val 11121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B10DEAEB-B461-6625-745A-EF3314E14A7D}"/>
                </a:ext>
              </a:extLst>
            </p:cNvPr>
            <p:cNvSpPr/>
            <p:nvPr userDrawn="1"/>
          </p:nvSpPr>
          <p:spPr>
            <a:xfrm>
              <a:off x="11854657" y="505844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14C7BDE-DE71-74FE-8A28-5D42F20B561A}"/>
              </a:ext>
            </a:extLst>
          </p:cNvPr>
          <p:cNvGrpSpPr/>
          <p:nvPr userDrawn="1"/>
        </p:nvGrpSpPr>
        <p:grpSpPr>
          <a:xfrm>
            <a:off x="10403361" y="3518601"/>
            <a:ext cx="1788640" cy="616232"/>
            <a:chOff x="10403361" y="3518601"/>
            <a:chExt cx="1788640" cy="616232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5501CA74-23FF-90BC-8EB1-A6A02E27B05E}"/>
                </a:ext>
              </a:extLst>
            </p:cNvPr>
            <p:cNvSpPr/>
            <p:nvPr userDrawn="1"/>
          </p:nvSpPr>
          <p:spPr>
            <a:xfrm>
              <a:off x="10403361" y="3518601"/>
              <a:ext cx="1788639" cy="616232"/>
            </a:xfrm>
            <a:prstGeom prst="roundRect">
              <a:avLst>
                <a:gd name="adj" fmla="val 111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C9EA6BC9-F575-1C53-9144-A8BA06CC0057}"/>
                </a:ext>
              </a:extLst>
            </p:cNvPr>
            <p:cNvSpPr/>
            <p:nvPr userDrawn="1"/>
          </p:nvSpPr>
          <p:spPr>
            <a:xfrm>
              <a:off x="11854657" y="3518601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Subtitle">
            <a:extLst>
              <a:ext uri="{FF2B5EF4-FFF2-40B4-BE49-F238E27FC236}">
                <a16:creationId xmlns:a16="http://schemas.microsoft.com/office/drawing/2014/main" id="{C71DFC01-73EB-EBE3-4900-D866C473F56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65729" y="3918829"/>
            <a:ext cx="5715734" cy="48385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lang="en-GB" sz="2400" b="0" i="0" dirty="0">
                <a:solidFill>
                  <a:schemeClr val="accent1"/>
                </a:solidFill>
                <a:latin typeface="Hind Light" panose="02000000000000000000" pitchFamily="2" charset="77"/>
                <a:ea typeface="+mj-ea"/>
                <a:cs typeface="Hind Light" panose="02000000000000000000" pitchFamily="2" charset="77"/>
              </a:defRPr>
            </a:lvl1pPr>
          </a:lstStyle>
          <a:p>
            <a:pPr lvl="0"/>
            <a:r>
              <a:rPr lang="en-US" dirty="0"/>
              <a:t>Click to edit divider subtitle</a:t>
            </a:r>
            <a:endParaRPr lang="en-GB" dirty="0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266426B8-EACD-4FD3-6A8D-5CD31B6018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5729" y="2323742"/>
            <a:ext cx="5822453" cy="1460183"/>
          </a:xfrm>
        </p:spPr>
        <p:txBody>
          <a:bodyPr lIns="0" rIns="0" anchor="b"/>
          <a:lstStyle>
            <a:lvl1pPr algn="l">
              <a:lnSpc>
                <a:spcPct val="104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here to edit divider 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2189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C-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61D041-8B12-D1D8-2BEB-8B088637D9CA}"/>
              </a:ext>
            </a:extLst>
          </p:cNvPr>
          <p:cNvSpPr/>
          <p:nvPr userDrawn="1"/>
        </p:nvSpPr>
        <p:spPr>
          <a:xfrm>
            <a:off x="9732509" y="495695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A685EC1-D649-0CFF-E444-04E5734281CF}"/>
              </a:ext>
            </a:extLst>
          </p:cNvPr>
          <p:cNvSpPr/>
          <p:nvPr userDrawn="1"/>
        </p:nvSpPr>
        <p:spPr>
          <a:xfrm>
            <a:off x="8341970" y="5742212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6D8813F-C320-5024-1DAE-D699BC1F2FC4}"/>
              </a:ext>
            </a:extLst>
          </p:cNvPr>
          <p:cNvSpPr/>
          <p:nvPr userDrawn="1"/>
        </p:nvSpPr>
        <p:spPr>
          <a:xfrm flipV="1">
            <a:off x="9732509" y="1288767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36B3A53-E3DC-EEE6-172E-F472D29E33FB}"/>
              </a:ext>
            </a:extLst>
          </p:cNvPr>
          <p:cNvSpPr/>
          <p:nvPr userDrawn="1"/>
        </p:nvSpPr>
        <p:spPr>
          <a:xfrm flipV="1">
            <a:off x="8341972" y="50378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AF0B163-C273-FF1C-A966-7DD2C65C13C9}"/>
              </a:ext>
            </a:extLst>
          </p:cNvPr>
          <p:cNvSpPr/>
          <p:nvPr userDrawn="1"/>
        </p:nvSpPr>
        <p:spPr>
          <a:xfrm>
            <a:off x="9769587" y="2733614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ACD7EB4-5CB1-C98A-F34C-DE2EF8762B9F}"/>
              </a:ext>
            </a:extLst>
          </p:cNvPr>
          <p:cNvGrpSpPr/>
          <p:nvPr userDrawn="1"/>
        </p:nvGrpSpPr>
        <p:grpSpPr>
          <a:xfrm>
            <a:off x="11093332" y="503780"/>
            <a:ext cx="1098669" cy="616232"/>
            <a:chOff x="11093332" y="503780"/>
            <a:chExt cx="1098669" cy="616232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7953AB8-3C66-AB5B-FE35-ABF560B59AF5}"/>
                </a:ext>
              </a:extLst>
            </p:cNvPr>
            <p:cNvSpPr/>
            <p:nvPr userDrawn="1"/>
          </p:nvSpPr>
          <p:spPr>
            <a:xfrm flipV="1">
              <a:off x="11093332" y="503780"/>
              <a:ext cx="1098669" cy="616232"/>
            </a:xfrm>
            <a:prstGeom prst="roundRect">
              <a:avLst>
                <a:gd name="adj" fmla="val 11121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E3550EB7-64E6-DE3B-C1CD-726986487AD0}"/>
                </a:ext>
              </a:extLst>
            </p:cNvPr>
            <p:cNvSpPr/>
            <p:nvPr userDrawn="1"/>
          </p:nvSpPr>
          <p:spPr>
            <a:xfrm>
              <a:off x="11854657" y="503780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C12A190-AEEE-39C0-8ACD-DEF04514ECA0}"/>
              </a:ext>
            </a:extLst>
          </p:cNvPr>
          <p:cNvGrpSpPr/>
          <p:nvPr userDrawn="1"/>
        </p:nvGrpSpPr>
        <p:grpSpPr>
          <a:xfrm>
            <a:off x="11267756" y="3518601"/>
            <a:ext cx="924246" cy="616232"/>
            <a:chOff x="11267756" y="3518601"/>
            <a:chExt cx="924246" cy="616232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C7D1FCA5-21B1-A5C7-B814-C106987DCBCF}"/>
                </a:ext>
              </a:extLst>
            </p:cNvPr>
            <p:cNvSpPr/>
            <p:nvPr userDrawn="1"/>
          </p:nvSpPr>
          <p:spPr>
            <a:xfrm>
              <a:off x="11267756" y="3518601"/>
              <a:ext cx="924246" cy="616232"/>
            </a:xfrm>
            <a:prstGeom prst="roundRect">
              <a:avLst>
                <a:gd name="adj" fmla="val 111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8C861E0F-5990-7940-1654-B2384D21B3AD}"/>
                </a:ext>
              </a:extLst>
            </p:cNvPr>
            <p:cNvSpPr/>
            <p:nvPr userDrawn="1"/>
          </p:nvSpPr>
          <p:spPr>
            <a:xfrm>
              <a:off x="11854657" y="3518601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F9E0E03-F81C-87E4-924B-F8A79BE37A3D}"/>
              </a:ext>
            </a:extLst>
          </p:cNvPr>
          <p:cNvGrpSpPr/>
          <p:nvPr userDrawn="1"/>
        </p:nvGrpSpPr>
        <p:grpSpPr>
          <a:xfrm>
            <a:off x="11093332" y="5742212"/>
            <a:ext cx="1098670" cy="616232"/>
            <a:chOff x="11267756" y="3518601"/>
            <a:chExt cx="924246" cy="616232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07B13514-0DD4-D0AA-9DE7-A92F662F430D}"/>
                </a:ext>
              </a:extLst>
            </p:cNvPr>
            <p:cNvSpPr/>
            <p:nvPr userDrawn="1"/>
          </p:nvSpPr>
          <p:spPr>
            <a:xfrm>
              <a:off x="11267756" y="3518601"/>
              <a:ext cx="924246" cy="616232"/>
            </a:xfrm>
            <a:prstGeom prst="roundRect">
              <a:avLst>
                <a:gd name="adj" fmla="val 111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5E4858B9-6DE5-519B-D9F1-2DA17DB15BB7}"/>
                </a:ext>
              </a:extLst>
            </p:cNvPr>
            <p:cNvSpPr/>
            <p:nvPr userDrawn="1"/>
          </p:nvSpPr>
          <p:spPr>
            <a:xfrm>
              <a:off x="11854657" y="3518601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Subtitle">
            <a:extLst>
              <a:ext uri="{FF2B5EF4-FFF2-40B4-BE49-F238E27FC236}">
                <a16:creationId xmlns:a16="http://schemas.microsoft.com/office/drawing/2014/main" id="{BDF11898-9A27-CFFB-8261-F1E710A68B4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65729" y="3918829"/>
            <a:ext cx="5715734" cy="48385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lang="en-GB" sz="2400" b="0" i="0" dirty="0">
                <a:solidFill>
                  <a:schemeClr val="accent1"/>
                </a:solidFill>
                <a:latin typeface="Hind Light" panose="02000000000000000000" pitchFamily="2" charset="77"/>
                <a:ea typeface="+mj-ea"/>
                <a:cs typeface="Hind Light" panose="02000000000000000000" pitchFamily="2" charset="77"/>
              </a:defRPr>
            </a:lvl1pPr>
          </a:lstStyle>
          <a:p>
            <a:pPr lvl="0"/>
            <a:r>
              <a:rPr lang="en-US" dirty="0"/>
              <a:t>Click to edit divider subtitle</a:t>
            </a:r>
            <a:endParaRPr lang="en-GB" dirty="0"/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141319A6-1719-E7A7-AF9A-8448E3AF3E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5729" y="2323742"/>
            <a:ext cx="5822453" cy="1460183"/>
          </a:xfrm>
        </p:spPr>
        <p:txBody>
          <a:bodyPr lIns="0" rIns="0" anchor="b"/>
          <a:lstStyle>
            <a:lvl1pPr algn="l">
              <a:lnSpc>
                <a:spcPct val="104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here to edit divider 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8395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Content-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A3D5433-C30F-7B45-99E2-D91CD7AC9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66739"/>
            <a:ext cx="11109600" cy="56304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Main Content">
            <a:extLst>
              <a:ext uri="{FF2B5EF4-FFF2-40B4-BE49-F238E27FC236}">
                <a16:creationId xmlns:a16="http://schemas.microsoft.com/office/drawing/2014/main" id="{FE6995CB-E8F1-9145-91FB-1FC5F2C2496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4132" y="1353520"/>
            <a:ext cx="11115675" cy="44513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60E827A-246D-64CB-FF4D-7124A033C1C2}"/>
              </a:ext>
            </a:extLst>
          </p:cNvPr>
          <p:cNvSpPr/>
          <p:nvPr userDrawn="1"/>
        </p:nvSpPr>
        <p:spPr>
          <a:xfrm>
            <a:off x="1453269" y="6293862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A076F02-7B51-B86A-F68A-B7CFCB2EBFF9}"/>
              </a:ext>
            </a:extLst>
          </p:cNvPr>
          <p:cNvSpPr/>
          <p:nvPr userDrawn="1"/>
        </p:nvSpPr>
        <p:spPr>
          <a:xfrm>
            <a:off x="6745288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C572725-C2C7-9715-B85D-5A51BECABFE4}"/>
              </a:ext>
            </a:extLst>
          </p:cNvPr>
          <p:cNvSpPr/>
          <p:nvPr userDrawn="1"/>
        </p:nvSpPr>
        <p:spPr>
          <a:xfrm>
            <a:off x="2700956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0DA087E-D8EA-557D-ED59-48B6A8D89272}"/>
              </a:ext>
            </a:extLst>
          </p:cNvPr>
          <p:cNvSpPr/>
          <p:nvPr userDrawn="1"/>
        </p:nvSpPr>
        <p:spPr>
          <a:xfrm>
            <a:off x="5467473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0805098-A839-3E73-B70E-3799C65CF6A2}"/>
              </a:ext>
            </a:extLst>
          </p:cNvPr>
          <p:cNvSpPr/>
          <p:nvPr userDrawn="1"/>
        </p:nvSpPr>
        <p:spPr>
          <a:xfrm>
            <a:off x="589346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9B34E38-438F-B9A5-8EBC-18AD2D946758}"/>
              </a:ext>
            </a:extLst>
          </p:cNvPr>
          <p:cNvSpPr/>
          <p:nvPr userDrawn="1"/>
        </p:nvSpPr>
        <p:spPr>
          <a:xfrm>
            <a:off x="5680756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D59EEA5-7208-B1BD-F4CE-0E7DA8492569}"/>
              </a:ext>
            </a:extLst>
          </p:cNvPr>
          <p:cNvSpPr/>
          <p:nvPr userDrawn="1"/>
        </p:nvSpPr>
        <p:spPr>
          <a:xfrm>
            <a:off x="610674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419B82C-48B2-1400-8C1E-51B84EF44207}"/>
              </a:ext>
            </a:extLst>
          </p:cNvPr>
          <p:cNvSpPr/>
          <p:nvPr userDrawn="1"/>
        </p:nvSpPr>
        <p:spPr>
          <a:xfrm>
            <a:off x="653475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4A6F0F2-60BF-6A86-3808-5BB30C8ED8A2}"/>
              </a:ext>
            </a:extLst>
          </p:cNvPr>
          <p:cNvSpPr/>
          <p:nvPr userDrawn="1"/>
        </p:nvSpPr>
        <p:spPr>
          <a:xfrm>
            <a:off x="632205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39" name="Slide Number">
            <a:extLst>
              <a:ext uri="{FF2B5EF4-FFF2-40B4-BE49-F238E27FC236}">
                <a16:creationId xmlns:a16="http://schemas.microsoft.com/office/drawing/2014/main" id="{089C6D96-2F3E-8253-09E6-B70C4D02D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BE5F007-28FD-B845-A833-24BC97E499D9}" type="slidenum">
              <a:rPr lang="uk-UA" altLang="en-US" smtClean="0"/>
              <a:pPr/>
              <a:t>‹#›</a:t>
            </a:fld>
            <a:endParaRPr lang="uk-UA" altLang="en-US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BBA36CF-27B2-D2D1-C3BE-115D9D99A61B}"/>
              </a:ext>
            </a:extLst>
          </p:cNvPr>
          <p:cNvSpPr/>
          <p:nvPr userDrawn="1"/>
        </p:nvSpPr>
        <p:spPr>
          <a:xfrm>
            <a:off x="9511805" y="6293862"/>
            <a:ext cx="1716402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pic>
        <p:nvPicPr>
          <p:cNvPr id="41" name="Imagen 14">
            <a:extLst>
              <a:ext uri="{FF2B5EF4-FFF2-40B4-BE49-F238E27FC236}">
                <a16:creationId xmlns:a16="http://schemas.microsoft.com/office/drawing/2014/main" id="{805F1E5B-B28D-5E84-DB74-64DA65FF2B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2086" y="6220748"/>
            <a:ext cx="278528" cy="270350"/>
          </a:xfrm>
          <a:prstGeom prst="rect">
            <a:avLst/>
          </a:prstGeom>
          <a:noFill/>
        </p:spPr>
      </p:pic>
      <p:pic>
        <p:nvPicPr>
          <p:cNvPr id="42" name="ISOC Symbol">
            <a:extLst>
              <a:ext uri="{FF2B5EF4-FFF2-40B4-BE49-F238E27FC236}">
                <a16:creationId xmlns:a16="http://schemas.microsoft.com/office/drawing/2014/main" id="{508A7A09-3955-9A59-1DA5-97EC9A0E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5450" y="6220694"/>
            <a:ext cx="270403" cy="270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17853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-Content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A3D5433-C30F-7B45-99E2-D91CD7AC9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66739"/>
            <a:ext cx="11109600" cy="563042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Main Content">
            <a:extLst>
              <a:ext uri="{FF2B5EF4-FFF2-40B4-BE49-F238E27FC236}">
                <a16:creationId xmlns:a16="http://schemas.microsoft.com/office/drawing/2014/main" id="{FE6995CB-E8F1-9145-91FB-1FC5F2C2496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4132" y="1353520"/>
            <a:ext cx="11115675" cy="4451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ISOC Symbol">
            <a:extLst>
              <a:ext uri="{FF2B5EF4-FFF2-40B4-BE49-F238E27FC236}">
                <a16:creationId xmlns:a16="http://schemas.microsoft.com/office/drawing/2014/main" id="{D81B4F08-7334-2149-9EA5-905CA1743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5168" y="6219478"/>
            <a:ext cx="273407" cy="27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EBD2BFFE-3D57-2CA0-89E0-4F41ADB570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2757" y="6220748"/>
            <a:ext cx="291151" cy="2724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7B9DE0A-756A-D2ED-C6E8-319219008205}"/>
              </a:ext>
            </a:extLst>
          </p:cNvPr>
          <p:cNvSpPr/>
          <p:nvPr userDrawn="1"/>
        </p:nvSpPr>
        <p:spPr>
          <a:xfrm>
            <a:off x="1453269" y="6293862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4A098EB-9F7E-40E2-26E9-6277251A8DC0}"/>
              </a:ext>
            </a:extLst>
          </p:cNvPr>
          <p:cNvSpPr/>
          <p:nvPr userDrawn="1"/>
        </p:nvSpPr>
        <p:spPr>
          <a:xfrm>
            <a:off x="9511805" y="6293862"/>
            <a:ext cx="1716402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6D47394-6F12-8185-8A61-1967341CB60F}"/>
              </a:ext>
            </a:extLst>
          </p:cNvPr>
          <p:cNvSpPr/>
          <p:nvPr userDrawn="1"/>
        </p:nvSpPr>
        <p:spPr>
          <a:xfrm>
            <a:off x="6745288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3445A74-3135-D89B-0FD5-3F7EC91F4042}"/>
              </a:ext>
            </a:extLst>
          </p:cNvPr>
          <p:cNvSpPr/>
          <p:nvPr userDrawn="1"/>
        </p:nvSpPr>
        <p:spPr>
          <a:xfrm>
            <a:off x="2700956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5127D87-80A4-8613-571A-C8315F070CA8}"/>
              </a:ext>
            </a:extLst>
          </p:cNvPr>
          <p:cNvSpPr/>
          <p:nvPr userDrawn="1"/>
        </p:nvSpPr>
        <p:spPr>
          <a:xfrm>
            <a:off x="5467473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9B54C9E-8850-811A-727A-DCE1AD25BC5D}"/>
              </a:ext>
            </a:extLst>
          </p:cNvPr>
          <p:cNvSpPr/>
          <p:nvPr userDrawn="1"/>
        </p:nvSpPr>
        <p:spPr>
          <a:xfrm>
            <a:off x="589346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3970DE1-31B4-12CC-DAC1-729A11C52311}"/>
              </a:ext>
            </a:extLst>
          </p:cNvPr>
          <p:cNvSpPr/>
          <p:nvPr userDrawn="1"/>
        </p:nvSpPr>
        <p:spPr>
          <a:xfrm>
            <a:off x="5680756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6EF8086-C869-0261-EB76-1E295F27694A}"/>
              </a:ext>
            </a:extLst>
          </p:cNvPr>
          <p:cNvSpPr/>
          <p:nvPr userDrawn="1"/>
        </p:nvSpPr>
        <p:spPr>
          <a:xfrm>
            <a:off x="610674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AB27831-56DB-47B4-585D-6636FAFB3821}"/>
              </a:ext>
            </a:extLst>
          </p:cNvPr>
          <p:cNvSpPr/>
          <p:nvPr userDrawn="1"/>
        </p:nvSpPr>
        <p:spPr>
          <a:xfrm>
            <a:off x="653475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C777916-5EFA-2981-DE28-01FBC1B1A82D}"/>
              </a:ext>
            </a:extLst>
          </p:cNvPr>
          <p:cNvSpPr/>
          <p:nvPr userDrawn="1"/>
        </p:nvSpPr>
        <p:spPr>
          <a:xfrm>
            <a:off x="632205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E2C7D352-6356-DD0F-FBB2-6880252C4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E5F007-28FD-B845-A833-24BC97E499D9}" type="slidenum">
              <a:rPr lang="uk-UA" altLang="en-US" smtClean="0"/>
              <a:pPr/>
              <a:t>‹#›</a:t>
            </a:fld>
            <a:endParaRPr lang="uk-UA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8132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Content-2-Column-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A3D5433-C30F-7B45-99E2-D91CD7AC9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66739"/>
            <a:ext cx="11109600" cy="56304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Main Content-Left">
            <a:extLst>
              <a:ext uri="{FF2B5EF4-FFF2-40B4-BE49-F238E27FC236}">
                <a16:creationId xmlns:a16="http://schemas.microsoft.com/office/drawing/2014/main" id="{FE6995CB-E8F1-9145-91FB-1FC5F2C2496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4132" y="1353520"/>
            <a:ext cx="5329363" cy="44513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Main Content-Right">
            <a:extLst>
              <a:ext uri="{FF2B5EF4-FFF2-40B4-BE49-F238E27FC236}">
                <a16:creationId xmlns:a16="http://schemas.microsoft.com/office/drawing/2014/main" id="{03B27AED-85A0-F24B-81DD-66759D7A43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0757" y="1353520"/>
            <a:ext cx="5329363" cy="44513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26D280E-747D-989F-23FA-826572D5D923}"/>
              </a:ext>
            </a:extLst>
          </p:cNvPr>
          <p:cNvSpPr/>
          <p:nvPr userDrawn="1"/>
        </p:nvSpPr>
        <p:spPr>
          <a:xfrm>
            <a:off x="1453269" y="6293862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4748442-D864-E703-B073-52E9A31EF868}"/>
              </a:ext>
            </a:extLst>
          </p:cNvPr>
          <p:cNvSpPr/>
          <p:nvPr userDrawn="1"/>
        </p:nvSpPr>
        <p:spPr>
          <a:xfrm>
            <a:off x="6745288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471217F-E0EA-B546-C343-B8B5AEB997DB}"/>
              </a:ext>
            </a:extLst>
          </p:cNvPr>
          <p:cNvSpPr/>
          <p:nvPr userDrawn="1"/>
        </p:nvSpPr>
        <p:spPr>
          <a:xfrm>
            <a:off x="2700956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361743F-C3C9-8D50-60DB-F16F2BAE6968}"/>
              </a:ext>
            </a:extLst>
          </p:cNvPr>
          <p:cNvSpPr/>
          <p:nvPr userDrawn="1"/>
        </p:nvSpPr>
        <p:spPr>
          <a:xfrm>
            <a:off x="5467473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72849A8-8DA1-5CAE-697D-E3733F9FB27B}"/>
              </a:ext>
            </a:extLst>
          </p:cNvPr>
          <p:cNvSpPr/>
          <p:nvPr userDrawn="1"/>
        </p:nvSpPr>
        <p:spPr>
          <a:xfrm>
            <a:off x="589346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98D9D96-E8CB-FF2A-3FBE-046CC4FCD0D8}"/>
              </a:ext>
            </a:extLst>
          </p:cNvPr>
          <p:cNvSpPr/>
          <p:nvPr userDrawn="1"/>
        </p:nvSpPr>
        <p:spPr>
          <a:xfrm>
            <a:off x="5680756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CA86EA0-5D95-3627-3EA8-1A6766545B14}"/>
              </a:ext>
            </a:extLst>
          </p:cNvPr>
          <p:cNvSpPr/>
          <p:nvPr userDrawn="1"/>
        </p:nvSpPr>
        <p:spPr>
          <a:xfrm>
            <a:off x="610674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CE9F8A2-37A3-ACA5-85B8-8D998E88276F}"/>
              </a:ext>
            </a:extLst>
          </p:cNvPr>
          <p:cNvSpPr/>
          <p:nvPr userDrawn="1"/>
        </p:nvSpPr>
        <p:spPr>
          <a:xfrm>
            <a:off x="653475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7594C23-1B94-8784-20F3-31A38E12E9BE}"/>
              </a:ext>
            </a:extLst>
          </p:cNvPr>
          <p:cNvSpPr/>
          <p:nvPr userDrawn="1"/>
        </p:nvSpPr>
        <p:spPr>
          <a:xfrm>
            <a:off x="632205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4F91E43-C63F-38F1-7B1B-213FBC1D0E3D}"/>
              </a:ext>
            </a:extLst>
          </p:cNvPr>
          <p:cNvSpPr/>
          <p:nvPr userDrawn="1"/>
        </p:nvSpPr>
        <p:spPr>
          <a:xfrm>
            <a:off x="9511805" y="6293862"/>
            <a:ext cx="1716402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25" name="Slide Number">
            <a:extLst>
              <a:ext uri="{FF2B5EF4-FFF2-40B4-BE49-F238E27FC236}">
                <a16:creationId xmlns:a16="http://schemas.microsoft.com/office/drawing/2014/main" id="{1DD9F9C7-BD5F-CE9E-FD15-16CD45F3C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BE5F007-28FD-B845-A833-24BC97E499D9}" type="slidenum">
              <a:rPr lang="uk-UA" altLang="en-US" smtClean="0"/>
              <a:pPr/>
              <a:t>‹#›</a:t>
            </a:fld>
            <a:endParaRPr lang="uk-UA" altLang="en-US" dirty="0"/>
          </a:p>
        </p:txBody>
      </p:sp>
      <p:pic>
        <p:nvPicPr>
          <p:cNvPr id="26" name="Imagen 14">
            <a:extLst>
              <a:ext uri="{FF2B5EF4-FFF2-40B4-BE49-F238E27FC236}">
                <a16:creationId xmlns:a16="http://schemas.microsoft.com/office/drawing/2014/main" id="{B041FED6-1950-09B4-5A76-F0A18CCF6D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2086" y="6220748"/>
            <a:ext cx="278528" cy="270350"/>
          </a:xfrm>
          <a:prstGeom prst="rect">
            <a:avLst/>
          </a:prstGeom>
          <a:noFill/>
        </p:spPr>
      </p:pic>
      <p:pic>
        <p:nvPicPr>
          <p:cNvPr id="27" name="ISOC Symbol">
            <a:extLst>
              <a:ext uri="{FF2B5EF4-FFF2-40B4-BE49-F238E27FC236}">
                <a16:creationId xmlns:a16="http://schemas.microsoft.com/office/drawing/2014/main" id="{C2DE7724-3BC5-CF8A-A448-988851B13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5450" y="6220694"/>
            <a:ext cx="270403" cy="270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286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Content-2-Column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A3D5433-C30F-7B45-99E2-D91CD7AC9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66739"/>
            <a:ext cx="11109600" cy="563042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Main Content-Left">
            <a:extLst>
              <a:ext uri="{FF2B5EF4-FFF2-40B4-BE49-F238E27FC236}">
                <a16:creationId xmlns:a16="http://schemas.microsoft.com/office/drawing/2014/main" id="{FE6995CB-E8F1-9145-91FB-1FC5F2C2496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4132" y="1353520"/>
            <a:ext cx="5329363" cy="4451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Main Content-Right">
            <a:extLst>
              <a:ext uri="{FF2B5EF4-FFF2-40B4-BE49-F238E27FC236}">
                <a16:creationId xmlns:a16="http://schemas.microsoft.com/office/drawing/2014/main" id="{03B27AED-85A0-F24B-81DD-66759D7A43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0757" y="1353520"/>
            <a:ext cx="5329363" cy="4451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26D280E-747D-989F-23FA-826572D5D923}"/>
              </a:ext>
            </a:extLst>
          </p:cNvPr>
          <p:cNvSpPr/>
          <p:nvPr userDrawn="1"/>
        </p:nvSpPr>
        <p:spPr>
          <a:xfrm>
            <a:off x="1453269" y="6293862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4748442-D864-E703-B073-52E9A31EF868}"/>
              </a:ext>
            </a:extLst>
          </p:cNvPr>
          <p:cNvSpPr/>
          <p:nvPr userDrawn="1"/>
        </p:nvSpPr>
        <p:spPr>
          <a:xfrm>
            <a:off x="6745288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471217F-E0EA-B546-C343-B8B5AEB997DB}"/>
              </a:ext>
            </a:extLst>
          </p:cNvPr>
          <p:cNvSpPr/>
          <p:nvPr userDrawn="1"/>
        </p:nvSpPr>
        <p:spPr>
          <a:xfrm>
            <a:off x="2700956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361743F-C3C9-8D50-60DB-F16F2BAE6968}"/>
              </a:ext>
            </a:extLst>
          </p:cNvPr>
          <p:cNvSpPr/>
          <p:nvPr userDrawn="1"/>
        </p:nvSpPr>
        <p:spPr>
          <a:xfrm>
            <a:off x="5467473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72849A8-8DA1-5CAE-697D-E3733F9FB27B}"/>
              </a:ext>
            </a:extLst>
          </p:cNvPr>
          <p:cNvSpPr/>
          <p:nvPr userDrawn="1"/>
        </p:nvSpPr>
        <p:spPr>
          <a:xfrm>
            <a:off x="589346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98D9D96-E8CB-FF2A-3FBE-046CC4FCD0D8}"/>
              </a:ext>
            </a:extLst>
          </p:cNvPr>
          <p:cNvSpPr/>
          <p:nvPr userDrawn="1"/>
        </p:nvSpPr>
        <p:spPr>
          <a:xfrm>
            <a:off x="5680756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CA86EA0-5D95-3627-3EA8-1A6766545B14}"/>
              </a:ext>
            </a:extLst>
          </p:cNvPr>
          <p:cNvSpPr/>
          <p:nvPr userDrawn="1"/>
        </p:nvSpPr>
        <p:spPr>
          <a:xfrm>
            <a:off x="610674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CE9F8A2-37A3-ACA5-85B8-8D998E88276F}"/>
              </a:ext>
            </a:extLst>
          </p:cNvPr>
          <p:cNvSpPr/>
          <p:nvPr userDrawn="1"/>
        </p:nvSpPr>
        <p:spPr>
          <a:xfrm>
            <a:off x="653475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7594C23-1B94-8784-20F3-31A38E12E9BE}"/>
              </a:ext>
            </a:extLst>
          </p:cNvPr>
          <p:cNvSpPr/>
          <p:nvPr userDrawn="1"/>
        </p:nvSpPr>
        <p:spPr>
          <a:xfrm>
            <a:off x="632205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9" name="Slide Number">
            <a:extLst>
              <a:ext uri="{FF2B5EF4-FFF2-40B4-BE49-F238E27FC236}">
                <a16:creationId xmlns:a16="http://schemas.microsoft.com/office/drawing/2014/main" id="{1A4FE238-0C6E-389B-B53F-C710D43CE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E5F007-28FD-B845-A833-24BC97E499D9}" type="slidenum">
              <a:rPr lang="uk-UA" altLang="en-US" smtClean="0"/>
              <a:pPr/>
              <a:t>‹#›</a:t>
            </a:fld>
            <a:endParaRPr lang="uk-UA" altLang="en-US" dirty="0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4F91E43-C63F-38F1-7B1B-213FBC1D0E3D}"/>
              </a:ext>
            </a:extLst>
          </p:cNvPr>
          <p:cNvSpPr/>
          <p:nvPr userDrawn="1"/>
        </p:nvSpPr>
        <p:spPr>
          <a:xfrm>
            <a:off x="9511805" y="6293862"/>
            <a:ext cx="1716402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pic>
        <p:nvPicPr>
          <p:cNvPr id="23" name="ISOC Symbol">
            <a:extLst>
              <a:ext uri="{FF2B5EF4-FFF2-40B4-BE49-F238E27FC236}">
                <a16:creationId xmlns:a16="http://schemas.microsoft.com/office/drawing/2014/main" id="{474417E1-8C94-998A-E82B-EB98677C8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5168" y="6219478"/>
            <a:ext cx="273407" cy="27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2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56B4BE95-8B5D-03A4-99BC-C24D576B4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2757" y="6220748"/>
            <a:ext cx="291151" cy="2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920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Content-Photo-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CD902B53-9D84-C24C-93E5-6DA34EE3D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66739"/>
            <a:ext cx="5564373" cy="56304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Main Content">
            <a:extLst>
              <a:ext uri="{FF2B5EF4-FFF2-40B4-BE49-F238E27FC236}">
                <a16:creationId xmlns:a16="http://schemas.microsoft.com/office/drawing/2014/main" id="{822E8AE2-50D4-754F-844E-C2D1E259E67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8640" y="1353520"/>
            <a:ext cx="5564373" cy="47085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1004C492-DDD5-E14C-8F97-9F57C2F76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05106" y="0"/>
            <a:ext cx="5886893" cy="68579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9FC53E-7DF2-683D-DA0E-41F4448C7276}"/>
              </a:ext>
            </a:extLst>
          </p:cNvPr>
          <p:cNvSpPr/>
          <p:nvPr userDrawn="1"/>
        </p:nvSpPr>
        <p:spPr>
          <a:xfrm>
            <a:off x="1453269" y="6293862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38937DB-65C6-72E1-048A-C42931379B07}"/>
              </a:ext>
            </a:extLst>
          </p:cNvPr>
          <p:cNvSpPr/>
          <p:nvPr userDrawn="1"/>
        </p:nvSpPr>
        <p:spPr>
          <a:xfrm>
            <a:off x="2700956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962C2FC-3A2F-AAEB-C86B-D8E72FDEEAFB}"/>
              </a:ext>
            </a:extLst>
          </p:cNvPr>
          <p:cNvSpPr/>
          <p:nvPr userDrawn="1"/>
        </p:nvSpPr>
        <p:spPr>
          <a:xfrm>
            <a:off x="5467473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6FB0333-E113-ACC5-3A94-057C8E47C4C9}"/>
              </a:ext>
            </a:extLst>
          </p:cNvPr>
          <p:cNvSpPr/>
          <p:nvPr userDrawn="1"/>
        </p:nvSpPr>
        <p:spPr>
          <a:xfrm>
            <a:off x="589346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3CE162E-51E7-2BCF-80A6-FA0D1630EFB0}"/>
              </a:ext>
            </a:extLst>
          </p:cNvPr>
          <p:cNvSpPr/>
          <p:nvPr userDrawn="1"/>
        </p:nvSpPr>
        <p:spPr>
          <a:xfrm>
            <a:off x="5680756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pic>
        <p:nvPicPr>
          <p:cNvPr id="22" name="ISOC Symbol">
            <a:extLst>
              <a:ext uri="{FF2B5EF4-FFF2-40B4-BE49-F238E27FC236}">
                <a16:creationId xmlns:a16="http://schemas.microsoft.com/office/drawing/2014/main" id="{6BFCE243-10BC-3E77-162E-88A2BD093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5168" y="6219478"/>
            <a:ext cx="273407" cy="27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22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13E7D005-E707-A03F-E793-74DBB32226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2757" y="6220748"/>
            <a:ext cx="291151" cy="272400"/>
          </a:xfrm>
          <a:prstGeom prst="rect">
            <a:avLst/>
          </a:prstGeom>
        </p:spPr>
      </p:pic>
      <p:pic>
        <p:nvPicPr>
          <p:cNvPr id="2" name="Imagen 14">
            <a:extLst>
              <a:ext uri="{FF2B5EF4-FFF2-40B4-BE49-F238E27FC236}">
                <a16:creationId xmlns:a16="http://schemas.microsoft.com/office/drawing/2014/main" id="{76173300-DD60-0163-46E0-DC3377861E8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2086" y="6220748"/>
            <a:ext cx="278528" cy="270350"/>
          </a:xfrm>
          <a:prstGeom prst="rect">
            <a:avLst/>
          </a:prstGeom>
          <a:noFill/>
        </p:spPr>
      </p:pic>
      <p:pic>
        <p:nvPicPr>
          <p:cNvPr id="5" name="ISOC Symbol">
            <a:extLst>
              <a:ext uri="{FF2B5EF4-FFF2-40B4-BE49-F238E27FC236}">
                <a16:creationId xmlns:a16="http://schemas.microsoft.com/office/drawing/2014/main" id="{557BB37B-F543-6555-1342-B37349843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5450" y="6220694"/>
            <a:ext cx="270403" cy="270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706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Content-Photo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CD902B53-9D84-C24C-93E5-6DA34EE3D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66739"/>
            <a:ext cx="5564373" cy="563042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Main Content">
            <a:extLst>
              <a:ext uri="{FF2B5EF4-FFF2-40B4-BE49-F238E27FC236}">
                <a16:creationId xmlns:a16="http://schemas.microsoft.com/office/drawing/2014/main" id="{822E8AE2-50D4-754F-844E-C2D1E259E67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8640" y="1353520"/>
            <a:ext cx="5564373" cy="4708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1004C492-DDD5-E14C-8F97-9F57C2F76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05106" y="0"/>
            <a:ext cx="5886893" cy="68579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9FC53E-7DF2-683D-DA0E-41F4448C7276}"/>
              </a:ext>
            </a:extLst>
          </p:cNvPr>
          <p:cNvSpPr/>
          <p:nvPr userDrawn="1"/>
        </p:nvSpPr>
        <p:spPr>
          <a:xfrm>
            <a:off x="1453269" y="6293862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38937DB-65C6-72E1-048A-C42931379B07}"/>
              </a:ext>
            </a:extLst>
          </p:cNvPr>
          <p:cNvSpPr/>
          <p:nvPr userDrawn="1"/>
        </p:nvSpPr>
        <p:spPr>
          <a:xfrm>
            <a:off x="2700956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962C2FC-3A2F-AAEB-C86B-D8E72FDEEAFB}"/>
              </a:ext>
            </a:extLst>
          </p:cNvPr>
          <p:cNvSpPr/>
          <p:nvPr userDrawn="1"/>
        </p:nvSpPr>
        <p:spPr>
          <a:xfrm>
            <a:off x="5467473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6FB0333-E113-ACC5-3A94-057C8E47C4C9}"/>
              </a:ext>
            </a:extLst>
          </p:cNvPr>
          <p:cNvSpPr/>
          <p:nvPr userDrawn="1"/>
        </p:nvSpPr>
        <p:spPr>
          <a:xfrm>
            <a:off x="589346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3CE162E-51E7-2BCF-80A6-FA0D1630EFB0}"/>
              </a:ext>
            </a:extLst>
          </p:cNvPr>
          <p:cNvSpPr/>
          <p:nvPr userDrawn="1"/>
        </p:nvSpPr>
        <p:spPr>
          <a:xfrm>
            <a:off x="5680756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pic>
        <p:nvPicPr>
          <p:cNvPr id="22" name="ISOC Symbol">
            <a:extLst>
              <a:ext uri="{FF2B5EF4-FFF2-40B4-BE49-F238E27FC236}">
                <a16:creationId xmlns:a16="http://schemas.microsoft.com/office/drawing/2014/main" id="{6BFCE243-10BC-3E77-162E-88A2BD093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5168" y="6219478"/>
            <a:ext cx="273407" cy="27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22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13E7D005-E707-A03F-E793-74DBB32226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2757" y="6220748"/>
            <a:ext cx="291151" cy="2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965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-Only-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14">
            <a:extLst>
              <a:ext uri="{FF2B5EF4-FFF2-40B4-BE49-F238E27FC236}">
                <a16:creationId xmlns:a16="http://schemas.microsoft.com/office/drawing/2014/main" id="{76AF400F-D8FA-7C6C-AA46-4951A245DA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2086" y="6220748"/>
            <a:ext cx="278528" cy="270350"/>
          </a:xfrm>
          <a:prstGeom prst="rect">
            <a:avLst/>
          </a:prstGeom>
          <a:noFill/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480193B3-FE14-004D-BBD6-596D1E04C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ISOC Symbol">
            <a:extLst>
              <a:ext uri="{FF2B5EF4-FFF2-40B4-BE49-F238E27FC236}">
                <a16:creationId xmlns:a16="http://schemas.microsoft.com/office/drawing/2014/main" id="{468512CE-C198-7B71-4C2F-330891CEB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5450" y="6220694"/>
            <a:ext cx="270403" cy="270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01B7A4D-99E4-D21B-CD32-9A58AF80D19D}"/>
              </a:ext>
            </a:extLst>
          </p:cNvPr>
          <p:cNvSpPr/>
          <p:nvPr userDrawn="1"/>
        </p:nvSpPr>
        <p:spPr>
          <a:xfrm>
            <a:off x="1453269" y="6293862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554F5F7-4C16-C727-D974-651EA501E204}"/>
              </a:ext>
            </a:extLst>
          </p:cNvPr>
          <p:cNvSpPr/>
          <p:nvPr userDrawn="1"/>
        </p:nvSpPr>
        <p:spPr>
          <a:xfrm>
            <a:off x="6745288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AD8AFED-AA18-572F-99E0-D99B1E108C58}"/>
              </a:ext>
            </a:extLst>
          </p:cNvPr>
          <p:cNvSpPr/>
          <p:nvPr userDrawn="1"/>
        </p:nvSpPr>
        <p:spPr>
          <a:xfrm>
            <a:off x="2700956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1FDF21C-9C57-AE4C-A425-F35410399002}"/>
              </a:ext>
            </a:extLst>
          </p:cNvPr>
          <p:cNvSpPr/>
          <p:nvPr userDrawn="1"/>
        </p:nvSpPr>
        <p:spPr>
          <a:xfrm>
            <a:off x="5467473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2CCB50F-17BB-79C5-18F3-37A099DA2376}"/>
              </a:ext>
            </a:extLst>
          </p:cNvPr>
          <p:cNvSpPr/>
          <p:nvPr userDrawn="1"/>
        </p:nvSpPr>
        <p:spPr>
          <a:xfrm>
            <a:off x="589346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0285774-378D-4C7F-6705-4AFAB727FD94}"/>
              </a:ext>
            </a:extLst>
          </p:cNvPr>
          <p:cNvSpPr/>
          <p:nvPr userDrawn="1"/>
        </p:nvSpPr>
        <p:spPr>
          <a:xfrm>
            <a:off x="5680756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5F944B2-CC99-3C9A-F4F1-B664C1BD5C5D}"/>
              </a:ext>
            </a:extLst>
          </p:cNvPr>
          <p:cNvSpPr/>
          <p:nvPr userDrawn="1"/>
        </p:nvSpPr>
        <p:spPr>
          <a:xfrm>
            <a:off x="610674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D0000A4-079F-8DF8-07A3-495371922A4D}"/>
              </a:ext>
            </a:extLst>
          </p:cNvPr>
          <p:cNvSpPr/>
          <p:nvPr userDrawn="1"/>
        </p:nvSpPr>
        <p:spPr>
          <a:xfrm>
            <a:off x="653475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7D8244C-C4F6-6340-3AA8-E780A601DC02}"/>
              </a:ext>
            </a:extLst>
          </p:cNvPr>
          <p:cNvSpPr/>
          <p:nvPr userDrawn="1"/>
        </p:nvSpPr>
        <p:spPr>
          <a:xfrm>
            <a:off x="632205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900D107E-89A2-EFD6-12CE-42C422D96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BE5F007-28FD-B845-A833-24BC97E499D9}" type="slidenum">
              <a:rPr lang="uk-UA" altLang="en-US" smtClean="0"/>
              <a:pPr/>
              <a:t>‹#›</a:t>
            </a:fld>
            <a:endParaRPr lang="uk-UA" alt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E5EDD9E-8763-DCAE-9CA1-02A209210ADB}"/>
              </a:ext>
            </a:extLst>
          </p:cNvPr>
          <p:cNvSpPr/>
          <p:nvPr userDrawn="1"/>
        </p:nvSpPr>
        <p:spPr>
          <a:xfrm>
            <a:off x="9511805" y="6293862"/>
            <a:ext cx="1716402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1117366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-Only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80193B3-FE14-004D-BBD6-596D1E04C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C5E4EC4C-7F20-504F-83E3-A7F63CD4B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E5F007-28FD-B845-A833-24BC97E499D9}" type="slidenum">
              <a:rPr lang="uk-UA" altLang="en-US" smtClean="0"/>
              <a:pPr/>
              <a:t>‹#›</a:t>
            </a:fld>
            <a:endParaRPr lang="uk-UA" altLang="en-US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44E134D-E444-31E7-BF28-BA77D13CDAE2}"/>
              </a:ext>
            </a:extLst>
          </p:cNvPr>
          <p:cNvSpPr/>
          <p:nvPr userDrawn="1"/>
        </p:nvSpPr>
        <p:spPr>
          <a:xfrm>
            <a:off x="1453269" y="6293862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EFEE74C-812A-8A89-AA5F-C0226DDAEC88}"/>
              </a:ext>
            </a:extLst>
          </p:cNvPr>
          <p:cNvSpPr/>
          <p:nvPr userDrawn="1"/>
        </p:nvSpPr>
        <p:spPr>
          <a:xfrm>
            <a:off x="6745288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FA28039-C120-1931-7854-E80FD9C8E4DD}"/>
              </a:ext>
            </a:extLst>
          </p:cNvPr>
          <p:cNvSpPr/>
          <p:nvPr userDrawn="1"/>
        </p:nvSpPr>
        <p:spPr>
          <a:xfrm>
            <a:off x="2700956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C820167-3A59-9D9D-AB4E-A571CFF4808E}"/>
              </a:ext>
            </a:extLst>
          </p:cNvPr>
          <p:cNvSpPr/>
          <p:nvPr userDrawn="1"/>
        </p:nvSpPr>
        <p:spPr>
          <a:xfrm>
            <a:off x="5467473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C5F3197-340E-9384-FB69-B7C0B92FDDE7}"/>
              </a:ext>
            </a:extLst>
          </p:cNvPr>
          <p:cNvSpPr/>
          <p:nvPr userDrawn="1"/>
        </p:nvSpPr>
        <p:spPr>
          <a:xfrm>
            <a:off x="589346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D798493-61D7-3B27-7CBF-3A3FD24749D7}"/>
              </a:ext>
            </a:extLst>
          </p:cNvPr>
          <p:cNvSpPr/>
          <p:nvPr userDrawn="1"/>
        </p:nvSpPr>
        <p:spPr>
          <a:xfrm>
            <a:off x="5680756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9F21572-1411-36B5-3D12-776EF5D9F8B3}"/>
              </a:ext>
            </a:extLst>
          </p:cNvPr>
          <p:cNvSpPr/>
          <p:nvPr userDrawn="1"/>
        </p:nvSpPr>
        <p:spPr>
          <a:xfrm>
            <a:off x="610674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B2992DB-5BCE-DEDC-9501-B7567A6F2597}"/>
              </a:ext>
            </a:extLst>
          </p:cNvPr>
          <p:cNvSpPr/>
          <p:nvPr userDrawn="1"/>
        </p:nvSpPr>
        <p:spPr>
          <a:xfrm>
            <a:off x="653475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DA14AB5-26D1-8683-14ED-605B8A8FB0B4}"/>
              </a:ext>
            </a:extLst>
          </p:cNvPr>
          <p:cNvSpPr/>
          <p:nvPr userDrawn="1"/>
        </p:nvSpPr>
        <p:spPr>
          <a:xfrm>
            <a:off x="632205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3B11CDA-EAB0-AB1D-8A4D-651DE98CD278}"/>
              </a:ext>
            </a:extLst>
          </p:cNvPr>
          <p:cNvSpPr/>
          <p:nvPr userDrawn="1"/>
        </p:nvSpPr>
        <p:spPr>
          <a:xfrm>
            <a:off x="9511805" y="6293862"/>
            <a:ext cx="1716402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pic>
        <p:nvPicPr>
          <p:cNvPr id="18" name="ISOC Symbol">
            <a:extLst>
              <a:ext uri="{FF2B5EF4-FFF2-40B4-BE49-F238E27FC236}">
                <a16:creationId xmlns:a16="http://schemas.microsoft.com/office/drawing/2014/main" id="{2618BBB0-25E2-E7E9-CCE3-1F8E22933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5168" y="6219478"/>
            <a:ext cx="273407" cy="27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8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919D09D2-C95C-18D4-3FEA-3FDE8E7D868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2757" y="6220748"/>
            <a:ext cx="291151" cy="2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348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917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566739"/>
            <a:ext cx="11109960" cy="60369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 noProof="0" dirty="0"/>
              <a:t>Click to add a Master title</a:t>
            </a:r>
            <a:endParaRPr lang="en-GB" noProof="0" dirty="0"/>
          </a:p>
        </p:txBody>
      </p:sp>
      <p:sp>
        <p:nvSpPr>
          <p:cNvPr id="3" name="Main Text">
            <a:extLst>
              <a:ext uri="{FF2B5EF4-FFF2-40B4-BE49-F238E27FC236}">
                <a16:creationId xmlns:a16="http://schemas.microsoft.com/office/drawing/2014/main" id="{438CC12A-6611-6D4D-A5AD-D4A40ADCC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2174" y="1388182"/>
            <a:ext cx="11109601" cy="4619426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8575" y="6342063"/>
            <a:ext cx="2743200" cy="173037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F4C3A41F-A775-1140-95F7-087AA6C6EBC6}" type="slidenum">
              <a:rPr lang="en-GB" altLang="en-US" noProof="0" smtClean="0"/>
              <a:pPr/>
              <a:t>‹#›</a:t>
            </a:fld>
            <a:endParaRPr lang="en-GB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16387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28" r:id="rId2"/>
    <p:sldLayoutId id="2147483827" r:id="rId3"/>
    <p:sldLayoutId id="2147483797" r:id="rId4"/>
    <p:sldLayoutId id="2147483798" r:id="rId5"/>
    <p:sldLayoutId id="2147483799" r:id="rId6"/>
    <p:sldLayoutId id="2147483800" r:id="rId7"/>
    <p:sldLayoutId id="2147483824" r:id="rId8"/>
    <p:sldLayoutId id="2147483825" r:id="rId9"/>
    <p:sldLayoutId id="2147483826" r:id="rId10"/>
    <p:sldLayoutId id="2147483823" r:id="rId11"/>
    <p:sldLayoutId id="2147483803" r:id="rId12"/>
    <p:sldLayoutId id="2147483804" r:id="rId13"/>
    <p:sldLayoutId id="2147483830" r:id="rId14"/>
    <p:sldLayoutId id="2147483829" r:id="rId15"/>
    <p:sldLayoutId id="2147483805" r:id="rId16"/>
    <p:sldLayoutId id="2147483822" r:id="rId17"/>
    <p:sldLayoutId id="2147483806" r:id="rId18"/>
    <p:sldLayoutId id="2147483807" r:id="rId19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dt="0"/>
  <p:txStyles>
    <p:titleStyle>
      <a:lvl1pPr algn="l" rtl="0" eaLnBrk="1" fontAlgn="base" hangingPunct="1">
        <a:lnSpc>
          <a:spcPct val="106000"/>
        </a:lnSpc>
        <a:spcBef>
          <a:spcPct val="0"/>
        </a:spcBef>
        <a:spcAft>
          <a:spcPts val="600"/>
        </a:spcAft>
        <a:defRPr sz="3000" kern="1200" spc="20">
          <a:solidFill>
            <a:schemeClr val="accent1"/>
          </a:solidFill>
          <a:latin typeface="+mj-lt"/>
          <a:ea typeface="ＭＳ Ｐゴシック" charset="-128"/>
          <a:cs typeface="+mj-cs"/>
        </a:defRPr>
      </a:lvl1pPr>
      <a:lvl2pPr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Hind Light" charset="0"/>
          <a:ea typeface="ＭＳ Ｐゴシック" charset="-128"/>
        </a:defRPr>
      </a:lvl2pPr>
      <a:lvl3pPr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Hind Light" charset="0"/>
          <a:ea typeface="ＭＳ Ｐゴシック" charset="-128"/>
        </a:defRPr>
      </a:lvl3pPr>
      <a:lvl4pPr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Hind Light" charset="0"/>
          <a:ea typeface="ＭＳ Ｐゴシック" charset="-128"/>
        </a:defRPr>
      </a:lvl4pPr>
      <a:lvl5pPr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Hind Light" charset="0"/>
          <a:ea typeface="ＭＳ Ｐゴシック" charset="-128"/>
        </a:defRPr>
      </a:lvl5pPr>
      <a:lvl6pPr marL="457200"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Hind Light" charset="0"/>
          <a:ea typeface="ＭＳ Ｐゴシック" charset="-128"/>
        </a:defRPr>
      </a:lvl6pPr>
      <a:lvl7pPr marL="914400"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Hind Light" charset="0"/>
          <a:ea typeface="ＭＳ Ｐゴシック" charset="-128"/>
        </a:defRPr>
      </a:lvl7pPr>
      <a:lvl8pPr marL="1371600"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Hind Light" charset="0"/>
          <a:ea typeface="ＭＳ Ｐゴシック" charset="-128"/>
        </a:defRPr>
      </a:lvl8pPr>
      <a:lvl9pPr marL="1828800"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Hind Light" charset="0"/>
          <a:ea typeface="ＭＳ Ｐゴシック" charset="-128"/>
        </a:defRPr>
      </a:lvl9pPr>
    </p:titleStyle>
    <p:bodyStyle>
      <a:lvl1pPr algn="l" rtl="0" eaLnBrk="1" fontAlgn="base" hangingPunct="1">
        <a:lnSpc>
          <a:spcPct val="106000"/>
        </a:lnSpc>
        <a:spcBef>
          <a:spcPts val="600"/>
        </a:spcBef>
        <a:spcAft>
          <a:spcPts val="600"/>
        </a:spcAft>
        <a:buFont typeface="Arial" charset="0"/>
        <a:defRPr sz="2400" kern="1200" spc="20">
          <a:solidFill>
            <a:schemeClr val="tx1"/>
          </a:solidFill>
          <a:latin typeface="+mn-lt"/>
          <a:ea typeface="Hind Medium" charset="0"/>
          <a:cs typeface="Hind Medium" charset="0"/>
        </a:defRPr>
      </a:lvl1pPr>
      <a:lvl2pPr marL="690563" indent="-227013" algn="l" rtl="0" eaLnBrk="1" fontAlgn="base" hangingPunct="1">
        <a:lnSpc>
          <a:spcPct val="113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•"/>
        <a:tabLst/>
        <a:defRPr sz="2000" kern="1200" spc="2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7763" indent="-228600" algn="l" rtl="0" eaLnBrk="1" fontAlgn="base" hangingPunct="1">
        <a:lnSpc>
          <a:spcPct val="113000"/>
        </a:lnSpc>
        <a:spcBef>
          <a:spcPct val="0"/>
        </a:spcBef>
        <a:spcAft>
          <a:spcPts val="600"/>
        </a:spcAft>
        <a:buSzPct val="100000"/>
        <a:buFont typeface="Arial" panose="020B0604020202020204" pitchFamily="34" charset="0"/>
        <a:buChar char="•"/>
        <a:tabLst/>
        <a:defRPr sz="1800" kern="1200" spc="2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3375" indent="-227013" algn="l" rtl="0" eaLnBrk="1" fontAlgn="base" hangingPunct="1">
        <a:lnSpc>
          <a:spcPct val="113000"/>
        </a:lnSpc>
        <a:spcBef>
          <a:spcPct val="0"/>
        </a:spcBef>
        <a:spcAft>
          <a:spcPts val="600"/>
        </a:spcAft>
        <a:buSzPct val="100000"/>
        <a:buFont typeface="Arial" panose="020B0604020202020204" pitchFamily="34" charset="0"/>
        <a:buChar char="•"/>
        <a:tabLst/>
        <a:defRPr sz="1600" kern="1200" spc="2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60575" indent="-228600" algn="l" rtl="0" eaLnBrk="1" fontAlgn="base" hangingPunct="1">
        <a:lnSpc>
          <a:spcPct val="112000"/>
        </a:lnSpc>
        <a:spcBef>
          <a:spcPct val="0"/>
        </a:spcBef>
        <a:spcAft>
          <a:spcPts val="600"/>
        </a:spcAft>
        <a:buSzPct val="100000"/>
        <a:buFont typeface="Arial" panose="020B0604020202020204" pitchFamily="34" charset="0"/>
        <a:buChar char="•"/>
        <a:tabLst/>
        <a:defRPr sz="1400" kern="1200" spc="2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685800" indent="-228600" algn="l" defTabSz="914400" rtl="0" eaLnBrk="1" latinLnBrk="0" hangingPunct="1">
        <a:lnSpc>
          <a:spcPct val="112000"/>
        </a:lnSpc>
        <a:spcBef>
          <a:spcPts val="0"/>
        </a:spcBef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914400" indent="-228600" algn="l" defTabSz="914400" rtl="0" eaLnBrk="1" latinLnBrk="0" hangingPunct="1">
        <a:lnSpc>
          <a:spcPct val="112000"/>
        </a:lnSpc>
        <a:spcBef>
          <a:spcPts val="0"/>
        </a:spcBef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17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microsoft.com/office/2007/relationships/hdphoto" Target="../media/hdphoto1.wdp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7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1.png"/><Relationship Id="rId18" Type="http://schemas.openxmlformats.org/officeDocument/2006/relationships/image" Target="../media/image44.png"/><Relationship Id="rId3" Type="http://schemas.openxmlformats.org/officeDocument/2006/relationships/image" Target="../media/image33.png"/><Relationship Id="rId7" Type="http://schemas.microsoft.com/office/2007/relationships/hdphoto" Target="../media/hdphoto2.wdp"/><Relationship Id="rId12" Type="http://schemas.microsoft.com/office/2007/relationships/hdphoto" Target="../media/hdphoto3.wdp"/><Relationship Id="rId17" Type="http://schemas.microsoft.com/office/2007/relationships/hdphoto" Target="../media/hdphoto5.wdp"/><Relationship Id="rId2" Type="http://schemas.openxmlformats.org/officeDocument/2006/relationships/image" Target="../media/image32.png"/><Relationship Id="rId16" Type="http://schemas.openxmlformats.org/officeDocument/2006/relationships/image" Target="../media/image43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6.png"/><Relationship Id="rId11" Type="http://schemas.openxmlformats.org/officeDocument/2006/relationships/image" Target="../media/image40.png"/><Relationship Id="rId5" Type="http://schemas.openxmlformats.org/officeDocument/2006/relationships/image" Target="../media/image35.jpeg"/><Relationship Id="rId15" Type="http://schemas.openxmlformats.org/officeDocument/2006/relationships/image" Target="../media/image42.png"/><Relationship Id="rId10" Type="http://schemas.openxmlformats.org/officeDocument/2006/relationships/image" Target="../media/image39.png"/><Relationship Id="rId19" Type="http://schemas.openxmlformats.org/officeDocument/2006/relationships/image" Target="../media/image45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Relationship Id="rId14" Type="http://schemas.microsoft.com/office/2007/relationships/hdphoto" Target="../media/hdphoto4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microsoft.com/office/2007/relationships/hdphoto" Target="../media/hdphoto7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microsoft.com/office/2007/relationships/hdphoto" Target="../media/hdphoto6.wdp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hdphoto" Target="../media/hdphoto10.wdp"/><Relationship Id="rId13" Type="http://schemas.microsoft.com/office/2007/relationships/hdphoto" Target="../media/hdphoto12.wdp"/><Relationship Id="rId3" Type="http://schemas.openxmlformats.org/officeDocument/2006/relationships/image" Target="../media/image49.png"/><Relationship Id="rId7" Type="http://schemas.openxmlformats.org/officeDocument/2006/relationships/image" Target="../media/image51.png"/><Relationship Id="rId12" Type="http://schemas.openxmlformats.org/officeDocument/2006/relationships/image" Target="../media/image5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Relationship Id="rId6" Type="http://schemas.microsoft.com/office/2007/relationships/hdphoto" Target="../media/hdphoto9.wdp"/><Relationship Id="rId11" Type="http://schemas.openxmlformats.org/officeDocument/2006/relationships/image" Target="../media/image53.png"/><Relationship Id="rId5" Type="http://schemas.openxmlformats.org/officeDocument/2006/relationships/image" Target="../media/image50.png"/><Relationship Id="rId10" Type="http://schemas.microsoft.com/office/2007/relationships/hdphoto" Target="../media/hdphoto11.wdp"/><Relationship Id="rId4" Type="http://schemas.microsoft.com/office/2007/relationships/hdphoto" Target="../media/hdphoto8.wdp"/><Relationship Id="rId9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7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Relationship Id="rId4" Type="http://schemas.microsoft.com/office/2007/relationships/hdphoto" Target="../media/hdphoto13.wdp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CBAC08-FD92-5891-A461-386622821B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567" b="3547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E2BC94-BCD4-8BD6-880C-33A492748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772" y="0"/>
            <a:ext cx="5787228" cy="57040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BC0EBE0-26D1-52E7-10D3-860A20C9EAA0}"/>
              </a:ext>
            </a:extLst>
          </p:cNvPr>
          <p:cNvSpPr/>
          <p:nvPr/>
        </p:nvSpPr>
        <p:spPr>
          <a:xfrm>
            <a:off x="786581" y="1406013"/>
            <a:ext cx="4916129" cy="38444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F97EAC-D481-CDDF-32DB-3C87F276CDB0}"/>
              </a:ext>
            </a:extLst>
          </p:cNvPr>
          <p:cNvSpPr txBox="1"/>
          <p:nvPr/>
        </p:nvSpPr>
        <p:spPr>
          <a:xfrm>
            <a:off x="973394" y="2126295"/>
            <a:ext cx="4584909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3982E3"/>
                </a:solidFill>
              </a:rPr>
              <a:t>MODUL-1</a:t>
            </a:r>
          </a:p>
          <a:p>
            <a:endParaRPr lang="en-US" sz="2400" b="1" dirty="0">
              <a:solidFill>
                <a:srgbClr val="23366E"/>
              </a:solidFill>
            </a:endParaRPr>
          </a:p>
          <a:p>
            <a:r>
              <a:rPr lang="en-US" sz="4000" b="1" dirty="0">
                <a:solidFill>
                  <a:srgbClr val="23366E"/>
                </a:solidFill>
              </a:rPr>
              <a:t>PENGANTAR </a:t>
            </a:r>
          </a:p>
          <a:p>
            <a:r>
              <a:rPr lang="en-US" sz="4000" b="1" dirty="0">
                <a:solidFill>
                  <a:srgbClr val="23366E"/>
                </a:solidFill>
              </a:rPr>
              <a:t>KEAMANAN DIGITAL</a:t>
            </a:r>
          </a:p>
          <a:p>
            <a:endParaRPr lang="en-ID" sz="2400" b="1" dirty="0">
              <a:solidFill>
                <a:srgbClr val="23366E"/>
              </a:solidFill>
            </a:endParaRPr>
          </a:p>
          <a:p>
            <a:r>
              <a:rPr lang="en-ID" sz="2400" b="1" dirty="0">
                <a:solidFill>
                  <a:srgbClr val="3982E3"/>
                </a:solidFill>
              </a:rPr>
              <a:t>ISOC Chapter Indonesia</a:t>
            </a:r>
            <a:br>
              <a:rPr lang="en-ID" sz="2400" b="1" dirty="0">
                <a:solidFill>
                  <a:srgbClr val="3982E3"/>
                </a:solidFill>
              </a:rPr>
            </a:br>
            <a:r>
              <a:rPr lang="en-ID" sz="2400" b="1" dirty="0">
                <a:solidFill>
                  <a:srgbClr val="3982E3"/>
                </a:solidFill>
              </a:rPr>
              <a:t>Oktober 2026</a:t>
            </a:r>
            <a:endParaRPr lang="en-US" sz="2400" b="1" dirty="0">
              <a:solidFill>
                <a:srgbClr val="3982E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4515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D8551-C553-3CEE-F9DB-1D32501F6E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188" y="557309"/>
            <a:ext cx="8170657" cy="4563512"/>
          </a:xfrm>
        </p:spPr>
        <p:txBody>
          <a:bodyPr/>
          <a:lstStyle/>
          <a:p>
            <a:r>
              <a:rPr lang="en-US" b="1" dirty="0" err="1">
                <a:solidFill>
                  <a:srgbClr val="23366E"/>
                </a:solidFill>
              </a:rPr>
              <a:t>Pentingnya</a:t>
            </a:r>
            <a:r>
              <a:rPr lang="en-US" b="1" dirty="0">
                <a:solidFill>
                  <a:srgbClr val="23366E"/>
                </a:solidFill>
              </a:rPr>
              <a:t> </a:t>
            </a:r>
            <a:r>
              <a:rPr lang="en-US" b="1" dirty="0" err="1">
                <a:solidFill>
                  <a:srgbClr val="23366E"/>
                </a:solidFill>
              </a:rPr>
              <a:t>Keamanan</a:t>
            </a:r>
            <a:r>
              <a:rPr lang="en-US" b="1" dirty="0">
                <a:solidFill>
                  <a:srgbClr val="23366E"/>
                </a:solidFill>
              </a:rPr>
              <a:t> Online</a:t>
            </a:r>
            <a:br>
              <a:rPr lang="en-US" b="1" dirty="0">
                <a:solidFill>
                  <a:srgbClr val="23366E"/>
                </a:solidFill>
              </a:rPr>
            </a:br>
            <a:br>
              <a:rPr lang="en-US" b="1" dirty="0">
                <a:solidFill>
                  <a:srgbClr val="23366E"/>
                </a:solidFill>
              </a:rPr>
            </a:br>
            <a:endParaRPr lang="en-US" b="1" dirty="0">
              <a:solidFill>
                <a:srgbClr val="23366E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99041-FA09-DB98-F3D9-FFF142C30FB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191250"/>
            <a:ext cx="2743200" cy="365125"/>
          </a:xfrm>
        </p:spPr>
        <p:txBody>
          <a:bodyPr/>
          <a:lstStyle/>
          <a:p>
            <a:fld id="{DBE5F007-28FD-B845-A833-24BC97E499D9}" type="slidenum">
              <a:rPr lang="uk-UA" altLang="en-US" smtClean="0"/>
              <a:pPr/>
              <a:t>2</a:t>
            </a:fld>
            <a:endParaRPr lang="uk-UA" altLang="en-US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336B8-5B4E-63D1-D1CE-2103732EF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4852" y="3509877"/>
            <a:ext cx="8396800" cy="85865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3982E3"/>
                </a:solidFill>
              </a:rPr>
              <a:t>Di Internet, 1 </a:t>
            </a:r>
            <a:r>
              <a:rPr lang="en-US" dirty="0" err="1">
                <a:solidFill>
                  <a:srgbClr val="3982E3"/>
                </a:solidFill>
              </a:rPr>
              <a:t>klik</a:t>
            </a:r>
            <a:r>
              <a:rPr lang="en-US" dirty="0">
                <a:solidFill>
                  <a:srgbClr val="3982E3"/>
                </a:solidFill>
              </a:rPr>
              <a:t> yang </a:t>
            </a:r>
            <a:r>
              <a:rPr lang="en-US" dirty="0" err="1">
                <a:solidFill>
                  <a:srgbClr val="3982E3"/>
                </a:solidFill>
              </a:rPr>
              <a:t>ceroboh</a:t>
            </a:r>
            <a:r>
              <a:rPr lang="en-US" dirty="0">
                <a:solidFill>
                  <a:srgbClr val="3982E3"/>
                </a:solidFill>
              </a:rPr>
              <a:t>, </a:t>
            </a:r>
            <a:r>
              <a:rPr lang="en-US" dirty="0" err="1">
                <a:solidFill>
                  <a:srgbClr val="3982E3"/>
                </a:solidFill>
              </a:rPr>
              <a:t>bisa</a:t>
            </a:r>
            <a:r>
              <a:rPr lang="en-US" dirty="0">
                <a:solidFill>
                  <a:srgbClr val="3982E3"/>
                </a:solidFill>
              </a:rPr>
              <a:t> </a:t>
            </a:r>
            <a:r>
              <a:rPr lang="en-US" dirty="0" err="1">
                <a:solidFill>
                  <a:srgbClr val="3982E3"/>
                </a:solidFill>
              </a:rPr>
              <a:t>rugikan</a:t>
            </a:r>
            <a:r>
              <a:rPr lang="en-US" dirty="0">
                <a:solidFill>
                  <a:srgbClr val="3982E3"/>
                </a:solidFill>
              </a:rPr>
              <a:t> </a:t>
            </a:r>
            <a:r>
              <a:rPr lang="en-US" dirty="0" err="1">
                <a:solidFill>
                  <a:srgbClr val="3982E3"/>
                </a:solidFill>
              </a:rPr>
              <a:t>jutaan</a:t>
            </a:r>
            <a:r>
              <a:rPr lang="en-US" dirty="0">
                <a:solidFill>
                  <a:srgbClr val="3982E3"/>
                </a:solidFill>
              </a:rPr>
              <a:t> rupiah</a:t>
            </a:r>
          </a:p>
        </p:txBody>
      </p:sp>
    </p:spTree>
    <p:extLst>
      <p:ext uri="{BB962C8B-B14F-4D97-AF65-F5344CB8AC3E}">
        <p14:creationId xmlns:p14="http://schemas.microsoft.com/office/powerpoint/2010/main" val="2071266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66B92-EFE8-FFB3-B967-9943DD1D9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BDAF5-3A7B-2B76-FB1B-FD232BED24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/>
          <a:lstStyle/>
          <a:p>
            <a:fld id="{DBE5F007-28FD-B845-A833-24BC97E499D9}" type="slidenum">
              <a:rPr lang="uk-UA" altLang="en-US" smtClean="0"/>
              <a:pPr/>
              <a:t>3</a:t>
            </a:fld>
            <a:endParaRPr lang="uk-UA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C009E-9BE6-8940-9613-97D60F99955C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Video-1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79413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74EF3-6A9C-0415-E59E-8E7D4959D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BF40B-11A7-A91C-7B14-F3C7C986F4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/>
          <a:lstStyle/>
          <a:p>
            <a:fld id="{DBE5F007-28FD-B845-A833-24BC97E499D9}" type="slidenum">
              <a:rPr lang="uk-UA" altLang="en-US" smtClean="0"/>
              <a:pPr/>
              <a:t>4</a:t>
            </a:fld>
            <a:endParaRPr lang="uk-UA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FB4E3C-0DA7-8354-ADB0-E3309C04A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775982">
            <a:off x="-1372300" y="509183"/>
            <a:ext cx="4876800" cy="4876800"/>
          </a:xfrm>
          <a:prstGeom prst="rect">
            <a:avLst/>
          </a:prstGeom>
        </p:spPr>
      </p:pic>
      <p:pic>
        <p:nvPicPr>
          <p:cNvPr id="7" name="Picture 2" descr="Computer Network Diagram for PowerPoint - SlideModel">
            <a:extLst>
              <a:ext uri="{FF2B5EF4-FFF2-40B4-BE49-F238E27FC236}">
                <a16:creationId xmlns:a16="http://schemas.microsoft.com/office/drawing/2014/main" id="{B473ADC7-E2FE-C786-7F7D-7B3FB56B95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97" t="15704" r="26531" b="3538"/>
          <a:stretch>
            <a:fillRect/>
          </a:stretch>
        </p:blipFill>
        <p:spPr bwMode="auto">
          <a:xfrm>
            <a:off x="-28957" y="1095547"/>
            <a:ext cx="5476504" cy="5251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13;p1">
            <a:extLst>
              <a:ext uri="{FF2B5EF4-FFF2-40B4-BE49-F238E27FC236}">
                <a16:creationId xmlns:a16="http://schemas.microsoft.com/office/drawing/2014/main" id="{7B03D262-9AB3-22EC-D8DA-7E9892585001}"/>
              </a:ext>
            </a:extLst>
          </p:cNvPr>
          <p:cNvSpPr txBox="1">
            <a:spLocks/>
          </p:cNvSpPr>
          <p:nvPr/>
        </p:nvSpPr>
        <p:spPr>
          <a:xfrm>
            <a:off x="6243672" y="2005165"/>
            <a:ext cx="5564266" cy="69454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Clr>
                <a:schemeClr val="lt1"/>
              </a:buClr>
              <a:buSzPts val="2400"/>
              <a:buFont typeface="Arial" panose="020B0604020202020204" pitchFamily="34" charset="0"/>
              <a:buNone/>
            </a:pPr>
            <a:r>
              <a:rPr lang="en-US" sz="4800" b="1" spc="-150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  <a:ea typeface="MS UI Gothic" panose="020B0600070205080204" pitchFamily="34" charset="-128"/>
                <a:cs typeface="Open Sans"/>
                <a:sym typeface="Open Sans"/>
              </a:rPr>
              <a:t>ASET DIGITAL</a:t>
            </a:r>
            <a:endParaRPr lang="nn-NO" sz="4800" b="1" spc="-150" dirty="0">
              <a:solidFill>
                <a:schemeClr val="accent1">
                  <a:lumMod val="50000"/>
                </a:schemeClr>
              </a:solidFill>
              <a:latin typeface="Fira Sans Black" panose="020B0A03050000020004" pitchFamily="34" charset="0"/>
              <a:ea typeface="MS UI Gothic" panose="020B0600070205080204" pitchFamily="34" charset="-128"/>
              <a:cs typeface="Open Sans"/>
              <a:sym typeface="Open Sa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F81091-8A7D-96F6-0F07-EC6A440B86D0}"/>
              </a:ext>
            </a:extLst>
          </p:cNvPr>
          <p:cNvSpPr txBox="1"/>
          <p:nvPr/>
        </p:nvSpPr>
        <p:spPr>
          <a:xfrm>
            <a:off x="5073445" y="2873156"/>
            <a:ext cx="673449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latin typeface="Century Gothic" panose="020B0502020202020204" pitchFamily="34" charset="0"/>
              </a:rPr>
              <a:t>Segala </a:t>
            </a:r>
            <a:r>
              <a:rPr lang="en-US" sz="2800" dirty="0" err="1">
                <a:latin typeface="Century Gothic" panose="020B0502020202020204" pitchFamily="34" charset="0"/>
              </a:rPr>
              <a:t>sesuatu</a:t>
            </a:r>
            <a:r>
              <a:rPr lang="en-US" sz="2800" dirty="0">
                <a:latin typeface="Century Gothic" panose="020B0502020202020204" pitchFamily="34" charset="0"/>
              </a:rPr>
              <a:t> yang </a:t>
            </a:r>
            <a:r>
              <a:rPr lang="en-US" sz="2800" dirty="0" err="1">
                <a:latin typeface="Century Gothic" panose="020B0502020202020204" pitchFamily="34" charset="0"/>
              </a:rPr>
              <a:t>dapat</a:t>
            </a:r>
            <a:r>
              <a:rPr lang="en-US" sz="2800" dirty="0">
                <a:latin typeface="Century Gothic" panose="020B0502020202020204" pitchFamily="34" charset="0"/>
              </a:rPr>
              <a:t> di </a:t>
            </a:r>
            <a:r>
              <a:rPr lang="en-US" sz="2800" dirty="0" err="1">
                <a:latin typeface="Century Gothic" panose="020B0502020202020204" pitchFamily="34" charset="0"/>
              </a:rPr>
              <a:t>buat</a:t>
            </a:r>
            <a:r>
              <a:rPr lang="en-US" sz="2800" dirty="0">
                <a:latin typeface="Century Gothic" panose="020B0502020202020204" pitchFamily="34" charset="0"/>
              </a:rPr>
              <a:t> dan </a:t>
            </a:r>
            <a:r>
              <a:rPr lang="en-US" sz="2800" dirty="0" err="1">
                <a:latin typeface="Century Gothic" panose="020B0502020202020204" pitchFamily="34" charset="0"/>
              </a:rPr>
              <a:t>disimpan</a:t>
            </a:r>
            <a:r>
              <a:rPr lang="en-US" sz="2800" dirty="0">
                <a:latin typeface="Century Gothic" panose="020B0502020202020204" pitchFamily="34" charset="0"/>
              </a:rPr>
              <a:t> </a:t>
            </a:r>
            <a:r>
              <a:rPr lang="en-US" sz="2800" dirty="0" err="1">
                <a:latin typeface="Century Gothic" panose="020B0502020202020204" pitchFamily="34" charset="0"/>
              </a:rPr>
              <a:t>secara</a:t>
            </a:r>
            <a:r>
              <a:rPr lang="en-US" sz="2800" dirty="0">
                <a:latin typeface="Century Gothic" panose="020B0502020202020204" pitchFamily="34" charset="0"/>
              </a:rPr>
              <a:t> digital, </a:t>
            </a:r>
            <a:br>
              <a:rPr lang="en-US" sz="2800" dirty="0">
                <a:latin typeface="Century Gothic" panose="020B0502020202020204" pitchFamily="34" charset="0"/>
              </a:rPr>
            </a:br>
            <a:r>
              <a:rPr lang="pt-BR" sz="2800" dirty="0">
                <a:latin typeface="Century Gothic" panose="020B0502020202020204" pitchFamily="34" charset="0"/>
              </a:rPr>
              <a:t>memiliki nilai sentimental atau emosional bahkan nilai ekonomi tertentu, sangat berkaitan dengan Identitas Digital mempresentasikan </a:t>
            </a:r>
            <a:r>
              <a:rPr lang="pt-BR" sz="2800" b="1" dirty="0">
                <a:latin typeface="Century Gothic" panose="020B0502020202020204" pitchFamily="34" charset="0"/>
              </a:rPr>
              <a:t>Identitas Netizen </a:t>
            </a:r>
            <a:r>
              <a:rPr lang="pt-BR" sz="2800" dirty="0">
                <a:latin typeface="Century Gothic" panose="020B0502020202020204" pitchFamily="34" charset="0"/>
              </a:rPr>
              <a:t>di dunia Digital</a:t>
            </a:r>
            <a:endParaRPr lang="en-ID" sz="2800" dirty="0">
              <a:latin typeface="Century Gothic" panose="020B0502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801B0F-4FEF-FE95-369A-538B959E7E0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17785" y="184928"/>
            <a:ext cx="1689834" cy="34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590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CE191-00C5-20B5-A17F-B6B132F92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A1F08-83BD-EFB3-4471-8AB41DAF89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/>
          <a:lstStyle/>
          <a:p>
            <a:fld id="{DBE5F007-28FD-B845-A833-24BC97E499D9}" type="slidenum">
              <a:rPr lang="uk-UA" altLang="en-US" smtClean="0"/>
              <a:pPr/>
              <a:t>5</a:t>
            </a:fld>
            <a:endParaRPr lang="uk-UA" altLang="en-US" dirty="0"/>
          </a:p>
        </p:txBody>
      </p:sp>
      <p:sp>
        <p:nvSpPr>
          <p:cNvPr id="2" name="Google Shape;113;p1">
            <a:extLst>
              <a:ext uri="{FF2B5EF4-FFF2-40B4-BE49-F238E27FC236}">
                <a16:creationId xmlns:a16="http://schemas.microsoft.com/office/drawing/2014/main" id="{0F092EE4-538E-6D06-B6AD-97B400BD8E9C}"/>
              </a:ext>
            </a:extLst>
          </p:cNvPr>
          <p:cNvSpPr txBox="1">
            <a:spLocks/>
          </p:cNvSpPr>
          <p:nvPr/>
        </p:nvSpPr>
        <p:spPr>
          <a:xfrm>
            <a:off x="609670" y="517071"/>
            <a:ext cx="5564266" cy="69454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lt1"/>
              </a:buClr>
              <a:buSzPts val="2400"/>
              <a:buFont typeface="Arial" panose="020B0604020202020204" pitchFamily="34" charset="0"/>
              <a:buNone/>
            </a:pPr>
            <a:r>
              <a:rPr lang="en-US" sz="4400" b="1" spc="-150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  <a:ea typeface="MS UI Gothic" panose="020B0600070205080204" pitchFamily="34" charset="-128"/>
                <a:cs typeface="Open Sans"/>
                <a:sym typeface="Open Sans"/>
              </a:rPr>
              <a:t>CONTOH ASET DIGITAL</a:t>
            </a:r>
            <a:endParaRPr lang="nn-NO" sz="4400" b="1" spc="-150" dirty="0">
              <a:solidFill>
                <a:schemeClr val="accent1">
                  <a:lumMod val="50000"/>
                </a:schemeClr>
              </a:solidFill>
              <a:latin typeface="Fira Sans Black" panose="020B0A03050000020004" pitchFamily="34" charset="0"/>
              <a:ea typeface="MS UI Gothic" panose="020B0600070205080204" pitchFamily="34" charset="-128"/>
              <a:cs typeface="Open Sans"/>
              <a:sym typeface="Open Sans"/>
            </a:endParaRPr>
          </a:p>
        </p:txBody>
      </p:sp>
      <p:pic>
        <p:nvPicPr>
          <p:cNvPr id="3" name="Picture 2" descr="digital data icon. .Editable stroke.linear style sign for use web  design,logo.Symbol illustration. 47404832 Vector Art at Vecteezy">
            <a:extLst>
              <a:ext uri="{FF2B5EF4-FFF2-40B4-BE49-F238E27FC236}">
                <a16:creationId xmlns:a16="http://schemas.microsoft.com/office/drawing/2014/main" id="{97419971-FE3D-7D31-A2F2-B9FFCC534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963" y="1753256"/>
            <a:ext cx="726535" cy="726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BA7997D-3462-AEA8-EF18-3703F10BAB29}"/>
              </a:ext>
            </a:extLst>
          </p:cNvPr>
          <p:cNvSpPr/>
          <p:nvPr/>
        </p:nvSpPr>
        <p:spPr>
          <a:xfrm>
            <a:off x="496111" y="1537894"/>
            <a:ext cx="5564266" cy="982493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0C6BAF5-354A-E4BE-4EF3-28D8E809C878}"/>
              </a:ext>
            </a:extLst>
          </p:cNvPr>
          <p:cNvSpPr/>
          <p:nvPr/>
        </p:nvSpPr>
        <p:spPr>
          <a:xfrm>
            <a:off x="6173936" y="1497298"/>
            <a:ext cx="5564266" cy="982493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CD42E9A-1FB8-6DDE-9E97-0BFB7895840F}"/>
              </a:ext>
            </a:extLst>
          </p:cNvPr>
          <p:cNvSpPr/>
          <p:nvPr/>
        </p:nvSpPr>
        <p:spPr>
          <a:xfrm>
            <a:off x="596560" y="1601256"/>
            <a:ext cx="836579" cy="855767"/>
          </a:xfrm>
          <a:prstGeom prst="ellipse">
            <a:avLst/>
          </a:prstGeom>
          <a:solidFill>
            <a:srgbClr val="EFC0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21B182B-1F3A-8A5E-44EE-6EB82FA17440}"/>
              </a:ext>
            </a:extLst>
          </p:cNvPr>
          <p:cNvSpPr/>
          <p:nvPr/>
        </p:nvSpPr>
        <p:spPr>
          <a:xfrm>
            <a:off x="6274271" y="1560660"/>
            <a:ext cx="836579" cy="855767"/>
          </a:xfrm>
          <a:prstGeom prst="ellipse">
            <a:avLst/>
          </a:prstGeom>
          <a:solidFill>
            <a:srgbClr val="4DAA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F0C8B26-E199-2706-1D2F-D45CD6D0E884}"/>
              </a:ext>
            </a:extLst>
          </p:cNvPr>
          <p:cNvSpPr/>
          <p:nvPr/>
        </p:nvSpPr>
        <p:spPr>
          <a:xfrm>
            <a:off x="496111" y="2566208"/>
            <a:ext cx="5564266" cy="982493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D249A72-0F5E-0730-8A94-8C9C2884581A}"/>
              </a:ext>
            </a:extLst>
          </p:cNvPr>
          <p:cNvSpPr/>
          <p:nvPr/>
        </p:nvSpPr>
        <p:spPr>
          <a:xfrm>
            <a:off x="6173936" y="2525612"/>
            <a:ext cx="5564266" cy="982493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4B95F01-4BAC-AEFB-1357-792BF79EFD9A}"/>
              </a:ext>
            </a:extLst>
          </p:cNvPr>
          <p:cNvSpPr/>
          <p:nvPr/>
        </p:nvSpPr>
        <p:spPr>
          <a:xfrm>
            <a:off x="596560" y="2629570"/>
            <a:ext cx="836579" cy="855767"/>
          </a:xfrm>
          <a:prstGeom prst="ellipse">
            <a:avLst/>
          </a:prstGeom>
          <a:solidFill>
            <a:srgbClr val="94AF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0C058AF-1A87-B10D-FC70-5FB4BECA64AF}"/>
              </a:ext>
            </a:extLst>
          </p:cNvPr>
          <p:cNvSpPr/>
          <p:nvPr/>
        </p:nvSpPr>
        <p:spPr>
          <a:xfrm>
            <a:off x="6274271" y="2588974"/>
            <a:ext cx="836579" cy="855767"/>
          </a:xfrm>
          <a:prstGeom prst="ellipse">
            <a:avLst/>
          </a:prstGeom>
          <a:solidFill>
            <a:srgbClr val="E562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963371F-100D-9D49-2A76-24DB4ADEEDE9}"/>
              </a:ext>
            </a:extLst>
          </p:cNvPr>
          <p:cNvSpPr/>
          <p:nvPr/>
        </p:nvSpPr>
        <p:spPr>
          <a:xfrm>
            <a:off x="496111" y="3597752"/>
            <a:ext cx="5564266" cy="982493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B1FA909-1B25-577A-0B93-BAA839E300EC}"/>
              </a:ext>
            </a:extLst>
          </p:cNvPr>
          <p:cNvSpPr/>
          <p:nvPr/>
        </p:nvSpPr>
        <p:spPr>
          <a:xfrm>
            <a:off x="6173936" y="3557156"/>
            <a:ext cx="5564266" cy="982493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C3FEF2B-F12E-107A-6C6B-C8EBA548F9B5}"/>
              </a:ext>
            </a:extLst>
          </p:cNvPr>
          <p:cNvSpPr/>
          <p:nvPr/>
        </p:nvSpPr>
        <p:spPr>
          <a:xfrm>
            <a:off x="596560" y="3661114"/>
            <a:ext cx="836579" cy="855767"/>
          </a:xfrm>
          <a:prstGeom prst="ellipse">
            <a:avLst/>
          </a:prstGeom>
          <a:solidFill>
            <a:srgbClr val="07A3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EFB0622-4C00-6CD1-DDA1-CF45CCD7C752}"/>
              </a:ext>
            </a:extLst>
          </p:cNvPr>
          <p:cNvSpPr/>
          <p:nvPr/>
        </p:nvSpPr>
        <p:spPr>
          <a:xfrm>
            <a:off x="6274271" y="3620518"/>
            <a:ext cx="836579" cy="85576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1277FB3-D5BE-FDE5-1B59-820434BAB0D7}"/>
              </a:ext>
            </a:extLst>
          </p:cNvPr>
          <p:cNvSpPr/>
          <p:nvPr/>
        </p:nvSpPr>
        <p:spPr>
          <a:xfrm>
            <a:off x="496111" y="4644728"/>
            <a:ext cx="5564266" cy="982493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596B4D5-09EF-58D2-2C83-0272783D0756}"/>
              </a:ext>
            </a:extLst>
          </p:cNvPr>
          <p:cNvSpPr/>
          <p:nvPr/>
        </p:nvSpPr>
        <p:spPr>
          <a:xfrm>
            <a:off x="6173936" y="4604132"/>
            <a:ext cx="5564266" cy="982493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9ABC1FC-4249-1912-14C4-63416717BF9D}"/>
              </a:ext>
            </a:extLst>
          </p:cNvPr>
          <p:cNvSpPr/>
          <p:nvPr/>
        </p:nvSpPr>
        <p:spPr>
          <a:xfrm>
            <a:off x="596560" y="4708090"/>
            <a:ext cx="836579" cy="855767"/>
          </a:xfrm>
          <a:prstGeom prst="ellipse">
            <a:avLst/>
          </a:prstGeom>
          <a:solidFill>
            <a:srgbClr val="7463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030CCB3-19D1-0BCD-A031-20AD3ACDD23D}"/>
              </a:ext>
            </a:extLst>
          </p:cNvPr>
          <p:cNvSpPr/>
          <p:nvPr/>
        </p:nvSpPr>
        <p:spPr>
          <a:xfrm>
            <a:off x="6274271" y="4667494"/>
            <a:ext cx="836579" cy="855767"/>
          </a:xfrm>
          <a:prstGeom prst="ellipse">
            <a:avLst/>
          </a:prstGeom>
          <a:solidFill>
            <a:srgbClr val="0680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D13F01-39A9-79CF-A1DB-E6486363F920}"/>
              </a:ext>
            </a:extLst>
          </p:cNvPr>
          <p:cNvSpPr txBox="1"/>
          <p:nvPr/>
        </p:nvSpPr>
        <p:spPr>
          <a:xfrm>
            <a:off x="1466149" y="1579322"/>
            <a:ext cx="459422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EFC01A"/>
                </a:solidFill>
                <a:latin typeface="Century Gothic" panose="020B0502020202020204" pitchFamily="34" charset="0"/>
              </a:rPr>
              <a:t>Data Digital</a:t>
            </a:r>
            <a:br>
              <a:rPr lang="en-US" sz="1600" dirty="0">
                <a:latin typeface="Century Gothic" panose="020B0502020202020204" pitchFamily="34" charset="0"/>
              </a:rPr>
            </a:br>
            <a:r>
              <a:rPr lang="en-US" sz="1500" dirty="0" err="1">
                <a:latin typeface="Century Gothic" panose="020B0502020202020204" pitchFamily="34" charset="0"/>
              </a:rPr>
              <a:t>Merupakan</a:t>
            </a:r>
            <a:r>
              <a:rPr lang="en-US" sz="1500" dirty="0">
                <a:latin typeface="Century Gothic" panose="020B0502020202020204" pitchFamily="34" charset="0"/>
              </a:rPr>
              <a:t> </a:t>
            </a:r>
            <a:r>
              <a:rPr lang="en-US" sz="1500" dirty="0" err="1">
                <a:latin typeface="Century Gothic" panose="020B0502020202020204" pitchFamily="34" charset="0"/>
              </a:rPr>
              <a:t>Identitas</a:t>
            </a:r>
            <a:r>
              <a:rPr lang="en-US" sz="1500" dirty="0">
                <a:latin typeface="Century Gothic" panose="020B0502020202020204" pitchFamily="34" charset="0"/>
              </a:rPr>
              <a:t> Netizen </a:t>
            </a:r>
            <a:r>
              <a:rPr lang="en-US" sz="1500" dirty="0" err="1">
                <a:latin typeface="Century Gothic" panose="020B0502020202020204" pitchFamily="34" charset="0"/>
              </a:rPr>
              <a:t>berupa</a:t>
            </a:r>
            <a:r>
              <a:rPr lang="en-US" sz="1500" dirty="0">
                <a:latin typeface="Century Gothic" panose="020B0502020202020204" pitchFamily="34" charset="0"/>
              </a:rPr>
              <a:t> Nama, TTL, Riwayat Kesehatan, </a:t>
            </a:r>
            <a:r>
              <a:rPr lang="en-US" sz="1500" dirty="0" err="1">
                <a:latin typeface="Century Gothic" panose="020B0502020202020204" pitchFamily="34" charset="0"/>
              </a:rPr>
              <a:t>Perjalanan</a:t>
            </a:r>
            <a:r>
              <a:rPr lang="en-US" sz="1500" dirty="0">
                <a:latin typeface="Century Gothic" panose="020B0502020202020204" pitchFamily="34" charset="0"/>
              </a:rPr>
              <a:t> </a:t>
            </a:r>
            <a:r>
              <a:rPr lang="en-US" sz="1500" dirty="0" err="1">
                <a:latin typeface="Century Gothic" panose="020B0502020202020204" pitchFamily="34" charset="0"/>
              </a:rPr>
              <a:t>dsb</a:t>
            </a:r>
            <a:endParaRPr lang="en-ID" sz="1500" dirty="0">
              <a:latin typeface="Century Gothic" panose="020B0502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BE26BD-A5BE-F542-035B-F09F5E28AB39}"/>
              </a:ext>
            </a:extLst>
          </p:cNvPr>
          <p:cNvSpPr txBox="1"/>
          <p:nvPr/>
        </p:nvSpPr>
        <p:spPr>
          <a:xfrm>
            <a:off x="7095613" y="1573105"/>
            <a:ext cx="459422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4DAACC"/>
                </a:solidFill>
                <a:latin typeface="Century Gothic" panose="020B0502020202020204" pitchFamily="34" charset="0"/>
              </a:rPr>
              <a:t>Konten</a:t>
            </a:r>
            <a:r>
              <a:rPr lang="en-US" sz="1600" b="1" dirty="0">
                <a:solidFill>
                  <a:srgbClr val="4DAACC"/>
                </a:solidFill>
                <a:latin typeface="Century Gothic" panose="020B0502020202020204" pitchFamily="34" charset="0"/>
              </a:rPr>
              <a:t> Digital</a:t>
            </a:r>
            <a:br>
              <a:rPr lang="en-US" sz="1600" dirty="0">
                <a:latin typeface="Century Gothic" panose="020B0502020202020204" pitchFamily="34" charset="0"/>
              </a:rPr>
            </a:br>
            <a:r>
              <a:rPr lang="en-US" sz="1500" dirty="0" err="1">
                <a:latin typeface="Century Gothic" panose="020B0502020202020204" pitchFamily="34" charset="0"/>
              </a:rPr>
              <a:t>Berupa</a:t>
            </a:r>
            <a:r>
              <a:rPr lang="en-US" sz="1500" dirty="0">
                <a:latin typeface="Century Gothic" panose="020B0502020202020204" pitchFamily="34" charset="0"/>
              </a:rPr>
              <a:t> </a:t>
            </a:r>
            <a:r>
              <a:rPr lang="en-US" sz="1500" dirty="0" err="1">
                <a:latin typeface="Century Gothic" panose="020B0502020202020204" pitchFamily="34" charset="0"/>
              </a:rPr>
              <a:t>dokumen</a:t>
            </a:r>
            <a:r>
              <a:rPr lang="en-US" sz="1500" dirty="0">
                <a:latin typeface="Century Gothic" panose="020B0502020202020204" pitchFamily="34" charset="0"/>
              </a:rPr>
              <a:t> </a:t>
            </a:r>
            <a:r>
              <a:rPr lang="en-US" sz="1500" dirty="0" err="1">
                <a:latin typeface="Century Gothic" panose="020B0502020202020204" pitchFamily="34" charset="0"/>
              </a:rPr>
              <a:t>foto</a:t>
            </a:r>
            <a:r>
              <a:rPr lang="en-US" sz="1500" dirty="0">
                <a:latin typeface="Century Gothic" panose="020B0502020202020204" pitchFamily="34" charset="0"/>
              </a:rPr>
              <a:t>, video, tulisan, </a:t>
            </a:r>
            <a:r>
              <a:rPr lang="en-US" sz="1500" dirty="0" err="1">
                <a:latin typeface="Century Gothic" panose="020B0502020202020204" pitchFamily="34" charset="0"/>
              </a:rPr>
              <a:t>arsip</a:t>
            </a:r>
            <a:r>
              <a:rPr lang="en-US" sz="1500" dirty="0">
                <a:latin typeface="Century Gothic" panose="020B0502020202020204" pitchFamily="34" charset="0"/>
              </a:rPr>
              <a:t>, data </a:t>
            </a:r>
            <a:r>
              <a:rPr lang="en-US" sz="1500" dirty="0" err="1">
                <a:latin typeface="Century Gothic" panose="020B0502020202020204" pitchFamily="34" charset="0"/>
              </a:rPr>
              <a:t>rekaman</a:t>
            </a:r>
            <a:r>
              <a:rPr lang="en-US" sz="1500" dirty="0">
                <a:latin typeface="Century Gothic" panose="020B0502020202020204" pitchFamily="34" charset="0"/>
              </a:rPr>
              <a:t> digital </a:t>
            </a:r>
            <a:r>
              <a:rPr lang="en-US" sz="1500" dirty="0" err="1">
                <a:latin typeface="Century Gothic" panose="020B0502020202020204" pitchFamily="34" charset="0"/>
              </a:rPr>
              <a:t>lainnya</a:t>
            </a:r>
            <a:endParaRPr lang="en-ID" sz="1500" dirty="0">
              <a:latin typeface="Century Gothic" panose="020B0502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97820C-BBFA-87A1-4344-9322472E754F}"/>
              </a:ext>
            </a:extLst>
          </p:cNvPr>
          <p:cNvSpPr txBox="1"/>
          <p:nvPr/>
        </p:nvSpPr>
        <p:spPr>
          <a:xfrm>
            <a:off x="1469257" y="2655452"/>
            <a:ext cx="459422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94AFC4"/>
                </a:solidFill>
                <a:latin typeface="Century Gothic" panose="020B0502020202020204" pitchFamily="34" charset="0"/>
              </a:rPr>
              <a:t>Email</a:t>
            </a:r>
            <a:br>
              <a:rPr lang="en-US" sz="1600" dirty="0">
                <a:latin typeface="Century Gothic" panose="020B0502020202020204" pitchFamily="34" charset="0"/>
              </a:rPr>
            </a:br>
            <a:r>
              <a:rPr lang="en-US" sz="1500" dirty="0" err="1">
                <a:latin typeface="Century Gothic" panose="020B0502020202020204" pitchFamily="34" charset="0"/>
              </a:rPr>
              <a:t>Merupakan</a:t>
            </a:r>
            <a:r>
              <a:rPr lang="en-US" sz="1500" dirty="0">
                <a:latin typeface="Century Gothic" panose="020B0502020202020204" pitchFamily="34" charset="0"/>
              </a:rPr>
              <a:t> </a:t>
            </a:r>
            <a:r>
              <a:rPr lang="en-US" sz="1500" dirty="0" err="1">
                <a:latin typeface="Century Gothic" panose="020B0502020202020204" pitchFamily="34" charset="0"/>
              </a:rPr>
              <a:t>identitas</a:t>
            </a:r>
            <a:r>
              <a:rPr lang="en-US" sz="1500" dirty="0">
                <a:latin typeface="Century Gothic" panose="020B0502020202020204" pitchFamily="34" charset="0"/>
              </a:rPr>
              <a:t> </a:t>
            </a:r>
            <a:r>
              <a:rPr lang="en-US" sz="1500" dirty="0" err="1">
                <a:latin typeface="Century Gothic" panose="020B0502020202020204" pitchFamily="34" charset="0"/>
              </a:rPr>
              <a:t>utama</a:t>
            </a:r>
            <a:r>
              <a:rPr lang="en-US" sz="1500" dirty="0">
                <a:latin typeface="Century Gothic" panose="020B0502020202020204" pitchFamily="34" charset="0"/>
              </a:rPr>
              <a:t> Netizen, </a:t>
            </a:r>
            <a:r>
              <a:rPr lang="en-US" sz="1500" dirty="0" err="1">
                <a:latin typeface="Century Gothic" panose="020B0502020202020204" pitchFamily="34" charset="0"/>
              </a:rPr>
              <a:t>sebagai</a:t>
            </a:r>
            <a:r>
              <a:rPr lang="en-US" sz="1500" dirty="0">
                <a:latin typeface="Century Gothic" panose="020B0502020202020204" pitchFamily="34" charset="0"/>
              </a:rPr>
              <a:t> </a:t>
            </a:r>
            <a:r>
              <a:rPr lang="en-US" sz="1500" dirty="0" err="1">
                <a:latin typeface="Century Gothic" panose="020B0502020202020204" pitchFamily="34" charset="0"/>
              </a:rPr>
              <a:t>pintu</a:t>
            </a:r>
            <a:r>
              <a:rPr lang="en-US" sz="1500" dirty="0">
                <a:latin typeface="Century Gothic" panose="020B0502020202020204" pitchFamily="34" charset="0"/>
              </a:rPr>
              <a:t> </a:t>
            </a:r>
            <a:r>
              <a:rPr lang="en-US" sz="1500" dirty="0" err="1">
                <a:latin typeface="Century Gothic" panose="020B0502020202020204" pitchFamily="34" charset="0"/>
              </a:rPr>
              <a:t>masuk</a:t>
            </a:r>
            <a:r>
              <a:rPr lang="en-US" sz="1500" dirty="0">
                <a:latin typeface="Century Gothic" panose="020B0502020202020204" pitchFamily="34" charset="0"/>
              </a:rPr>
              <a:t> pada dunia Digital</a:t>
            </a:r>
            <a:endParaRPr lang="en-ID" sz="1500" dirty="0">
              <a:latin typeface="Century Gothic" panose="020B0502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D10783-DD1F-F232-0FB4-5255493A443F}"/>
              </a:ext>
            </a:extLst>
          </p:cNvPr>
          <p:cNvSpPr txBox="1"/>
          <p:nvPr/>
        </p:nvSpPr>
        <p:spPr>
          <a:xfrm>
            <a:off x="7108054" y="2639902"/>
            <a:ext cx="459422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E56243"/>
                </a:solidFill>
                <a:latin typeface="Century Gothic" panose="020B0502020202020204" pitchFamily="34" charset="0"/>
              </a:rPr>
              <a:t>Akun Media </a:t>
            </a:r>
            <a:r>
              <a:rPr lang="en-US" sz="1600" b="1" dirty="0" err="1">
                <a:solidFill>
                  <a:srgbClr val="E56243"/>
                </a:solidFill>
                <a:latin typeface="Century Gothic" panose="020B0502020202020204" pitchFamily="34" charset="0"/>
              </a:rPr>
              <a:t>Sosial</a:t>
            </a:r>
            <a:br>
              <a:rPr lang="en-US" sz="1600" dirty="0">
                <a:latin typeface="Century Gothic" panose="020B0502020202020204" pitchFamily="34" charset="0"/>
              </a:rPr>
            </a:br>
            <a:r>
              <a:rPr lang="en-US" sz="1500" dirty="0" err="1">
                <a:latin typeface="Century Gothic" panose="020B0502020202020204" pitchFamily="34" charset="0"/>
              </a:rPr>
              <a:t>facebook</a:t>
            </a:r>
            <a:r>
              <a:rPr lang="en-US" sz="1500" dirty="0">
                <a:latin typeface="Century Gothic" panose="020B0502020202020204" pitchFamily="34" charset="0"/>
              </a:rPr>
              <a:t>, Instagram, </a:t>
            </a:r>
            <a:r>
              <a:rPr lang="en-US" sz="1500" dirty="0" err="1">
                <a:latin typeface="Century Gothic" panose="020B0502020202020204" pitchFamily="34" charset="0"/>
              </a:rPr>
              <a:t>Tiktok</a:t>
            </a:r>
            <a:r>
              <a:rPr lang="en-US" sz="1500" dirty="0">
                <a:latin typeface="Century Gothic" panose="020B0502020202020204" pitchFamily="34" charset="0"/>
              </a:rPr>
              <a:t>, Twitter (X), </a:t>
            </a:r>
            <a:r>
              <a:rPr lang="en-US" sz="1500" dirty="0" err="1">
                <a:latin typeface="Century Gothic" panose="020B0502020202020204" pitchFamily="34" charset="0"/>
              </a:rPr>
              <a:t>akun-akun</a:t>
            </a:r>
            <a:r>
              <a:rPr lang="en-US" sz="1500" dirty="0">
                <a:latin typeface="Century Gothic" panose="020B0502020202020204" pitchFamily="34" charset="0"/>
              </a:rPr>
              <a:t> platform digital </a:t>
            </a:r>
            <a:r>
              <a:rPr lang="en-US" sz="1500" dirty="0" err="1">
                <a:latin typeface="Century Gothic" panose="020B0502020202020204" pitchFamily="34" charset="0"/>
              </a:rPr>
              <a:t>lainnya</a:t>
            </a:r>
            <a:endParaRPr lang="en-ID" sz="1500" dirty="0">
              <a:latin typeface="Century Gothic" panose="020B0502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DD179E-4A94-CC76-1887-CCAA8230391E}"/>
              </a:ext>
            </a:extLst>
          </p:cNvPr>
          <p:cNvSpPr txBox="1"/>
          <p:nvPr/>
        </p:nvSpPr>
        <p:spPr>
          <a:xfrm>
            <a:off x="1444374" y="3649163"/>
            <a:ext cx="4594227" cy="8002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7A398"/>
                </a:solidFill>
                <a:latin typeface="Century Gothic" panose="020B0502020202020204" pitchFamily="34" charset="0"/>
              </a:rPr>
              <a:t>Situs WEB</a:t>
            </a:r>
            <a:br>
              <a:rPr lang="en-US" sz="1600" dirty="0">
                <a:latin typeface="Century Gothic" panose="020B0502020202020204" pitchFamily="34" charset="0"/>
              </a:rPr>
            </a:br>
            <a:r>
              <a:rPr lang="en-US" sz="1500" dirty="0" err="1">
                <a:latin typeface="Century Gothic" panose="020B0502020202020204" pitchFamily="34" charset="0"/>
              </a:rPr>
              <a:t>Merupakan</a:t>
            </a:r>
            <a:r>
              <a:rPr lang="en-US" sz="1500" dirty="0">
                <a:latin typeface="Century Gothic" panose="020B0502020202020204" pitchFamily="34" charset="0"/>
              </a:rPr>
              <a:t> asset </a:t>
            </a:r>
            <a:r>
              <a:rPr lang="en-US" sz="1500" dirty="0" err="1">
                <a:latin typeface="Century Gothic" panose="020B0502020202020204" pitchFamily="34" charset="0"/>
              </a:rPr>
              <a:t>yg</a:t>
            </a:r>
            <a:r>
              <a:rPr lang="en-US" sz="1500" dirty="0">
                <a:latin typeface="Century Gothic" panose="020B0502020202020204" pitchFamily="34" charset="0"/>
              </a:rPr>
              <a:t> </a:t>
            </a:r>
            <a:r>
              <a:rPr lang="en-US" sz="1500" dirty="0" err="1">
                <a:latin typeface="Century Gothic" panose="020B0502020202020204" pitchFamily="34" charset="0"/>
              </a:rPr>
              <a:t>memiliki</a:t>
            </a:r>
            <a:r>
              <a:rPr lang="en-US" sz="1500" dirty="0">
                <a:latin typeface="Century Gothic" panose="020B0502020202020204" pitchFamily="34" charset="0"/>
              </a:rPr>
              <a:t> </a:t>
            </a:r>
            <a:r>
              <a:rPr lang="en-US" sz="1500" dirty="0" err="1">
                <a:latin typeface="Century Gothic" panose="020B0502020202020204" pitchFamily="34" charset="0"/>
              </a:rPr>
              <a:t>kepemilikan</a:t>
            </a:r>
            <a:r>
              <a:rPr lang="en-US" sz="1500" dirty="0">
                <a:latin typeface="Century Gothic" panose="020B0502020202020204" pitchFamily="34" charset="0"/>
              </a:rPr>
              <a:t>, di control </a:t>
            </a:r>
            <a:r>
              <a:rPr lang="en-US" sz="1500" dirty="0" err="1">
                <a:latin typeface="Century Gothic" panose="020B0502020202020204" pitchFamily="34" charset="0"/>
              </a:rPr>
              <a:t>langsung</a:t>
            </a:r>
            <a:r>
              <a:rPr lang="en-US" sz="1500" dirty="0">
                <a:latin typeface="Century Gothic" panose="020B0502020202020204" pitchFamily="34" charset="0"/>
              </a:rPr>
              <a:t>, </a:t>
            </a:r>
            <a:r>
              <a:rPr lang="en-US" sz="1500" dirty="0" err="1">
                <a:latin typeface="Century Gothic" panose="020B0502020202020204" pitchFamily="34" charset="0"/>
              </a:rPr>
              <a:t>memiliki</a:t>
            </a:r>
            <a:r>
              <a:rPr lang="en-US" sz="1500" dirty="0">
                <a:latin typeface="Century Gothic" panose="020B0502020202020204" pitchFamily="34" charset="0"/>
              </a:rPr>
              <a:t> </a:t>
            </a:r>
            <a:r>
              <a:rPr lang="en-US" sz="1500" dirty="0" err="1">
                <a:latin typeface="Century Gothic" panose="020B0502020202020204" pitchFamily="34" charset="0"/>
              </a:rPr>
              <a:t>nilai</a:t>
            </a:r>
            <a:r>
              <a:rPr lang="en-US" sz="1500" dirty="0">
                <a:latin typeface="Century Gothic" panose="020B0502020202020204" pitchFamily="34" charset="0"/>
              </a:rPr>
              <a:t> </a:t>
            </a:r>
            <a:r>
              <a:rPr lang="en-US" sz="1500" dirty="0" err="1">
                <a:latin typeface="Century Gothic" panose="020B0502020202020204" pitchFamily="34" charset="0"/>
              </a:rPr>
              <a:t>ekonomi</a:t>
            </a:r>
            <a:endParaRPr lang="en-ID" sz="1500" dirty="0">
              <a:latin typeface="Century Gothic" panose="020B0502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9DAAD21-1FA3-A610-668C-5B4F7BD615F4}"/>
              </a:ext>
            </a:extLst>
          </p:cNvPr>
          <p:cNvSpPr txBox="1"/>
          <p:nvPr/>
        </p:nvSpPr>
        <p:spPr>
          <a:xfrm>
            <a:off x="7139153" y="3649163"/>
            <a:ext cx="459422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Aplikasi</a:t>
            </a:r>
            <a:br>
              <a:rPr lang="en-US" sz="1600" dirty="0">
                <a:latin typeface="Century Gothic" panose="020B0502020202020204" pitchFamily="34" charset="0"/>
              </a:rPr>
            </a:br>
            <a:r>
              <a:rPr lang="en-US" sz="1500" dirty="0" err="1">
                <a:latin typeface="Century Gothic" panose="020B0502020202020204" pitchFamily="34" charset="0"/>
              </a:rPr>
              <a:t>Merupakan</a:t>
            </a:r>
            <a:r>
              <a:rPr lang="en-US" sz="1500" dirty="0">
                <a:latin typeface="Century Gothic" panose="020B0502020202020204" pitchFamily="34" charset="0"/>
              </a:rPr>
              <a:t> asset </a:t>
            </a:r>
            <a:r>
              <a:rPr lang="en-US" sz="1500" dirty="0" err="1">
                <a:latin typeface="Century Gothic" panose="020B0502020202020204" pitchFamily="34" charset="0"/>
              </a:rPr>
              <a:t>yg</a:t>
            </a:r>
            <a:r>
              <a:rPr lang="en-US" sz="1500" dirty="0">
                <a:latin typeface="Century Gothic" panose="020B0502020202020204" pitchFamily="34" charset="0"/>
              </a:rPr>
              <a:t> </a:t>
            </a:r>
            <a:r>
              <a:rPr lang="en-US" sz="1500" dirty="0" err="1">
                <a:latin typeface="Century Gothic" panose="020B0502020202020204" pitchFamily="34" charset="0"/>
              </a:rPr>
              <a:t>memiliki</a:t>
            </a:r>
            <a:r>
              <a:rPr lang="en-US" sz="1500" dirty="0">
                <a:latin typeface="Century Gothic" panose="020B0502020202020204" pitchFamily="34" charset="0"/>
              </a:rPr>
              <a:t> </a:t>
            </a:r>
            <a:r>
              <a:rPr lang="en-US" sz="1500" dirty="0" err="1">
                <a:latin typeface="Century Gothic" panose="020B0502020202020204" pitchFamily="34" charset="0"/>
              </a:rPr>
              <a:t>kepemilikan</a:t>
            </a:r>
            <a:r>
              <a:rPr lang="en-US" sz="1500" dirty="0">
                <a:latin typeface="Century Gothic" panose="020B0502020202020204" pitchFamily="34" charset="0"/>
              </a:rPr>
              <a:t>, di control </a:t>
            </a:r>
            <a:r>
              <a:rPr lang="en-US" sz="1500" dirty="0" err="1">
                <a:latin typeface="Century Gothic" panose="020B0502020202020204" pitchFamily="34" charset="0"/>
              </a:rPr>
              <a:t>langsung</a:t>
            </a:r>
            <a:r>
              <a:rPr lang="en-US" sz="1500" dirty="0">
                <a:latin typeface="Century Gothic" panose="020B0502020202020204" pitchFamily="34" charset="0"/>
              </a:rPr>
              <a:t>, </a:t>
            </a:r>
            <a:r>
              <a:rPr lang="en-US" sz="1500" dirty="0" err="1">
                <a:latin typeface="Century Gothic" panose="020B0502020202020204" pitchFamily="34" charset="0"/>
              </a:rPr>
              <a:t>memiliki</a:t>
            </a:r>
            <a:r>
              <a:rPr lang="en-US" sz="1500" dirty="0">
                <a:latin typeface="Century Gothic" panose="020B0502020202020204" pitchFamily="34" charset="0"/>
              </a:rPr>
              <a:t> </a:t>
            </a:r>
            <a:r>
              <a:rPr lang="en-US" sz="1500" dirty="0" err="1">
                <a:latin typeface="Century Gothic" panose="020B0502020202020204" pitchFamily="34" charset="0"/>
              </a:rPr>
              <a:t>nilai</a:t>
            </a:r>
            <a:r>
              <a:rPr lang="en-US" sz="1500" dirty="0">
                <a:latin typeface="Century Gothic" panose="020B0502020202020204" pitchFamily="34" charset="0"/>
              </a:rPr>
              <a:t> </a:t>
            </a:r>
            <a:r>
              <a:rPr lang="en-US" sz="1500" dirty="0" err="1">
                <a:latin typeface="Century Gothic" panose="020B0502020202020204" pitchFamily="34" charset="0"/>
              </a:rPr>
              <a:t>ekonomi</a:t>
            </a:r>
            <a:endParaRPr lang="en-ID" sz="1500" dirty="0">
              <a:latin typeface="Century Gothic" panose="020B0502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F1EA0B-96E3-B6EB-A75A-D19DDAEB258B}"/>
              </a:ext>
            </a:extLst>
          </p:cNvPr>
          <p:cNvSpPr txBox="1"/>
          <p:nvPr/>
        </p:nvSpPr>
        <p:spPr>
          <a:xfrm>
            <a:off x="1447486" y="4725290"/>
            <a:ext cx="459422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746382"/>
                </a:solidFill>
                <a:latin typeface="Century Gothic" panose="020B0502020202020204" pitchFamily="34" charset="0"/>
              </a:rPr>
              <a:t>Keuangan</a:t>
            </a:r>
            <a:r>
              <a:rPr lang="en-US" sz="1600" b="1" dirty="0">
                <a:solidFill>
                  <a:srgbClr val="746382"/>
                </a:solidFill>
                <a:latin typeface="Century Gothic" panose="020B0502020202020204" pitchFamily="34" charset="0"/>
              </a:rPr>
              <a:t> Digital</a:t>
            </a:r>
            <a:br>
              <a:rPr lang="en-US" sz="1600" dirty="0">
                <a:latin typeface="Century Gothic" panose="020B0502020202020204" pitchFamily="34" charset="0"/>
              </a:rPr>
            </a:br>
            <a:r>
              <a:rPr lang="en-US" sz="1500" dirty="0">
                <a:latin typeface="Century Gothic" panose="020B0502020202020204" pitchFamily="34" charset="0"/>
              </a:rPr>
              <a:t>Cryptocurrency, Bitcoin, Ethereum, data </a:t>
            </a:r>
            <a:r>
              <a:rPr lang="en-US" sz="1500" dirty="0" err="1">
                <a:latin typeface="Century Gothic" panose="020B0502020202020204" pitchFamily="34" charset="0"/>
              </a:rPr>
              <a:t>rekening</a:t>
            </a:r>
            <a:r>
              <a:rPr lang="en-US" sz="1500" dirty="0">
                <a:latin typeface="Century Gothic" panose="020B0502020202020204" pitchFamily="34" charset="0"/>
              </a:rPr>
              <a:t> </a:t>
            </a:r>
            <a:r>
              <a:rPr lang="en-US" sz="1500" dirty="0" err="1">
                <a:latin typeface="Century Gothic" panose="020B0502020202020204" pitchFamily="34" charset="0"/>
              </a:rPr>
              <a:t>yanf</a:t>
            </a:r>
            <a:r>
              <a:rPr lang="en-US" sz="1500" dirty="0">
                <a:latin typeface="Century Gothic" panose="020B0502020202020204" pitchFamily="34" charset="0"/>
              </a:rPr>
              <a:t> </a:t>
            </a:r>
            <a:r>
              <a:rPr lang="en-US" sz="1500" dirty="0" err="1">
                <a:latin typeface="Century Gothic" panose="020B0502020202020204" pitchFamily="34" charset="0"/>
              </a:rPr>
              <a:t>terhubung</a:t>
            </a:r>
            <a:endParaRPr lang="en-ID" sz="1500" dirty="0">
              <a:latin typeface="Century Gothic" panose="020B0502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597D369-0791-6364-F4F5-0C8DF9BF7092}"/>
              </a:ext>
            </a:extLst>
          </p:cNvPr>
          <p:cNvSpPr txBox="1"/>
          <p:nvPr/>
        </p:nvSpPr>
        <p:spPr>
          <a:xfrm>
            <a:off x="7142265" y="4725290"/>
            <a:ext cx="459422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68077"/>
                </a:solidFill>
                <a:latin typeface="Century Gothic" panose="020B0502020202020204" pitchFamily="34" charset="0"/>
              </a:rPr>
              <a:t>Token Digital</a:t>
            </a:r>
            <a:br>
              <a:rPr lang="en-US" sz="1600" dirty="0">
                <a:latin typeface="Century Gothic" panose="020B0502020202020204" pitchFamily="34" charset="0"/>
              </a:rPr>
            </a:br>
            <a:r>
              <a:rPr lang="en-US" sz="1500" dirty="0" err="1">
                <a:latin typeface="Century Gothic" panose="020B0502020202020204" pitchFamily="34" charset="0"/>
              </a:rPr>
              <a:t>Merupakan</a:t>
            </a:r>
            <a:r>
              <a:rPr lang="en-US" sz="1500" dirty="0">
                <a:latin typeface="Century Gothic" panose="020B0502020202020204" pitchFamily="34" charset="0"/>
              </a:rPr>
              <a:t> asset </a:t>
            </a:r>
            <a:r>
              <a:rPr lang="en-US" sz="1500" dirty="0" err="1">
                <a:latin typeface="Century Gothic" panose="020B0502020202020204" pitchFamily="34" charset="0"/>
              </a:rPr>
              <a:t>yg</a:t>
            </a:r>
            <a:r>
              <a:rPr lang="en-US" sz="1500" dirty="0">
                <a:latin typeface="Century Gothic" panose="020B0502020202020204" pitchFamily="34" charset="0"/>
              </a:rPr>
              <a:t> </a:t>
            </a:r>
            <a:r>
              <a:rPr lang="en-US" sz="1500" dirty="0" err="1">
                <a:latin typeface="Century Gothic" panose="020B0502020202020204" pitchFamily="34" charset="0"/>
              </a:rPr>
              <a:t>memiliki</a:t>
            </a:r>
            <a:r>
              <a:rPr lang="en-US" sz="1500" dirty="0">
                <a:latin typeface="Century Gothic" panose="020B0502020202020204" pitchFamily="34" charset="0"/>
              </a:rPr>
              <a:t> </a:t>
            </a:r>
            <a:r>
              <a:rPr lang="en-US" sz="1500" dirty="0" err="1">
                <a:latin typeface="Century Gothic" panose="020B0502020202020204" pitchFamily="34" charset="0"/>
              </a:rPr>
              <a:t>kepemilikan</a:t>
            </a:r>
            <a:r>
              <a:rPr lang="en-US" sz="1500" dirty="0">
                <a:latin typeface="Century Gothic" panose="020B0502020202020204" pitchFamily="34" charset="0"/>
              </a:rPr>
              <a:t>, di </a:t>
            </a:r>
            <a:r>
              <a:rPr lang="en-US" sz="1500" dirty="0" err="1">
                <a:latin typeface="Century Gothic" panose="020B0502020202020204" pitchFamily="34" charset="0"/>
              </a:rPr>
              <a:t>jaminkan</a:t>
            </a:r>
            <a:r>
              <a:rPr lang="en-US" sz="1500" dirty="0">
                <a:latin typeface="Century Gothic" panose="020B0502020202020204" pitchFamily="34" charset="0"/>
              </a:rPr>
              <a:t> </a:t>
            </a:r>
            <a:r>
              <a:rPr lang="en-US" sz="1500" dirty="0" err="1">
                <a:latin typeface="Century Gothic" panose="020B0502020202020204" pitchFamily="34" charset="0"/>
              </a:rPr>
              <a:t>keamanannya</a:t>
            </a:r>
            <a:r>
              <a:rPr lang="en-US" sz="1500" dirty="0">
                <a:latin typeface="Century Gothic" panose="020B0502020202020204" pitchFamily="34" charset="0"/>
              </a:rPr>
              <a:t>, </a:t>
            </a:r>
            <a:r>
              <a:rPr lang="en-US" sz="1500" dirty="0" err="1">
                <a:latin typeface="Century Gothic" panose="020B0502020202020204" pitchFamily="34" charset="0"/>
              </a:rPr>
              <a:t>memiliki</a:t>
            </a:r>
            <a:r>
              <a:rPr lang="en-US" sz="1500" dirty="0">
                <a:latin typeface="Century Gothic" panose="020B0502020202020204" pitchFamily="34" charset="0"/>
              </a:rPr>
              <a:t> </a:t>
            </a:r>
            <a:r>
              <a:rPr lang="en-US" sz="1500" dirty="0" err="1">
                <a:latin typeface="Century Gothic" panose="020B0502020202020204" pitchFamily="34" charset="0"/>
              </a:rPr>
              <a:t>nilai</a:t>
            </a:r>
            <a:r>
              <a:rPr lang="en-US" sz="1500" dirty="0">
                <a:latin typeface="Century Gothic" panose="020B0502020202020204" pitchFamily="34" charset="0"/>
              </a:rPr>
              <a:t> </a:t>
            </a:r>
            <a:r>
              <a:rPr lang="en-US" sz="1500" dirty="0" err="1">
                <a:latin typeface="Century Gothic" panose="020B0502020202020204" pitchFamily="34" charset="0"/>
              </a:rPr>
              <a:t>tukar</a:t>
            </a:r>
            <a:endParaRPr lang="en-ID" sz="1500" dirty="0">
              <a:latin typeface="Century Gothic" panose="020B0502020202020204" pitchFamily="34" charset="0"/>
            </a:endParaRPr>
          </a:p>
        </p:txBody>
      </p:sp>
      <p:pic>
        <p:nvPicPr>
          <p:cNvPr id="33" name="Picture 6" descr="Digital Icon #317638 - Free Icons Library">
            <a:extLst>
              <a:ext uri="{FF2B5EF4-FFF2-40B4-BE49-F238E27FC236}">
                <a16:creationId xmlns:a16="http://schemas.microsoft.com/office/drawing/2014/main" id="{FB371317-7B9D-4929-628E-0994F3FBF2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930" y="1746799"/>
            <a:ext cx="559837" cy="559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8" descr="Blue Email Icon Symbol Free PNG Image｜Illustoon">
            <a:extLst>
              <a:ext uri="{FF2B5EF4-FFF2-40B4-BE49-F238E27FC236}">
                <a16:creationId xmlns:a16="http://schemas.microsoft.com/office/drawing/2014/main" id="{638F1500-9241-0DFC-52AD-88989F1449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394" y="2628095"/>
            <a:ext cx="831980" cy="831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63BE4137-B750-5E57-420A-A4BB659E5A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310" y="3762092"/>
            <a:ext cx="642505" cy="64250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C9F9FDE-B5B7-79C4-7152-DFE28EA530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277" y="4773674"/>
            <a:ext cx="667538" cy="66753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33396DF5-39A4-242E-B7A9-202D363E0D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0819" y="1631915"/>
            <a:ext cx="676432" cy="676432"/>
          </a:xfrm>
          <a:prstGeom prst="rect">
            <a:avLst/>
          </a:prstGeom>
        </p:spPr>
      </p:pic>
      <p:pic>
        <p:nvPicPr>
          <p:cNvPr id="38" name="Picture 16" descr="Vector Logo Sosial Media Png Clipart , Png Download - Logo Media Sosial Png,  Transparent Png - kindpng">
            <a:extLst>
              <a:ext uri="{FF2B5EF4-FFF2-40B4-BE49-F238E27FC236}">
                <a16:creationId xmlns:a16="http://schemas.microsoft.com/office/drawing/2014/main" id="{A2D80755-990E-19B8-63CC-412775057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7816" y="2648834"/>
            <a:ext cx="1009487" cy="773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8" descr="Halaman Unduh untuk file Logo Aplikasi Png yang ke 7">
            <a:extLst>
              <a:ext uri="{FF2B5EF4-FFF2-40B4-BE49-F238E27FC236}">
                <a16:creationId xmlns:a16="http://schemas.microsoft.com/office/drawing/2014/main" id="{9FA05A7E-EB79-1A1B-DE6B-6AD0E8B9F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848" b="94737" l="9459" r="89865">
                        <a14:foregroundMark x1="39527" y1="5848" x2="39527" y2="5848"/>
                        <a14:foregroundMark x1="55068" y1="7602" x2="55068" y2="7602"/>
                        <a14:foregroundMark x1="44932" y1="17544" x2="44932" y2="17544"/>
                        <a14:foregroundMark x1="37162" y1="15205" x2="37162" y2="15205"/>
                        <a14:foregroundMark x1="36486" y1="30994" x2="36486" y2="30994"/>
                        <a14:foregroundMark x1="49324" y1="36842" x2="49324" y2="36842"/>
                        <a14:foregroundMark x1="45608" y1="16374" x2="45608" y2="16374"/>
                        <a14:foregroundMark x1="44932" y1="12865" x2="44932" y2="12865"/>
                        <a14:foregroundMark x1="46284" y1="15789" x2="46284" y2="15789"/>
                        <a14:foregroundMark x1="57095" y1="94737" x2="57095" y2="94737"/>
                        <a14:foregroundMark x1="61486" y1="70175" x2="61486" y2="70175"/>
                        <a14:foregroundMark x1="61486" y1="63158" x2="61824" y2="73684"/>
                        <a14:foregroundMark x1="44595" y1="16959" x2="46959" y2="16374"/>
                        <a14:foregroundMark x1="45946" y1="16374" x2="48311" y2="18713"/>
                        <a14:foregroundMark x1="58446" y1="67836" x2="58446" y2="76608"/>
                        <a14:foregroundMark x1="55405" y1="73099" x2="55068" y2="7543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1625" y="3677736"/>
            <a:ext cx="1218324" cy="703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0" descr="Nft, token, digital, crypto, currency icon icon - Download on Iconfinder">
            <a:extLst>
              <a:ext uri="{FF2B5EF4-FFF2-40B4-BE49-F238E27FC236}">
                <a16:creationId xmlns:a16="http://schemas.microsoft.com/office/drawing/2014/main" id="{2AA64853-7CC6-EBEC-1A99-84F8A3C25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5138" y="4758202"/>
            <a:ext cx="693567" cy="693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14FBB8CF-685A-2F93-AB27-8B57582411AC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17785" y="184928"/>
            <a:ext cx="1689834" cy="34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109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3CEFA-1E2B-4FF5-7305-06E43B2E6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4A7F31-F3C9-4B3D-902A-57A9B9589B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5825513"/>
            <a:ext cx="2743200" cy="236803"/>
          </a:xfrm>
        </p:spPr>
        <p:txBody>
          <a:bodyPr/>
          <a:lstStyle/>
          <a:p>
            <a:fld id="{DBE5F007-28FD-B845-A833-24BC97E499D9}" type="slidenum">
              <a:rPr lang="uk-UA" altLang="en-US" smtClean="0"/>
              <a:pPr/>
              <a:t>6</a:t>
            </a:fld>
            <a:endParaRPr lang="uk-UA" altLang="en-US" dirty="0"/>
          </a:p>
        </p:txBody>
      </p:sp>
      <p:sp>
        <p:nvSpPr>
          <p:cNvPr id="2" name="Google Shape;113;p1">
            <a:extLst>
              <a:ext uri="{FF2B5EF4-FFF2-40B4-BE49-F238E27FC236}">
                <a16:creationId xmlns:a16="http://schemas.microsoft.com/office/drawing/2014/main" id="{434C2E68-BB9E-4D1E-39C5-744ED3EA8ADD}"/>
              </a:ext>
            </a:extLst>
          </p:cNvPr>
          <p:cNvSpPr txBox="1">
            <a:spLocks/>
          </p:cNvSpPr>
          <p:nvPr/>
        </p:nvSpPr>
        <p:spPr>
          <a:xfrm>
            <a:off x="609669" y="517071"/>
            <a:ext cx="6587633" cy="69454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lt1"/>
              </a:buClr>
              <a:buSzPts val="2400"/>
              <a:buFont typeface="Arial" panose="020B0604020202020204" pitchFamily="34" charset="0"/>
              <a:buNone/>
            </a:pPr>
            <a:r>
              <a:rPr lang="en-US" sz="4400" b="1" spc="-150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  <a:ea typeface="MS UI Gothic" panose="020B0600070205080204" pitchFamily="34" charset="-128"/>
                <a:cs typeface="Open Sans"/>
                <a:sym typeface="Open Sans"/>
              </a:rPr>
              <a:t>JEBAKAN BATMAN  !!</a:t>
            </a:r>
            <a:endParaRPr lang="nn-NO" sz="4400" b="1" spc="-150" dirty="0">
              <a:solidFill>
                <a:schemeClr val="accent1">
                  <a:lumMod val="50000"/>
                </a:schemeClr>
              </a:solidFill>
              <a:latin typeface="Fira Sans Black" panose="020B0A03050000020004" pitchFamily="34" charset="0"/>
              <a:ea typeface="MS UI Gothic" panose="020B0600070205080204" pitchFamily="34" charset="-128"/>
              <a:cs typeface="Open Sans"/>
              <a:sym typeface="Open San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C844BA-F27C-1277-260A-A3F16B7177EA}"/>
              </a:ext>
            </a:extLst>
          </p:cNvPr>
          <p:cNvSpPr/>
          <p:nvPr/>
        </p:nvSpPr>
        <p:spPr>
          <a:xfrm>
            <a:off x="1189772" y="3057137"/>
            <a:ext cx="10028834" cy="121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B3371C-E454-5127-4860-52F5123F4FED}"/>
              </a:ext>
            </a:extLst>
          </p:cNvPr>
          <p:cNvSpPr/>
          <p:nvPr/>
        </p:nvSpPr>
        <p:spPr>
          <a:xfrm>
            <a:off x="1258596" y="3125961"/>
            <a:ext cx="904499" cy="10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9EB3DC-1BB8-21DA-BE78-3E3AD5F0DC36}"/>
              </a:ext>
            </a:extLst>
          </p:cNvPr>
          <p:cNvSpPr txBox="1"/>
          <p:nvPr/>
        </p:nvSpPr>
        <p:spPr>
          <a:xfrm>
            <a:off x="2265130" y="3125640"/>
            <a:ext cx="884532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 err="1">
                <a:latin typeface="Century Gothic" panose="020B0502020202020204" pitchFamily="34" charset="0"/>
              </a:rPr>
              <a:t>Menyerahkan</a:t>
            </a:r>
            <a:r>
              <a:rPr lang="en-US" sz="2100" dirty="0">
                <a:latin typeface="Century Gothic" panose="020B0502020202020204" pitchFamily="34" charset="0"/>
              </a:rPr>
              <a:t> Data </a:t>
            </a:r>
            <a:r>
              <a:rPr lang="en-US" sz="2100" dirty="0" err="1">
                <a:latin typeface="Century Gothic" panose="020B0502020202020204" pitchFamily="34" charset="0"/>
              </a:rPr>
              <a:t>Pribadi</a:t>
            </a:r>
            <a:r>
              <a:rPr lang="en-US" sz="2100" dirty="0">
                <a:latin typeface="Century Gothic" panose="020B0502020202020204" pitchFamily="34" charset="0"/>
              </a:rPr>
              <a:t> </a:t>
            </a:r>
            <a:r>
              <a:rPr lang="en-US" sz="2100" dirty="0" err="1">
                <a:latin typeface="Century Gothic" panose="020B0502020202020204" pitchFamily="34" charset="0"/>
              </a:rPr>
              <a:t>atau</a:t>
            </a:r>
            <a:r>
              <a:rPr lang="en-US" sz="2100" dirty="0">
                <a:latin typeface="Century Gothic" panose="020B0502020202020204" pitchFamily="34" charset="0"/>
              </a:rPr>
              <a:t> </a:t>
            </a:r>
            <a:r>
              <a:rPr lang="en-US" sz="2100" dirty="0" err="1">
                <a:latin typeface="Century Gothic" panose="020B0502020202020204" pitchFamily="34" charset="0"/>
              </a:rPr>
              <a:t>Ijin</a:t>
            </a:r>
            <a:r>
              <a:rPr lang="en-US" sz="2100" dirty="0">
                <a:latin typeface="Century Gothic" panose="020B0502020202020204" pitchFamily="34" charset="0"/>
              </a:rPr>
              <a:t> </a:t>
            </a:r>
            <a:r>
              <a:rPr lang="en-US" sz="2100" dirty="0" err="1">
                <a:latin typeface="Century Gothic" panose="020B0502020202020204" pitchFamily="34" charset="0"/>
              </a:rPr>
              <a:t>akses</a:t>
            </a:r>
            <a:r>
              <a:rPr lang="en-US" sz="2100" dirty="0">
                <a:latin typeface="Century Gothic" panose="020B0502020202020204" pitchFamily="34" charset="0"/>
              </a:rPr>
              <a:t> Fitur pada </a:t>
            </a:r>
            <a:r>
              <a:rPr lang="en-US" sz="2100" dirty="0" err="1">
                <a:latin typeface="Century Gothic" panose="020B0502020202020204" pitchFamily="34" charset="0"/>
              </a:rPr>
              <a:t>perangkat</a:t>
            </a:r>
            <a:r>
              <a:rPr lang="en-US" sz="2100" dirty="0">
                <a:latin typeface="Century Gothic" panose="020B0502020202020204" pitchFamily="34" charset="0"/>
              </a:rPr>
              <a:t> </a:t>
            </a:r>
            <a:r>
              <a:rPr lang="en-US" sz="2100" dirty="0" err="1">
                <a:latin typeface="Century Gothic" panose="020B0502020202020204" pitchFamily="34" charset="0"/>
              </a:rPr>
              <a:t>Pribadi</a:t>
            </a:r>
            <a:r>
              <a:rPr lang="en-US" sz="2100" dirty="0">
                <a:latin typeface="Century Gothic" panose="020B0502020202020204" pitchFamily="34" charset="0"/>
              </a:rPr>
              <a:t> </a:t>
            </a:r>
            <a:r>
              <a:rPr lang="en-US" sz="2100" dirty="0" err="1">
                <a:latin typeface="Century Gothic" panose="020B0502020202020204" pitchFamily="34" charset="0"/>
              </a:rPr>
              <a:t>waktu</a:t>
            </a:r>
            <a:r>
              <a:rPr lang="en-US" sz="2100" dirty="0">
                <a:latin typeface="Century Gothic" panose="020B0502020202020204" pitchFamily="34" charset="0"/>
              </a:rPr>
              <a:t> </a:t>
            </a:r>
            <a:r>
              <a:rPr lang="en-US" sz="2100" dirty="0" err="1">
                <a:latin typeface="Century Gothic" panose="020B0502020202020204" pitchFamily="34" charset="0"/>
              </a:rPr>
              <a:t>penggunaaan</a:t>
            </a:r>
            <a:r>
              <a:rPr lang="en-US" sz="2100" dirty="0">
                <a:latin typeface="Century Gothic" panose="020B0502020202020204" pitchFamily="34" charset="0"/>
              </a:rPr>
              <a:t> </a:t>
            </a:r>
            <a:r>
              <a:rPr lang="en-US" sz="2100" dirty="0" err="1">
                <a:latin typeface="Century Gothic" panose="020B0502020202020204" pitchFamily="34" charset="0"/>
              </a:rPr>
              <a:t>Aplikasi</a:t>
            </a:r>
            <a:r>
              <a:rPr lang="en-US" sz="2100" dirty="0">
                <a:latin typeface="Century Gothic" panose="020B0502020202020204" pitchFamily="34" charset="0"/>
              </a:rPr>
              <a:t> </a:t>
            </a:r>
            <a:r>
              <a:rPr lang="en-US" sz="2100" dirty="0" err="1">
                <a:latin typeface="Century Gothic" panose="020B0502020202020204" pitchFamily="34" charset="0"/>
              </a:rPr>
              <a:t>atau</a:t>
            </a:r>
            <a:r>
              <a:rPr lang="en-US" sz="2100" dirty="0">
                <a:latin typeface="Century Gothic" panose="020B0502020202020204" pitchFamily="34" charset="0"/>
              </a:rPr>
              <a:t> Website yang </a:t>
            </a:r>
            <a:r>
              <a:rPr lang="en-US" sz="2100" dirty="0" err="1">
                <a:latin typeface="Century Gothic" panose="020B0502020202020204" pitchFamily="34" charset="0"/>
              </a:rPr>
              <a:t>belum</a:t>
            </a:r>
            <a:r>
              <a:rPr lang="en-US" sz="2100" dirty="0">
                <a:latin typeface="Century Gothic" panose="020B0502020202020204" pitchFamily="34" charset="0"/>
              </a:rPr>
              <a:t> di </a:t>
            </a:r>
            <a:r>
              <a:rPr lang="en-US" sz="2100" dirty="0" err="1">
                <a:latin typeface="Century Gothic" panose="020B0502020202020204" pitchFamily="34" charset="0"/>
              </a:rPr>
              <a:t>validasi</a:t>
            </a:r>
            <a:r>
              <a:rPr lang="en-US" sz="2100" dirty="0">
                <a:latin typeface="Century Gothic" panose="020B0502020202020204" pitchFamily="34" charset="0"/>
              </a:rPr>
              <a:t> </a:t>
            </a:r>
            <a:r>
              <a:rPr lang="en-US" sz="2100" dirty="0" err="1">
                <a:latin typeface="Century Gothic" panose="020B0502020202020204" pitchFamily="34" charset="0"/>
              </a:rPr>
              <a:t>keamanannya</a:t>
            </a:r>
            <a:endParaRPr lang="en-ID" sz="2100" dirty="0">
              <a:latin typeface="Century Gothic" panose="020B0502020202020204" pitchFamily="34" charset="0"/>
            </a:endParaRPr>
          </a:p>
        </p:txBody>
      </p:sp>
      <p:pic>
        <p:nvPicPr>
          <p:cNvPr id="7" name="Picture 2" descr="Fake 3D Icons - Free Download in PNG, glTF">
            <a:extLst>
              <a:ext uri="{FF2B5EF4-FFF2-40B4-BE49-F238E27FC236}">
                <a16:creationId xmlns:a16="http://schemas.microsoft.com/office/drawing/2014/main" id="{892945DE-0B5D-769F-FBCC-1F37190AC5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12395">
            <a:off x="829899" y="2770149"/>
            <a:ext cx="1363919" cy="1363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925F93E-8939-F247-576D-71C82BCECF1C}"/>
              </a:ext>
            </a:extLst>
          </p:cNvPr>
          <p:cNvSpPr/>
          <p:nvPr/>
        </p:nvSpPr>
        <p:spPr>
          <a:xfrm>
            <a:off x="1189772" y="1340181"/>
            <a:ext cx="10028834" cy="121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E1AD8D-9C39-A154-A7C6-EDCB732137E4}"/>
              </a:ext>
            </a:extLst>
          </p:cNvPr>
          <p:cNvSpPr/>
          <p:nvPr/>
        </p:nvSpPr>
        <p:spPr>
          <a:xfrm>
            <a:off x="1258596" y="1409005"/>
            <a:ext cx="904499" cy="10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720F1C-7F22-6BAD-188C-B710276D86A3}"/>
              </a:ext>
            </a:extLst>
          </p:cNvPr>
          <p:cNvSpPr txBox="1"/>
          <p:nvPr/>
        </p:nvSpPr>
        <p:spPr>
          <a:xfrm>
            <a:off x="2265130" y="1408684"/>
            <a:ext cx="884532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 err="1">
                <a:latin typeface="Century Gothic" panose="020B0502020202020204" pitchFamily="34" charset="0"/>
              </a:rPr>
              <a:t>Menyebarkan</a:t>
            </a:r>
            <a:r>
              <a:rPr lang="en-US" sz="2100" dirty="0">
                <a:latin typeface="Century Gothic" panose="020B0502020202020204" pitchFamily="34" charset="0"/>
              </a:rPr>
              <a:t> </a:t>
            </a:r>
            <a:r>
              <a:rPr lang="en-US" sz="2100" dirty="0" err="1">
                <a:latin typeface="Century Gothic" panose="020B0502020202020204" pitchFamily="34" charset="0"/>
              </a:rPr>
              <a:t>Informasi</a:t>
            </a:r>
            <a:r>
              <a:rPr lang="en-US" sz="2100" dirty="0">
                <a:latin typeface="Century Gothic" panose="020B0502020202020204" pitchFamily="34" charset="0"/>
              </a:rPr>
              <a:t> </a:t>
            </a:r>
            <a:r>
              <a:rPr lang="en-US" sz="2100" dirty="0" err="1">
                <a:latin typeface="Century Gothic" panose="020B0502020202020204" pitchFamily="34" charset="0"/>
              </a:rPr>
              <a:t>Pribadi</a:t>
            </a:r>
            <a:r>
              <a:rPr lang="en-US" sz="2100" dirty="0">
                <a:latin typeface="Century Gothic" panose="020B0502020202020204" pitchFamily="34" charset="0"/>
              </a:rPr>
              <a:t> </a:t>
            </a:r>
            <a:r>
              <a:rPr lang="en-US" sz="2100" dirty="0" err="1">
                <a:latin typeface="Century Gothic" panose="020B0502020202020204" pitchFamily="34" charset="0"/>
              </a:rPr>
              <a:t>secara</a:t>
            </a:r>
            <a:r>
              <a:rPr lang="en-US" sz="2100" dirty="0">
                <a:latin typeface="Century Gothic" panose="020B0502020202020204" pitchFamily="34" charset="0"/>
              </a:rPr>
              <a:t> </a:t>
            </a:r>
            <a:r>
              <a:rPr lang="en-US" sz="2100" dirty="0" err="1">
                <a:latin typeface="Century Gothic" panose="020B0502020202020204" pitchFamily="34" charset="0"/>
              </a:rPr>
              <a:t>berlebihan</a:t>
            </a:r>
            <a:r>
              <a:rPr lang="en-US" sz="2100" dirty="0">
                <a:latin typeface="Century Gothic" panose="020B0502020202020204" pitchFamily="34" charset="0"/>
              </a:rPr>
              <a:t>, </a:t>
            </a:r>
            <a:r>
              <a:rPr lang="en-US" sz="2100" dirty="0" err="1">
                <a:latin typeface="Century Gothic" panose="020B0502020202020204" pitchFamily="34" charset="0"/>
              </a:rPr>
              <a:t>menjadikan</a:t>
            </a:r>
            <a:r>
              <a:rPr lang="en-US" sz="2100" dirty="0">
                <a:latin typeface="Century Gothic" panose="020B0502020202020204" pitchFamily="34" charset="0"/>
              </a:rPr>
              <a:t> media social </a:t>
            </a:r>
            <a:r>
              <a:rPr lang="en-US" sz="2100" dirty="0" err="1">
                <a:latin typeface="Century Gothic" panose="020B0502020202020204" pitchFamily="34" charset="0"/>
              </a:rPr>
              <a:t>sebagai</a:t>
            </a:r>
            <a:r>
              <a:rPr lang="en-US" sz="2100" dirty="0">
                <a:latin typeface="Century Gothic" panose="020B0502020202020204" pitchFamily="34" charset="0"/>
              </a:rPr>
              <a:t> </a:t>
            </a:r>
            <a:r>
              <a:rPr lang="en-US" sz="2100" dirty="0" err="1">
                <a:latin typeface="Century Gothic" panose="020B0502020202020204" pitchFamily="34" charset="0"/>
              </a:rPr>
              <a:t>panggung</a:t>
            </a:r>
            <a:r>
              <a:rPr lang="en-US" sz="2100" dirty="0">
                <a:latin typeface="Century Gothic" panose="020B0502020202020204" pitchFamily="34" charset="0"/>
              </a:rPr>
              <a:t> </a:t>
            </a:r>
            <a:r>
              <a:rPr lang="en-US" sz="2100" dirty="0" err="1">
                <a:latin typeface="Century Gothic" panose="020B0502020202020204" pitchFamily="34" charset="0"/>
              </a:rPr>
              <a:t>aktifitas</a:t>
            </a:r>
            <a:r>
              <a:rPr lang="en-US" sz="2100" dirty="0">
                <a:latin typeface="Century Gothic" panose="020B0502020202020204" pitchFamily="34" charset="0"/>
              </a:rPr>
              <a:t> </a:t>
            </a:r>
            <a:r>
              <a:rPr lang="en-US" sz="2100" dirty="0" err="1">
                <a:latin typeface="Century Gothic" panose="020B0502020202020204" pitchFamily="34" charset="0"/>
              </a:rPr>
              <a:t>harian</a:t>
            </a:r>
            <a:r>
              <a:rPr lang="en-US" sz="2100" dirty="0">
                <a:latin typeface="Century Gothic" panose="020B0502020202020204" pitchFamily="34" charset="0"/>
              </a:rPr>
              <a:t> </a:t>
            </a:r>
            <a:r>
              <a:rPr lang="en-US" sz="2100" dirty="0" err="1">
                <a:latin typeface="Century Gothic" panose="020B0502020202020204" pitchFamily="34" charset="0"/>
              </a:rPr>
              <a:t>tanpa</a:t>
            </a:r>
            <a:r>
              <a:rPr lang="en-US" sz="2100" dirty="0">
                <a:latin typeface="Century Gothic" panose="020B0502020202020204" pitchFamily="34" charset="0"/>
              </a:rPr>
              <a:t> strategi dan </a:t>
            </a:r>
            <a:r>
              <a:rPr lang="en-US" sz="2100" dirty="0" err="1">
                <a:latin typeface="Century Gothic" panose="020B0502020202020204" pitchFamily="34" charset="0"/>
              </a:rPr>
              <a:t>pengamanan</a:t>
            </a:r>
            <a:r>
              <a:rPr lang="en-US" sz="2100" dirty="0">
                <a:latin typeface="Century Gothic" panose="020B0502020202020204" pitchFamily="34" charset="0"/>
              </a:rPr>
              <a:t> yang </a:t>
            </a:r>
            <a:r>
              <a:rPr lang="en-US" sz="2100" dirty="0" err="1">
                <a:latin typeface="Century Gothic" panose="020B0502020202020204" pitchFamily="34" charset="0"/>
              </a:rPr>
              <a:t>jelas</a:t>
            </a:r>
            <a:endParaRPr lang="en-ID" sz="2100" dirty="0">
              <a:latin typeface="Century Gothic" panose="020B0502020202020204" pitchFamily="34" charset="0"/>
            </a:endParaRPr>
          </a:p>
        </p:txBody>
      </p:sp>
      <p:pic>
        <p:nvPicPr>
          <p:cNvPr id="11" name="Picture 4" descr="Sharing Icon PNGs for Free Download">
            <a:extLst>
              <a:ext uri="{FF2B5EF4-FFF2-40B4-BE49-F238E27FC236}">
                <a16:creationId xmlns:a16="http://schemas.microsoft.com/office/drawing/2014/main" id="{CC873956-4485-3654-FBCC-F6CA8BFD5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014" y="988407"/>
            <a:ext cx="1940476" cy="1550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AA34A5B-4DFC-4C55-FA59-4795035C2778}"/>
              </a:ext>
            </a:extLst>
          </p:cNvPr>
          <p:cNvSpPr/>
          <p:nvPr/>
        </p:nvSpPr>
        <p:spPr>
          <a:xfrm>
            <a:off x="1189772" y="4786245"/>
            <a:ext cx="10028834" cy="121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3B9E5D-FCC7-50F7-14F5-019F37E77319}"/>
              </a:ext>
            </a:extLst>
          </p:cNvPr>
          <p:cNvSpPr/>
          <p:nvPr/>
        </p:nvSpPr>
        <p:spPr>
          <a:xfrm>
            <a:off x="1258596" y="4855069"/>
            <a:ext cx="904499" cy="10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B07596-A74C-A209-0B35-FE97164EE4A3}"/>
              </a:ext>
            </a:extLst>
          </p:cNvPr>
          <p:cNvSpPr txBox="1"/>
          <p:nvPr/>
        </p:nvSpPr>
        <p:spPr>
          <a:xfrm>
            <a:off x="2265130" y="4854748"/>
            <a:ext cx="884532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Century Gothic" panose="020B0502020202020204" pitchFamily="34" charset="0"/>
              </a:rPr>
              <a:t>Tidak </a:t>
            </a:r>
            <a:r>
              <a:rPr lang="en-US" sz="2100" dirty="0" err="1">
                <a:latin typeface="Century Gothic" panose="020B0502020202020204" pitchFamily="34" charset="0"/>
              </a:rPr>
              <a:t>berpikir</a:t>
            </a:r>
            <a:r>
              <a:rPr lang="en-US" sz="2100" dirty="0">
                <a:latin typeface="Century Gothic" panose="020B0502020202020204" pitchFamily="34" charset="0"/>
              </a:rPr>
              <a:t> </a:t>
            </a:r>
            <a:r>
              <a:rPr lang="en-US" sz="2100" dirty="0" err="1">
                <a:latin typeface="Century Gothic" panose="020B0502020202020204" pitchFamily="34" charset="0"/>
              </a:rPr>
              <a:t>kritis</a:t>
            </a:r>
            <a:r>
              <a:rPr lang="en-US" sz="2100" dirty="0">
                <a:latin typeface="Century Gothic" panose="020B0502020202020204" pitchFamily="34" charset="0"/>
              </a:rPr>
              <a:t> </a:t>
            </a:r>
            <a:r>
              <a:rPr lang="en-US" sz="2100" dirty="0" err="1">
                <a:latin typeface="Century Gothic" panose="020B0502020202020204" pitchFamily="34" charset="0"/>
              </a:rPr>
              <a:t>dalam</a:t>
            </a:r>
            <a:r>
              <a:rPr lang="en-US" sz="2100" dirty="0">
                <a:latin typeface="Century Gothic" panose="020B0502020202020204" pitchFamily="34" charset="0"/>
              </a:rPr>
              <a:t> </a:t>
            </a:r>
            <a:r>
              <a:rPr lang="en-US" sz="2100" dirty="0" err="1">
                <a:latin typeface="Century Gothic" panose="020B0502020202020204" pitchFamily="34" charset="0"/>
              </a:rPr>
              <a:t>Validasi</a:t>
            </a:r>
            <a:r>
              <a:rPr lang="en-US" sz="2100" dirty="0">
                <a:latin typeface="Century Gothic" panose="020B0502020202020204" pitchFamily="34" charset="0"/>
              </a:rPr>
              <a:t> </a:t>
            </a:r>
            <a:r>
              <a:rPr lang="en-US" sz="2100" dirty="0" err="1">
                <a:latin typeface="Century Gothic" panose="020B0502020202020204" pitchFamily="34" charset="0"/>
              </a:rPr>
              <a:t>Informasi</a:t>
            </a:r>
            <a:r>
              <a:rPr lang="en-US" sz="2100" dirty="0">
                <a:latin typeface="Century Gothic" panose="020B0502020202020204" pitchFamily="34" charset="0"/>
              </a:rPr>
              <a:t> </a:t>
            </a:r>
            <a:r>
              <a:rPr lang="en-US" sz="2100" dirty="0" err="1">
                <a:latin typeface="Century Gothic" panose="020B0502020202020204" pitchFamily="34" charset="0"/>
              </a:rPr>
              <a:t>gampang</a:t>
            </a:r>
            <a:r>
              <a:rPr lang="en-US" sz="2100" dirty="0">
                <a:latin typeface="Century Gothic" panose="020B0502020202020204" pitchFamily="34" charset="0"/>
              </a:rPr>
              <a:t> </a:t>
            </a:r>
            <a:r>
              <a:rPr lang="en-US" sz="2100" dirty="0" err="1">
                <a:latin typeface="Century Gothic" panose="020B0502020202020204" pitchFamily="34" charset="0"/>
              </a:rPr>
              <a:t>serap</a:t>
            </a:r>
            <a:r>
              <a:rPr lang="en-US" sz="2100" dirty="0">
                <a:latin typeface="Century Gothic" panose="020B0502020202020204" pitchFamily="34" charset="0"/>
              </a:rPr>
              <a:t> dan </a:t>
            </a:r>
            <a:r>
              <a:rPr lang="en-US" sz="2100" dirty="0" err="1">
                <a:latin typeface="Century Gothic" panose="020B0502020202020204" pitchFamily="34" charset="0"/>
              </a:rPr>
              <a:t>sebar</a:t>
            </a:r>
            <a:r>
              <a:rPr lang="en-US" sz="2100" dirty="0">
                <a:latin typeface="Century Gothic" panose="020B0502020202020204" pitchFamily="34" charset="0"/>
              </a:rPr>
              <a:t> </a:t>
            </a:r>
            <a:r>
              <a:rPr lang="en-US" sz="2100" dirty="0" err="1">
                <a:latin typeface="Century Gothic" panose="020B0502020202020204" pitchFamily="34" charset="0"/>
              </a:rPr>
              <a:t>Informasi</a:t>
            </a:r>
            <a:r>
              <a:rPr lang="en-US" sz="2100" dirty="0">
                <a:latin typeface="Century Gothic" panose="020B0502020202020204" pitchFamily="34" charset="0"/>
              </a:rPr>
              <a:t>, </a:t>
            </a:r>
            <a:r>
              <a:rPr lang="en-US" sz="2100" dirty="0" err="1">
                <a:latin typeface="Century Gothic" panose="020B0502020202020204" pitchFamily="34" charset="0"/>
              </a:rPr>
              <a:t>kurang</a:t>
            </a:r>
            <a:r>
              <a:rPr lang="en-US" sz="2100" dirty="0">
                <a:latin typeface="Century Gothic" panose="020B0502020202020204" pitchFamily="34" charset="0"/>
              </a:rPr>
              <a:t> </a:t>
            </a:r>
            <a:r>
              <a:rPr lang="en-US" sz="2100" dirty="0" err="1">
                <a:latin typeface="Century Gothic" panose="020B0502020202020204" pitchFamily="34" charset="0"/>
              </a:rPr>
              <a:t>waspada</a:t>
            </a:r>
            <a:r>
              <a:rPr lang="en-US" sz="2100" dirty="0">
                <a:latin typeface="Century Gothic" panose="020B0502020202020204" pitchFamily="34" charset="0"/>
              </a:rPr>
              <a:t> </a:t>
            </a:r>
            <a:r>
              <a:rPr lang="en-US" sz="2100" dirty="0" err="1">
                <a:latin typeface="Century Gothic" panose="020B0502020202020204" pitchFamily="34" charset="0"/>
              </a:rPr>
              <a:t>gunakan</a:t>
            </a:r>
            <a:r>
              <a:rPr lang="en-US" sz="2100" dirty="0">
                <a:latin typeface="Century Gothic" panose="020B0502020202020204" pitchFamily="34" charset="0"/>
              </a:rPr>
              <a:t> </a:t>
            </a:r>
            <a:r>
              <a:rPr lang="en-US" sz="2100" dirty="0" err="1">
                <a:latin typeface="Century Gothic" panose="020B0502020202020204" pitchFamily="34" charset="0"/>
              </a:rPr>
              <a:t>Aplikasi</a:t>
            </a:r>
            <a:r>
              <a:rPr lang="en-US" sz="2100" dirty="0">
                <a:latin typeface="Century Gothic" panose="020B0502020202020204" pitchFamily="34" charset="0"/>
              </a:rPr>
              <a:t> </a:t>
            </a:r>
            <a:r>
              <a:rPr lang="en-US" sz="2100" dirty="0" err="1">
                <a:latin typeface="Century Gothic" panose="020B0502020202020204" pitchFamily="34" charset="0"/>
              </a:rPr>
              <a:t>atau</a:t>
            </a:r>
            <a:r>
              <a:rPr lang="en-US" sz="2100" dirty="0">
                <a:latin typeface="Century Gothic" panose="020B0502020202020204" pitchFamily="34" charset="0"/>
              </a:rPr>
              <a:t> Website, </a:t>
            </a:r>
            <a:r>
              <a:rPr lang="en-US" sz="2100" dirty="0" err="1">
                <a:latin typeface="Century Gothic" panose="020B0502020202020204" pitchFamily="34" charset="0"/>
              </a:rPr>
              <a:t>lengah</a:t>
            </a:r>
            <a:r>
              <a:rPr lang="en-US" sz="2100" dirty="0">
                <a:latin typeface="Century Gothic" panose="020B0502020202020204" pitchFamily="34" charset="0"/>
              </a:rPr>
              <a:t> </a:t>
            </a:r>
            <a:r>
              <a:rPr lang="en-US" sz="2100" dirty="0" err="1">
                <a:latin typeface="Century Gothic" panose="020B0502020202020204" pitchFamily="34" charset="0"/>
              </a:rPr>
              <a:t>atas</a:t>
            </a:r>
            <a:r>
              <a:rPr lang="en-US" sz="2100" dirty="0">
                <a:latin typeface="Century Gothic" panose="020B0502020202020204" pitchFamily="34" charset="0"/>
              </a:rPr>
              <a:t> OTP dan APK </a:t>
            </a:r>
            <a:endParaRPr lang="en-ID" sz="2100" dirty="0">
              <a:latin typeface="Century Gothic" panose="020B0502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EE9E722-CBAC-F92C-E1AA-C8A640F390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687148">
            <a:off x="809037" y="4450187"/>
            <a:ext cx="1405645" cy="140564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AE68664-39A9-0E21-AF64-8A4E092FF604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17785" y="184928"/>
            <a:ext cx="1689834" cy="34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831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AB89B-05B9-6C60-12C7-40C082F1E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660D3-381A-5916-A1F5-E6E2B7436E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/>
          <a:lstStyle/>
          <a:p>
            <a:fld id="{DBE5F007-28FD-B845-A833-24BC97E499D9}" type="slidenum">
              <a:rPr lang="uk-UA" altLang="en-US" smtClean="0"/>
              <a:pPr/>
              <a:t>7</a:t>
            </a:fld>
            <a:endParaRPr lang="uk-UA" alt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B6915F-E7D0-F048-7001-101386E326F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90699" y="1524528"/>
            <a:ext cx="5050462" cy="4050051"/>
          </a:xfrm>
          <a:prstGeom prst="rect">
            <a:avLst/>
          </a:prstGeom>
        </p:spPr>
      </p:pic>
      <p:sp>
        <p:nvSpPr>
          <p:cNvPr id="3" name="Google Shape;113;p1">
            <a:extLst>
              <a:ext uri="{FF2B5EF4-FFF2-40B4-BE49-F238E27FC236}">
                <a16:creationId xmlns:a16="http://schemas.microsoft.com/office/drawing/2014/main" id="{2FC1D2E2-C4F2-CECA-658C-4BA69B6D54AF}"/>
              </a:ext>
            </a:extLst>
          </p:cNvPr>
          <p:cNvSpPr txBox="1">
            <a:spLocks/>
          </p:cNvSpPr>
          <p:nvPr/>
        </p:nvSpPr>
        <p:spPr>
          <a:xfrm>
            <a:off x="278351" y="635613"/>
            <a:ext cx="10972730" cy="69454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lt1"/>
              </a:buClr>
              <a:buSzPts val="2400"/>
              <a:buFont typeface="Arial" panose="020B0604020202020204" pitchFamily="34" charset="0"/>
              <a:buNone/>
            </a:pPr>
            <a:r>
              <a:rPr lang="en-US" sz="4400" b="1" spc="-150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  <a:ea typeface="MS UI Gothic" panose="020B0600070205080204" pitchFamily="34" charset="-128"/>
                <a:cs typeface="Open Sans"/>
                <a:sym typeface="Open Sans"/>
              </a:rPr>
              <a:t>RESIKO KELALAIAN MENJAGA ASET DIGITAL</a:t>
            </a:r>
            <a:endParaRPr lang="nn-NO" sz="4400" b="1" spc="-150" dirty="0">
              <a:solidFill>
                <a:schemeClr val="accent1">
                  <a:lumMod val="50000"/>
                </a:schemeClr>
              </a:solidFill>
              <a:latin typeface="Fira Sans Black" panose="020B0A03050000020004" pitchFamily="34" charset="0"/>
              <a:ea typeface="MS UI Gothic" panose="020B0600070205080204" pitchFamily="34" charset="-128"/>
              <a:cs typeface="Open Sans"/>
              <a:sym typeface="Open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4258B8-C325-1CB2-928C-B531FF6187EE}"/>
              </a:ext>
            </a:extLst>
          </p:cNvPr>
          <p:cNvSpPr txBox="1"/>
          <p:nvPr/>
        </p:nvSpPr>
        <p:spPr>
          <a:xfrm>
            <a:off x="6381728" y="1477935"/>
            <a:ext cx="47428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Century Gothic" panose="020B0502020202020204" pitchFamily="34" charset="0"/>
              </a:rPr>
              <a:t>Pencurian</a:t>
            </a:r>
            <a:r>
              <a:rPr lang="en-US" sz="2800" dirty="0">
                <a:latin typeface="Century Gothic" panose="020B0502020202020204" pitchFamily="34" charset="0"/>
              </a:rPr>
              <a:t> </a:t>
            </a:r>
            <a:r>
              <a:rPr lang="en-US" sz="2800" dirty="0" err="1">
                <a:latin typeface="Century Gothic" panose="020B0502020202020204" pitchFamily="34" charset="0"/>
              </a:rPr>
              <a:t>Indentitas</a:t>
            </a:r>
            <a:endParaRPr lang="en-ID" sz="2800" dirty="0">
              <a:latin typeface="Century Gothic" panose="020B0502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E07B2D-3769-6AD2-EF63-794B48635E6F}"/>
              </a:ext>
            </a:extLst>
          </p:cNvPr>
          <p:cNvSpPr txBox="1"/>
          <p:nvPr/>
        </p:nvSpPr>
        <p:spPr>
          <a:xfrm>
            <a:off x="6381728" y="2586476"/>
            <a:ext cx="47428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Century Gothic" panose="020B0502020202020204" pitchFamily="34" charset="0"/>
              </a:rPr>
              <a:t>Kehilangan</a:t>
            </a:r>
            <a:r>
              <a:rPr lang="en-US" sz="2800" dirty="0">
                <a:latin typeface="Century Gothic" panose="020B0502020202020204" pitchFamily="34" charset="0"/>
              </a:rPr>
              <a:t> Data</a:t>
            </a:r>
            <a:endParaRPr lang="en-ID" sz="2800" dirty="0">
              <a:latin typeface="Century Gothic" panose="020B0502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66B887-FE19-C8EF-CE96-4E0D14187CE0}"/>
              </a:ext>
            </a:extLst>
          </p:cNvPr>
          <p:cNvSpPr txBox="1"/>
          <p:nvPr/>
        </p:nvSpPr>
        <p:spPr>
          <a:xfrm>
            <a:off x="6381728" y="3150124"/>
            <a:ext cx="47428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Century Gothic" panose="020B0502020202020204" pitchFamily="34" charset="0"/>
              </a:rPr>
              <a:t>Penipuan</a:t>
            </a:r>
            <a:r>
              <a:rPr lang="en-US" sz="2800" dirty="0">
                <a:latin typeface="Century Gothic" panose="020B0502020202020204" pitchFamily="34" charset="0"/>
              </a:rPr>
              <a:t> Online</a:t>
            </a:r>
            <a:endParaRPr lang="en-ID" sz="2800" dirty="0">
              <a:latin typeface="Century Gothic" panose="020B0502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9B872F3-25DD-B4D9-2595-9ADA8CAB8903}"/>
              </a:ext>
            </a:extLst>
          </p:cNvPr>
          <p:cNvSpPr/>
          <p:nvPr/>
        </p:nvSpPr>
        <p:spPr>
          <a:xfrm>
            <a:off x="5754882" y="1469545"/>
            <a:ext cx="540000" cy="5400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ID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B6E0C26-0BB6-53CB-A648-36C27672DB7D}"/>
              </a:ext>
            </a:extLst>
          </p:cNvPr>
          <p:cNvSpPr/>
          <p:nvPr/>
        </p:nvSpPr>
        <p:spPr>
          <a:xfrm>
            <a:off x="5754882" y="2586476"/>
            <a:ext cx="540000" cy="5400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ID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D7B46D1-59E9-77D1-6B42-7366AD7CF13D}"/>
              </a:ext>
            </a:extLst>
          </p:cNvPr>
          <p:cNvSpPr/>
          <p:nvPr/>
        </p:nvSpPr>
        <p:spPr>
          <a:xfrm>
            <a:off x="5754882" y="3151345"/>
            <a:ext cx="540000" cy="5400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ID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6D2942-5EEE-0C5C-72A8-3F09826DEF5D}"/>
              </a:ext>
            </a:extLst>
          </p:cNvPr>
          <p:cNvSpPr txBox="1"/>
          <p:nvPr/>
        </p:nvSpPr>
        <p:spPr>
          <a:xfrm>
            <a:off x="6381728" y="3736368"/>
            <a:ext cx="5372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Century Gothic" panose="020B0502020202020204" pitchFamily="34" charset="0"/>
              </a:rPr>
              <a:t>Kehilangan</a:t>
            </a:r>
            <a:r>
              <a:rPr lang="en-US" sz="2800" dirty="0">
                <a:latin typeface="Century Gothic" panose="020B0502020202020204" pitchFamily="34" charset="0"/>
              </a:rPr>
              <a:t> Dana</a:t>
            </a:r>
            <a:endParaRPr lang="en-ID" sz="2800" dirty="0">
              <a:latin typeface="Century Gothic" panose="020B050202020202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72A7D51-1796-4E63-60B4-A9067BD6AE45}"/>
              </a:ext>
            </a:extLst>
          </p:cNvPr>
          <p:cNvSpPr/>
          <p:nvPr/>
        </p:nvSpPr>
        <p:spPr>
          <a:xfrm>
            <a:off x="5754882" y="3736368"/>
            <a:ext cx="540000" cy="5400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endParaRPr lang="en-ID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C3357F-D587-97AB-5F33-157DBC8F6A7A}"/>
              </a:ext>
            </a:extLst>
          </p:cNvPr>
          <p:cNvSpPr txBox="1"/>
          <p:nvPr/>
        </p:nvSpPr>
        <p:spPr>
          <a:xfrm>
            <a:off x="6381728" y="2030950"/>
            <a:ext cx="47428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Century Gothic" panose="020B0502020202020204" pitchFamily="34" charset="0"/>
              </a:rPr>
              <a:t>Rusaknya</a:t>
            </a:r>
            <a:r>
              <a:rPr lang="en-US" sz="2800" dirty="0">
                <a:latin typeface="Century Gothic" panose="020B0502020202020204" pitchFamily="34" charset="0"/>
              </a:rPr>
              <a:t> Reputasi</a:t>
            </a:r>
            <a:endParaRPr lang="en-ID" sz="2800" dirty="0">
              <a:latin typeface="Century Gothic" panose="020B050202020202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76E63AD-994C-214B-E28B-7B34A05152B4}"/>
              </a:ext>
            </a:extLst>
          </p:cNvPr>
          <p:cNvSpPr/>
          <p:nvPr/>
        </p:nvSpPr>
        <p:spPr>
          <a:xfrm>
            <a:off x="5754882" y="2030950"/>
            <a:ext cx="540000" cy="5400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ID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ACCF86-56A4-5BB0-72EE-274D08C2D356}"/>
              </a:ext>
            </a:extLst>
          </p:cNvPr>
          <p:cNvSpPr txBox="1"/>
          <p:nvPr/>
        </p:nvSpPr>
        <p:spPr>
          <a:xfrm>
            <a:off x="6381728" y="4298351"/>
            <a:ext cx="5372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</a:rPr>
              <a:t>Echo Chamber</a:t>
            </a:r>
            <a:endParaRPr lang="en-ID" sz="2800" dirty="0">
              <a:latin typeface="Century Gothic" panose="020B0502020202020204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B12CE76-4B97-6492-961D-B05E04E93D29}"/>
              </a:ext>
            </a:extLst>
          </p:cNvPr>
          <p:cNvSpPr/>
          <p:nvPr/>
        </p:nvSpPr>
        <p:spPr>
          <a:xfrm>
            <a:off x="5754882" y="4298351"/>
            <a:ext cx="540000" cy="5400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  <a:endParaRPr lang="en-ID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E3193A-675A-DAE7-B62A-5EF109DB7D58}"/>
              </a:ext>
            </a:extLst>
          </p:cNvPr>
          <p:cNvSpPr txBox="1"/>
          <p:nvPr/>
        </p:nvSpPr>
        <p:spPr>
          <a:xfrm>
            <a:off x="6386648" y="4844039"/>
            <a:ext cx="5372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Century Gothic" panose="020B0502020202020204" pitchFamily="34" charset="0"/>
              </a:rPr>
              <a:t>Pemulihan</a:t>
            </a:r>
            <a:r>
              <a:rPr lang="en-US" sz="2800" dirty="0">
                <a:latin typeface="Century Gothic" panose="020B0502020202020204" pitchFamily="34" charset="0"/>
              </a:rPr>
              <a:t> yang </a:t>
            </a:r>
            <a:r>
              <a:rPr lang="en-US" sz="2800" dirty="0" err="1">
                <a:latin typeface="Century Gothic" panose="020B0502020202020204" pitchFamily="34" charset="0"/>
              </a:rPr>
              <a:t>sulit</a:t>
            </a:r>
            <a:endParaRPr lang="en-ID" sz="2800" dirty="0">
              <a:latin typeface="Century Gothic" panose="020B0502020202020204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E3A9199-3B60-C877-6CC4-A3E05D10B4E3}"/>
              </a:ext>
            </a:extLst>
          </p:cNvPr>
          <p:cNvSpPr/>
          <p:nvPr/>
        </p:nvSpPr>
        <p:spPr>
          <a:xfrm>
            <a:off x="5759802" y="4844039"/>
            <a:ext cx="540000" cy="5400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  <a:endParaRPr lang="en-ID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7656F7-AF69-D9A7-6B16-5DF085579A2C}"/>
              </a:ext>
            </a:extLst>
          </p:cNvPr>
          <p:cNvSpPr txBox="1"/>
          <p:nvPr/>
        </p:nvSpPr>
        <p:spPr>
          <a:xfrm>
            <a:off x="6391562" y="5379900"/>
            <a:ext cx="5372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</a:rPr>
              <a:t>Dan </a:t>
            </a:r>
            <a:r>
              <a:rPr lang="en-US" sz="2800" dirty="0" err="1">
                <a:latin typeface="Century Gothic" panose="020B0502020202020204" pitchFamily="34" charset="0"/>
              </a:rPr>
              <a:t>banyal</a:t>
            </a:r>
            <a:r>
              <a:rPr lang="en-US" sz="2800" dirty="0">
                <a:latin typeface="Century Gothic" panose="020B0502020202020204" pitchFamily="34" charset="0"/>
              </a:rPr>
              <a:t> negative </a:t>
            </a:r>
            <a:r>
              <a:rPr lang="en-US" sz="2800" dirty="0" err="1">
                <a:latin typeface="Century Gothic" panose="020B0502020202020204" pitchFamily="34" charset="0"/>
              </a:rPr>
              <a:t>lainnya</a:t>
            </a:r>
            <a:endParaRPr lang="en-ID" sz="2800" dirty="0">
              <a:latin typeface="Century Gothic" panose="020B0502020202020204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AB7CB14-0593-2578-154E-24261BC0625B}"/>
              </a:ext>
            </a:extLst>
          </p:cNvPr>
          <p:cNvSpPr/>
          <p:nvPr/>
        </p:nvSpPr>
        <p:spPr>
          <a:xfrm>
            <a:off x="5764716" y="5360234"/>
            <a:ext cx="540000" cy="5400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  <a:endParaRPr lang="en-ID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ECB084E-0812-D9F1-A123-997E69A3634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17785" y="184928"/>
            <a:ext cx="1689834" cy="34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70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46CAA-FC2E-8B29-C8DA-AC937204E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4D9F4-32C1-3227-46B7-2CBF6EB4E7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/>
          <a:lstStyle/>
          <a:p>
            <a:fld id="{DBE5F007-28FD-B845-A833-24BC97E499D9}" type="slidenum">
              <a:rPr lang="uk-UA" altLang="en-US" smtClean="0"/>
              <a:pPr/>
              <a:t>8</a:t>
            </a:fld>
            <a:endParaRPr lang="uk-UA" alt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AA75D4-F973-F5C2-A190-68E419AF236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8660" y="70163"/>
            <a:ext cx="11189798" cy="58983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06C1A-985E-9B9A-995E-E06182F2BF49}"/>
              </a:ext>
            </a:extLst>
          </p:cNvPr>
          <p:cNvSpPr txBox="1"/>
          <p:nvPr/>
        </p:nvSpPr>
        <p:spPr>
          <a:xfrm>
            <a:off x="3706575" y="472890"/>
            <a:ext cx="18288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Kenali </a:t>
            </a:r>
            <a:r>
              <a:rPr lang="en-US" b="1" dirty="0" err="1">
                <a:latin typeface="Comic Sans MS" panose="030F0702030302020204" pitchFamily="66" charset="0"/>
              </a:rPr>
              <a:t>aturan</a:t>
            </a:r>
            <a:br>
              <a:rPr lang="en-US" b="1" dirty="0">
                <a:latin typeface="Comic Sans MS" panose="030F0702030302020204" pitchFamily="66" charset="0"/>
              </a:rPr>
            </a:br>
            <a:r>
              <a:rPr lang="en-US" b="1" dirty="0" err="1">
                <a:latin typeface="Comic Sans MS" panose="030F0702030302020204" pitchFamily="66" charset="0"/>
              </a:rPr>
              <a:t>fitur</a:t>
            </a:r>
            <a:r>
              <a:rPr lang="en-US" b="1" dirty="0">
                <a:latin typeface="Comic Sans MS" panose="030F0702030302020204" pitchFamily="66" charset="0"/>
              </a:rPr>
              <a:t> </a:t>
            </a:r>
            <a:r>
              <a:rPr lang="en-US" b="1" dirty="0" err="1">
                <a:latin typeface="Comic Sans MS" panose="030F0702030302020204" pitchFamily="66" charset="0"/>
              </a:rPr>
              <a:t>kemanan</a:t>
            </a:r>
            <a:r>
              <a:rPr lang="en-US" b="1" dirty="0">
                <a:latin typeface="Comic Sans MS" panose="030F0702030302020204" pitchFamily="66" charset="0"/>
              </a:rPr>
              <a:t> </a:t>
            </a:r>
            <a:r>
              <a:rPr lang="en-US" b="1" dirty="0" err="1">
                <a:latin typeface="Comic Sans MS" panose="030F0702030302020204" pitchFamily="66" charset="0"/>
              </a:rPr>
              <a:t>tiap</a:t>
            </a:r>
            <a:r>
              <a:rPr lang="en-US" b="1" dirty="0">
                <a:latin typeface="Comic Sans MS" panose="030F0702030302020204" pitchFamily="66" charset="0"/>
              </a:rPr>
              <a:t> </a:t>
            </a:r>
            <a:r>
              <a:rPr lang="en-US" b="1" dirty="0" err="1">
                <a:latin typeface="Comic Sans MS" panose="030F0702030302020204" pitchFamily="66" charset="0"/>
              </a:rPr>
              <a:t>perangkat</a:t>
            </a:r>
            <a:endParaRPr lang="en-ID" b="1" dirty="0">
              <a:latin typeface="Comic Sans MS" panose="030F0702030302020204" pitchFamily="66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82D54C-C5C8-1239-078D-9C8F60156872}"/>
              </a:ext>
            </a:extLst>
          </p:cNvPr>
          <p:cNvSpPr txBox="1"/>
          <p:nvPr/>
        </p:nvSpPr>
        <p:spPr>
          <a:xfrm rot="21330955">
            <a:off x="606047" y="2022630"/>
            <a:ext cx="1654698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 err="1">
                <a:latin typeface="Comic Sans MS" panose="030F0702030302020204" pitchFamily="66" charset="0"/>
              </a:rPr>
              <a:t>Pastikan</a:t>
            </a:r>
            <a:r>
              <a:rPr lang="en-US" sz="1700" b="1" dirty="0">
                <a:latin typeface="Comic Sans MS" panose="030F0702030302020204" pitchFamily="66" charset="0"/>
              </a:rPr>
              <a:t> </a:t>
            </a:r>
            <a:br>
              <a:rPr lang="en-US" sz="1700" b="1" dirty="0">
                <a:latin typeface="Comic Sans MS" panose="030F0702030302020204" pitchFamily="66" charset="0"/>
              </a:rPr>
            </a:br>
            <a:r>
              <a:rPr lang="en-US" sz="1700" b="1" dirty="0" err="1">
                <a:latin typeface="Comic Sans MS" panose="030F0702030302020204" pitchFamily="66" charset="0"/>
              </a:rPr>
              <a:t>Apss</a:t>
            </a:r>
            <a:r>
              <a:rPr lang="en-US" sz="1700" b="1" dirty="0">
                <a:latin typeface="Comic Sans MS" panose="030F0702030302020204" pitchFamily="66" charset="0"/>
              </a:rPr>
              <a:t> website, </a:t>
            </a:r>
            <a:r>
              <a:rPr lang="en-US" sz="1700" b="1" dirty="0" err="1">
                <a:latin typeface="Comic Sans MS" panose="030F0702030302020204" pitchFamily="66" charset="0"/>
              </a:rPr>
              <a:t>pltform</a:t>
            </a:r>
            <a:r>
              <a:rPr lang="en-US" sz="1700" b="1" dirty="0">
                <a:latin typeface="Comic Sans MS" panose="030F0702030302020204" pitchFamily="66" charset="0"/>
              </a:rPr>
              <a:t> </a:t>
            </a:r>
            <a:r>
              <a:rPr lang="en-US" sz="1700" b="1" dirty="0" err="1">
                <a:latin typeface="Comic Sans MS" panose="030F0702030302020204" pitchFamily="66" charset="0"/>
              </a:rPr>
              <a:t>aman</a:t>
            </a:r>
            <a:endParaRPr lang="en-ID" sz="1700" b="1" dirty="0">
              <a:latin typeface="Comic Sans MS" panose="030F0702030302020204" pitchFamily="66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C3EBE5-A9F2-FC4F-F029-B4ECDB569844}"/>
              </a:ext>
            </a:extLst>
          </p:cNvPr>
          <p:cNvSpPr txBox="1"/>
          <p:nvPr/>
        </p:nvSpPr>
        <p:spPr>
          <a:xfrm rot="21330955">
            <a:off x="1586032" y="551947"/>
            <a:ext cx="14421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dirty="0">
                <a:latin typeface="Comic Sans MS" panose="030F0702030302020204" pitchFamily="66" charset="0"/>
              </a:rPr>
              <a:t>Setting</a:t>
            </a:r>
          </a:p>
          <a:p>
            <a:pPr algn="ctr"/>
            <a:r>
              <a:rPr lang="en-US" sz="1700" b="1" dirty="0">
                <a:latin typeface="Comic Sans MS" panose="030F0702030302020204" pitchFamily="66" charset="0"/>
              </a:rPr>
              <a:t>device</a:t>
            </a:r>
            <a:endParaRPr lang="en-ID" sz="1700" b="1" dirty="0">
              <a:latin typeface="Comic Sans MS" panose="030F0702030302020204" pitchFamily="66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F7557C-DECA-9EC6-F80B-249540D37311}"/>
              </a:ext>
            </a:extLst>
          </p:cNvPr>
          <p:cNvSpPr txBox="1"/>
          <p:nvPr/>
        </p:nvSpPr>
        <p:spPr>
          <a:xfrm rot="21146355">
            <a:off x="2562520" y="1901815"/>
            <a:ext cx="17519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Comic Sans MS" panose="030F0702030302020204" pitchFamily="66" charset="0"/>
              </a:rPr>
              <a:t>Waspada</a:t>
            </a:r>
            <a:r>
              <a:rPr lang="en-US" b="1" dirty="0">
                <a:latin typeface="Comic Sans MS" panose="030F0702030302020204" pitchFamily="66" charset="0"/>
              </a:rPr>
              <a:t> </a:t>
            </a:r>
            <a:r>
              <a:rPr lang="en-US" b="1" dirty="0" err="1">
                <a:latin typeface="Comic Sans MS" panose="030F0702030302020204" pitchFamily="66" charset="0"/>
              </a:rPr>
              <a:t>berada</a:t>
            </a:r>
            <a:r>
              <a:rPr lang="en-US" b="1" dirty="0">
                <a:latin typeface="Comic Sans MS" panose="030F0702030302020204" pitchFamily="66" charset="0"/>
              </a:rPr>
              <a:t> di</a:t>
            </a:r>
          </a:p>
          <a:p>
            <a:r>
              <a:rPr lang="en-US" b="1" dirty="0">
                <a:latin typeface="Comic Sans MS" panose="030F0702030302020204" pitchFamily="66" charset="0"/>
              </a:rPr>
              <a:t>Area </a:t>
            </a:r>
            <a:r>
              <a:rPr lang="en-US" b="1" dirty="0" err="1">
                <a:latin typeface="Comic Sans MS" panose="030F0702030302020204" pitchFamily="66" charset="0"/>
              </a:rPr>
              <a:t>wifi</a:t>
            </a:r>
            <a:endParaRPr lang="en-US" b="1" dirty="0">
              <a:latin typeface="Comic Sans MS" panose="030F0702030302020204" pitchFamily="66" charset="0"/>
            </a:endParaRPr>
          </a:p>
          <a:p>
            <a:r>
              <a:rPr lang="en-US" b="1" dirty="0">
                <a:latin typeface="Comic Sans MS" panose="030F0702030302020204" pitchFamily="66" charset="0"/>
              </a:rPr>
              <a:t>public</a:t>
            </a:r>
            <a:endParaRPr lang="en-ID" b="1" dirty="0">
              <a:latin typeface="Comic Sans MS" panose="030F0702030302020204" pitchFamily="66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EC7342-D16B-0A73-126A-895D971E1A7C}"/>
              </a:ext>
            </a:extLst>
          </p:cNvPr>
          <p:cNvSpPr txBox="1"/>
          <p:nvPr/>
        </p:nvSpPr>
        <p:spPr>
          <a:xfrm>
            <a:off x="2173936" y="3781024"/>
            <a:ext cx="21249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Comic Sans MS" panose="030F0702030302020204" pitchFamily="66" charset="0"/>
              </a:rPr>
              <a:t>Aktifkan</a:t>
            </a:r>
            <a:r>
              <a:rPr lang="en-US" b="1" dirty="0">
                <a:latin typeface="Comic Sans MS" panose="030F0702030302020204" pitchFamily="66" charset="0"/>
              </a:rPr>
              <a:t> </a:t>
            </a:r>
            <a:r>
              <a:rPr lang="en-US" b="1" dirty="0" err="1">
                <a:latin typeface="Comic Sans MS" panose="030F0702030302020204" pitchFamily="66" charset="0"/>
              </a:rPr>
              <a:t>notif</a:t>
            </a:r>
            <a:endParaRPr lang="en-US" b="1" dirty="0">
              <a:latin typeface="Comic Sans MS" panose="030F0702030302020204" pitchFamily="66" charset="0"/>
            </a:endParaRPr>
          </a:p>
          <a:p>
            <a:r>
              <a:rPr lang="en-US" b="1" dirty="0">
                <a:latin typeface="Comic Sans MS" panose="030F0702030302020204" pitchFamily="66" charset="0"/>
              </a:rPr>
              <a:t>pd </a:t>
            </a:r>
            <a:r>
              <a:rPr lang="en-US" b="1" dirty="0" err="1">
                <a:latin typeface="Comic Sans MS" panose="030F0702030302020204" pitchFamily="66" charset="0"/>
              </a:rPr>
              <a:t>pemanfaatan</a:t>
            </a:r>
            <a:endParaRPr lang="en-US" b="1" dirty="0">
              <a:latin typeface="Comic Sans MS" panose="030F0702030302020204" pitchFamily="66" charset="0"/>
            </a:endParaRPr>
          </a:p>
          <a:p>
            <a:r>
              <a:rPr lang="en-US" b="1" dirty="0">
                <a:latin typeface="Comic Sans MS" panose="030F0702030302020204" pitchFamily="66" charset="0"/>
              </a:rPr>
              <a:t>Aset digital</a:t>
            </a:r>
            <a:endParaRPr lang="en-ID" b="1" dirty="0">
              <a:latin typeface="Comic Sans MS" panose="030F0702030302020204" pitchFamily="66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DDE2A3-1312-0A23-BD6A-8250DE990716}"/>
              </a:ext>
            </a:extLst>
          </p:cNvPr>
          <p:cNvSpPr txBox="1"/>
          <p:nvPr/>
        </p:nvSpPr>
        <p:spPr>
          <a:xfrm>
            <a:off x="4349860" y="4349644"/>
            <a:ext cx="14097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 err="1">
                <a:latin typeface="Comic Sans MS" panose="030F0702030302020204" pitchFamily="66" charset="0"/>
              </a:rPr>
              <a:t>Hindari</a:t>
            </a:r>
            <a:r>
              <a:rPr lang="en-US" sz="1600" b="1" dirty="0">
                <a:latin typeface="Comic Sans MS" panose="030F0702030302020204" pitchFamily="66" charset="0"/>
              </a:rPr>
              <a:t> login</a:t>
            </a:r>
          </a:p>
          <a:p>
            <a:pPr algn="r"/>
            <a:r>
              <a:rPr lang="en-US" sz="1600" b="1" dirty="0" err="1">
                <a:latin typeface="Comic Sans MS" panose="030F0702030302020204" pitchFamily="66" charset="0"/>
              </a:rPr>
              <a:t>perangkat</a:t>
            </a:r>
            <a:endParaRPr lang="en-US" sz="1600" b="1" dirty="0">
              <a:latin typeface="Comic Sans MS" panose="030F0702030302020204" pitchFamily="66" charset="0"/>
            </a:endParaRPr>
          </a:p>
          <a:p>
            <a:pPr algn="r"/>
            <a:r>
              <a:rPr lang="en-US" sz="1600" b="1" dirty="0">
                <a:latin typeface="Comic Sans MS" panose="030F0702030302020204" pitchFamily="66" charset="0"/>
              </a:rPr>
              <a:t>Tak </a:t>
            </a:r>
            <a:r>
              <a:rPr lang="en-US" sz="1600" b="1" dirty="0" err="1">
                <a:latin typeface="Comic Sans MS" panose="030F0702030302020204" pitchFamily="66" charset="0"/>
              </a:rPr>
              <a:t>dikenal</a:t>
            </a:r>
            <a:endParaRPr lang="en-ID" sz="1600" b="1" dirty="0">
              <a:latin typeface="Comic Sans MS" panose="030F0702030302020204" pitchFamily="66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3F4B66-DF9F-0983-5D27-65C382D95458}"/>
              </a:ext>
            </a:extLst>
          </p:cNvPr>
          <p:cNvSpPr txBox="1"/>
          <p:nvPr/>
        </p:nvSpPr>
        <p:spPr>
          <a:xfrm>
            <a:off x="8463472" y="1158382"/>
            <a:ext cx="1936485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 err="1">
                <a:latin typeface="Comic Sans MS" panose="030F0702030302020204" pitchFamily="66" charset="0"/>
              </a:rPr>
              <a:t>Gunakan</a:t>
            </a:r>
            <a:r>
              <a:rPr lang="en-US" sz="1700" b="1" dirty="0">
                <a:latin typeface="Comic Sans MS" panose="030F0702030302020204" pitchFamily="66" charset="0"/>
              </a:rPr>
              <a:t> </a:t>
            </a:r>
            <a:r>
              <a:rPr lang="en-US" sz="1700" b="1" dirty="0" err="1">
                <a:latin typeface="Comic Sans MS" panose="030F0702030302020204" pitchFamily="66" charset="0"/>
              </a:rPr>
              <a:t>psswd</a:t>
            </a:r>
            <a:endParaRPr lang="en-US" sz="1700" b="1" dirty="0">
              <a:latin typeface="Comic Sans MS" panose="030F0702030302020204" pitchFamily="66" charset="0"/>
            </a:endParaRPr>
          </a:p>
          <a:p>
            <a:r>
              <a:rPr lang="en-US" sz="1700" b="1" dirty="0">
                <a:latin typeface="Comic Sans MS" panose="030F0702030302020204" pitchFamily="66" charset="0"/>
              </a:rPr>
              <a:t>Dg </a:t>
            </a:r>
            <a:r>
              <a:rPr lang="en-US" sz="1700" b="1" dirty="0" err="1">
                <a:latin typeface="Comic Sans MS" panose="030F0702030302020204" pitchFamily="66" charset="0"/>
              </a:rPr>
              <a:t>kombinasi</a:t>
            </a:r>
            <a:r>
              <a:rPr lang="en-US" sz="1700" b="1" dirty="0">
                <a:latin typeface="Comic Sans MS" panose="030F0702030302020204" pitchFamily="66" charset="0"/>
              </a:rPr>
              <a:t> </a:t>
            </a:r>
          </a:p>
          <a:p>
            <a:r>
              <a:rPr lang="en-US" sz="1700" b="1" dirty="0">
                <a:latin typeface="Comic Sans MS" panose="030F0702030302020204" pitchFamily="66" charset="0"/>
              </a:rPr>
              <a:t>Yang </a:t>
            </a:r>
            <a:r>
              <a:rPr lang="en-US" sz="1700" b="1" dirty="0" err="1">
                <a:latin typeface="Comic Sans MS" panose="030F0702030302020204" pitchFamily="66" charset="0"/>
              </a:rPr>
              <a:t>kuat</a:t>
            </a:r>
            <a:endParaRPr lang="en-ID" sz="1700" b="1" dirty="0">
              <a:latin typeface="Comic Sans MS" panose="030F0702030302020204" pitchFamily="66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19E95A-797D-F98B-9C1D-4D37C7A4E560}"/>
              </a:ext>
            </a:extLst>
          </p:cNvPr>
          <p:cNvSpPr txBox="1"/>
          <p:nvPr/>
        </p:nvSpPr>
        <p:spPr>
          <a:xfrm>
            <a:off x="6977237" y="4442377"/>
            <a:ext cx="1949491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latin typeface="Comic Sans MS" panose="030F0702030302020204" pitchFamily="66" charset="0"/>
              </a:rPr>
              <a:t>   </a:t>
            </a:r>
            <a:r>
              <a:rPr lang="en-US" sz="1700" b="1" dirty="0" err="1">
                <a:latin typeface="Comic Sans MS" panose="030F0702030302020204" pitchFamily="66" charset="0"/>
              </a:rPr>
              <a:t>Gunakan</a:t>
            </a:r>
            <a:r>
              <a:rPr lang="en-US" sz="1700" b="1" dirty="0">
                <a:latin typeface="Comic Sans MS" panose="030F0702030302020204" pitchFamily="66" charset="0"/>
              </a:rPr>
              <a:t> firewall &amp; anti virus </a:t>
            </a:r>
            <a:r>
              <a:rPr lang="en-US" sz="1700" b="1" dirty="0" err="1">
                <a:latin typeface="Comic Sans MS" panose="030F0702030302020204" pitchFamily="66" charset="0"/>
              </a:rPr>
              <a:t>yg</a:t>
            </a:r>
            <a:r>
              <a:rPr lang="en-US" sz="1700" b="1" dirty="0">
                <a:latin typeface="Comic Sans MS" panose="030F0702030302020204" pitchFamily="66" charset="0"/>
              </a:rPr>
              <a:t> </a:t>
            </a:r>
            <a:r>
              <a:rPr lang="en-US" sz="1700" b="1" dirty="0" err="1">
                <a:latin typeface="Comic Sans MS" panose="030F0702030302020204" pitchFamily="66" charset="0"/>
              </a:rPr>
              <a:t>sesuai</a:t>
            </a:r>
            <a:endParaRPr lang="en-ID" sz="1700" b="1" dirty="0">
              <a:latin typeface="Comic Sans MS" panose="030F0702030302020204" pitchFamily="66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CBD7CD-2BD0-59C4-FFEE-713BC74BFD99}"/>
              </a:ext>
            </a:extLst>
          </p:cNvPr>
          <p:cNvSpPr txBox="1"/>
          <p:nvPr/>
        </p:nvSpPr>
        <p:spPr>
          <a:xfrm rot="21265800">
            <a:off x="7272140" y="2647270"/>
            <a:ext cx="145212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latin typeface="Comic Sans MS" panose="030F0702030302020204" pitchFamily="66" charset="0"/>
              </a:rPr>
              <a:t>Hapus asset</a:t>
            </a:r>
          </a:p>
          <a:p>
            <a:r>
              <a:rPr lang="en-US" sz="1700" b="1" dirty="0">
                <a:latin typeface="Comic Sans MS" panose="030F0702030302020204" pitchFamily="66" charset="0"/>
              </a:rPr>
              <a:t>Digital </a:t>
            </a:r>
            <a:r>
              <a:rPr lang="en-US" sz="1700" b="1" dirty="0" err="1">
                <a:latin typeface="Comic Sans MS" panose="030F0702030302020204" pitchFamily="66" charset="0"/>
              </a:rPr>
              <a:t>yg</a:t>
            </a:r>
            <a:endParaRPr lang="en-US" sz="1700" b="1" dirty="0">
              <a:latin typeface="Comic Sans MS" panose="030F0702030302020204" pitchFamily="66" charset="0"/>
            </a:endParaRPr>
          </a:p>
          <a:p>
            <a:r>
              <a:rPr lang="en-US" sz="1700" b="1" dirty="0" err="1">
                <a:latin typeface="Comic Sans MS" panose="030F0702030302020204" pitchFamily="66" charset="0"/>
              </a:rPr>
              <a:t>Sudah</a:t>
            </a:r>
            <a:r>
              <a:rPr lang="en-US" sz="1700" b="1" dirty="0">
                <a:latin typeface="Comic Sans MS" panose="030F0702030302020204" pitchFamily="66" charset="0"/>
              </a:rPr>
              <a:t> </a:t>
            </a:r>
            <a:r>
              <a:rPr lang="en-US" sz="1700" b="1" dirty="0" err="1">
                <a:latin typeface="Comic Sans MS" panose="030F0702030302020204" pitchFamily="66" charset="0"/>
              </a:rPr>
              <a:t>tidak</a:t>
            </a:r>
            <a:r>
              <a:rPr lang="en-US" sz="1700" b="1" dirty="0">
                <a:latin typeface="Comic Sans MS" panose="030F0702030302020204" pitchFamily="66" charset="0"/>
              </a:rPr>
              <a:t> </a:t>
            </a:r>
            <a:r>
              <a:rPr lang="en-US" sz="1700" b="1" dirty="0" err="1">
                <a:latin typeface="Comic Sans MS" panose="030F0702030302020204" pitchFamily="66" charset="0"/>
              </a:rPr>
              <a:t>aktif</a:t>
            </a:r>
            <a:endParaRPr lang="en-ID" sz="1700" b="1" dirty="0">
              <a:latin typeface="Comic Sans MS" panose="030F0702030302020204" pitchFamily="66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7B145C-E520-E895-C674-947CABE573E0}"/>
              </a:ext>
            </a:extLst>
          </p:cNvPr>
          <p:cNvSpPr txBox="1"/>
          <p:nvPr/>
        </p:nvSpPr>
        <p:spPr>
          <a:xfrm rot="20339918">
            <a:off x="6252162" y="917682"/>
            <a:ext cx="144219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dirty="0">
                <a:latin typeface="Comic Sans MS" panose="030F0702030302020204" pitchFamily="66" charset="0"/>
              </a:rPr>
              <a:t>Angka</a:t>
            </a:r>
          </a:p>
          <a:p>
            <a:pPr algn="ctr"/>
            <a:r>
              <a:rPr lang="en-US" sz="1700" b="1" dirty="0" err="1">
                <a:latin typeface="Comic Sans MS" panose="030F0702030302020204" pitchFamily="66" charset="0"/>
              </a:rPr>
              <a:t>Huruf</a:t>
            </a:r>
            <a:endParaRPr lang="en-US" sz="1700" b="1" dirty="0">
              <a:latin typeface="Comic Sans MS" panose="030F0702030302020204" pitchFamily="66" charset="0"/>
            </a:endParaRPr>
          </a:p>
          <a:p>
            <a:pPr algn="ctr"/>
            <a:r>
              <a:rPr lang="en-US" sz="1700" b="1" dirty="0">
                <a:latin typeface="Comic Sans MS" panose="030F0702030302020204" pitchFamily="66" charset="0"/>
              </a:rPr>
              <a:t>Tanda</a:t>
            </a:r>
          </a:p>
          <a:p>
            <a:pPr algn="ctr"/>
            <a:r>
              <a:rPr lang="en-US" sz="1700" b="1" dirty="0" err="1">
                <a:latin typeface="Comic Sans MS" panose="030F0702030302020204" pitchFamily="66" charset="0"/>
              </a:rPr>
              <a:t>baca</a:t>
            </a:r>
            <a:endParaRPr lang="en-ID" sz="1700" b="1" dirty="0">
              <a:latin typeface="Comic Sans MS" panose="030F0702030302020204" pitchFamily="66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A33A4C-8D9C-6362-14B5-CC9504B081B2}"/>
              </a:ext>
            </a:extLst>
          </p:cNvPr>
          <p:cNvSpPr txBox="1"/>
          <p:nvPr/>
        </p:nvSpPr>
        <p:spPr>
          <a:xfrm>
            <a:off x="9843198" y="4988281"/>
            <a:ext cx="1949491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 err="1">
                <a:latin typeface="Comic Sans MS" panose="030F0702030302020204" pitchFamily="66" charset="0"/>
              </a:rPr>
              <a:t>Simpan</a:t>
            </a:r>
            <a:endParaRPr lang="en-US" sz="1700" b="1" dirty="0">
              <a:latin typeface="Comic Sans MS" panose="030F0702030302020204" pitchFamily="66" charset="0"/>
            </a:endParaRPr>
          </a:p>
          <a:p>
            <a:r>
              <a:rPr lang="en-US" sz="1700" b="1" dirty="0">
                <a:latin typeface="Comic Sans MS" panose="030F0702030302020204" pitchFamily="66" charset="0"/>
              </a:rPr>
              <a:t>Data </a:t>
            </a:r>
            <a:r>
              <a:rPr lang="en-US" sz="1700" b="1" dirty="0" err="1">
                <a:latin typeface="Comic Sans MS" panose="030F0702030302020204" pitchFamily="66" charset="0"/>
              </a:rPr>
              <a:t>penting</a:t>
            </a:r>
            <a:endParaRPr lang="en-US" sz="1700" b="1" dirty="0">
              <a:latin typeface="Comic Sans MS" panose="030F0702030302020204" pitchFamily="66" charset="0"/>
            </a:endParaRPr>
          </a:p>
          <a:p>
            <a:r>
              <a:rPr lang="en-US" sz="1700" b="1" dirty="0">
                <a:latin typeface="Comic Sans MS" panose="030F0702030302020204" pitchFamily="66" charset="0"/>
              </a:rPr>
              <a:t>offline</a:t>
            </a:r>
            <a:endParaRPr lang="en-ID" sz="1700" b="1" dirty="0">
              <a:latin typeface="Comic Sans MS" panose="030F0702030302020204" pitchFamily="66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D7BECA-14D3-070E-B518-7A734CCBCE71}"/>
              </a:ext>
            </a:extLst>
          </p:cNvPr>
          <p:cNvSpPr txBox="1"/>
          <p:nvPr/>
        </p:nvSpPr>
        <p:spPr>
          <a:xfrm rot="21386698">
            <a:off x="5192827" y="2698072"/>
            <a:ext cx="1409742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0" b="1" dirty="0" err="1">
                <a:latin typeface="Comic Sans MS" panose="030F0702030302020204" pitchFamily="66" charset="0"/>
              </a:rPr>
              <a:t>Manfaatkan</a:t>
            </a:r>
            <a:r>
              <a:rPr lang="en-US" sz="1700" b="1" dirty="0">
                <a:latin typeface="Comic Sans MS" panose="030F0702030302020204" pitchFamily="66" charset="0"/>
              </a:rPr>
              <a:t> </a:t>
            </a:r>
          </a:p>
          <a:p>
            <a:pPr algn="r"/>
            <a:r>
              <a:rPr lang="en-US" sz="1700" b="1" dirty="0">
                <a:latin typeface="Comic Sans MS" panose="030F0702030302020204" pitchFamily="66" charset="0"/>
              </a:rPr>
              <a:t>Password </a:t>
            </a:r>
          </a:p>
          <a:p>
            <a:pPr algn="r"/>
            <a:r>
              <a:rPr lang="en-US" sz="1700" b="1" dirty="0">
                <a:latin typeface="Comic Sans MS" panose="030F0702030302020204" pitchFamily="66" charset="0"/>
              </a:rPr>
              <a:t>manager</a:t>
            </a:r>
            <a:endParaRPr lang="en-ID" sz="1700" b="1" dirty="0">
              <a:latin typeface="Comic Sans MS" panose="030F0702030302020204" pitchFamily="66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D473D3-A2A6-2AED-5806-3F0901CE34C0}"/>
              </a:ext>
            </a:extLst>
          </p:cNvPr>
          <p:cNvSpPr txBox="1"/>
          <p:nvPr/>
        </p:nvSpPr>
        <p:spPr>
          <a:xfrm>
            <a:off x="166201" y="5430326"/>
            <a:ext cx="8265404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203864"/>
                </a:solidFill>
                <a:latin typeface="Fira Sans Black" panose="020B0A03050000020004" pitchFamily="34" charset="0"/>
              </a:rPr>
              <a:t>Langkah </a:t>
            </a:r>
            <a:r>
              <a:rPr lang="en-US" sz="4000" b="1" dirty="0" err="1">
                <a:solidFill>
                  <a:srgbClr val="203864"/>
                </a:solidFill>
                <a:latin typeface="Fira Sans Black" panose="020B0A03050000020004" pitchFamily="34" charset="0"/>
              </a:rPr>
              <a:t>Pengamanan</a:t>
            </a:r>
            <a:r>
              <a:rPr lang="en-US" sz="4000" b="1" dirty="0">
                <a:solidFill>
                  <a:srgbClr val="203864"/>
                </a:solidFill>
                <a:latin typeface="Fira Sans Black" panose="020B0A03050000020004" pitchFamily="34" charset="0"/>
              </a:rPr>
              <a:t> Aset Digital</a:t>
            </a:r>
            <a:endParaRPr lang="en-ID" sz="4000" b="1" dirty="0">
              <a:solidFill>
                <a:srgbClr val="203864"/>
              </a:solidFill>
              <a:latin typeface="Fira Sans Black" panose="020B0A030500000200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174ABC8-DB81-283B-EECF-9446C5D31736}"/>
              </a:ext>
            </a:extLst>
          </p:cNvPr>
          <p:cNvSpPr/>
          <p:nvPr/>
        </p:nvSpPr>
        <p:spPr>
          <a:xfrm>
            <a:off x="9959892" y="2778075"/>
            <a:ext cx="981896" cy="87716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2B93AA-41F3-1948-E715-0AFF2DD2A232}"/>
              </a:ext>
            </a:extLst>
          </p:cNvPr>
          <p:cNvSpPr txBox="1"/>
          <p:nvPr/>
        </p:nvSpPr>
        <p:spPr>
          <a:xfrm rot="21425769">
            <a:off x="9724273" y="2851533"/>
            <a:ext cx="14421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dirty="0">
                <a:solidFill>
                  <a:schemeClr val="bg1"/>
                </a:solidFill>
                <a:latin typeface="Comic Sans MS" panose="030F0702030302020204" pitchFamily="66" charset="0"/>
              </a:rPr>
              <a:t>Awas</a:t>
            </a:r>
          </a:p>
          <a:p>
            <a:pPr algn="ctr"/>
            <a:r>
              <a:rPr lang="en-US" sz="1700" b="1" dirty="0" err="1">
                <a:solidFill>
                  <a:schemeClr val="bg1"/>
                </a:solidFill>
                <a:latin typeface="Comic Sans MS" panose="030F0702030302020204" pitchFamily="66" charset="0"/>
              </a:rPr>
              <a:t>phising</a:t>
            </a:r>
            <a:endParaRPr lang="en-ID" sz="1700" b="1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F834026-777C-871A-B645-759DCF83EA2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17785" y="184928"/>
            <a:ext cx="1689834" cy="34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661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274373-06D4-37DE-B5D6-D395FC296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56CDF-CE04-D663-CB80-79CB9AD483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188" y="557309"/>
            <a:ext cx="8170657" cy="4563512"/>
          </a:xfrm>
        </p:spPr>
        <p:txBody>
          <a:bodyPr/>
          <a:lstStyle/>
          <a:p>
            <a:r>
              <a:rPr lang="en-US" b="1" dirty="0" err="1">
                <a:solidFill>
                  <a:srgbClr val="23366E"/>
                </a:solidFill>
              </a:rPr>
              <a:t>Ancaman</a:t>
            </a:r>
            <a:r>
              <a:rPr lang="en-US" b="1" dirty="0">
                <a:solidFill>
                  <a:srgbClr val="23366E"/>
                </a:solidFill>
              </a:rPr>
              <a:t> Digital</a:t>
            </a:r>
            <a:br>
              <a:rPr lang="en-US" b="1" dirty="0">
                <a:solidFill>
                  <a:srgbClr val="23366E"/>
                </a:solidFill>
              </a:rPr>
            </a:br>
            <a:br>
              <a:rPr lang="en-US" b="1" dirty="0">
                <a:solidFill>
                  <a:srgbClr val="23366E"/>
                </a:solidFill>
              </a:rPr>
            </a:br>
            <a:endParaRPr lang="en-US" b="1" dirty="0">
              <a:solidFill>
                <a:srgbClr val="23366E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CCBB7-05BF-685E-863A-4B50389436E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191250"/>
            <a:ext cx="2743200" cy="365125"/>
          </a:xfrm>
        </p:spPr>
        <p:txBody>
          <a:bodyPr/>
          <a:lstStyle/>
          <a:p>
            <a:fld id="{DBE5F007-28FD-B845-A833-24BC97E499D9}" type="slidenum">
              <a:rPr lang="uk-UA" altLang="en-US" smtClean="0"/>
              <a:pPr/>
              <a:t>9</a:t>
            </a:fld>
            <a:endParaRPr lang="uk-UA" altLang="en-US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E71F0D-A502-030A-3412-53C3B6429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4852" y="3509877"/>
            <a:ext cx="8396800" cy="858650"/>
          </a:xfrm>
        </p:spPr>
        <p:txBody>
          <a:bodyPr>
            <a:noAutofit/>
          </a:bodyPr>
          <a:lstStyle/>
          <a:p>
            <a:r>
              <a:rPr lang="en-US" dirty="0" err="1">
                <a:solidFill>
                  <a:srgbClr val="3982E3"/>
                </a:solidFill>
              </a:rPr>
              <a:t>Phising</a:t>
            </a:r>
            <a:r>
              <a:rPr lang="en-US" dirty="0">
                <a:solidFill>
                  <a:srgbClr val="3982E3"/>
                </a:solidFill>
              </a:rPr>
              <a:t>, Malware, </a:t>
            </a:r>
            <a:r>
              <a:rPr lang="en-US" dirty="0" err="1">
                <a:solidFill>
                  <a:srgbClr val="3982E3"/>
                </a:solidFill>
              </a:rPr>
              <a:t>Penipuan</a:t>
            </a:r>
            <a:r>
              <a:rPr lang="en-US" dirty="0">
                <a:solidFill>
                  <a:srgbClr val="3982E3"/>
                </a:solidFill>
              </a:rPr>
              <a:t>, Hoax</a:t>
            </a:r>
          </a:p>
        </p:txBody>
      </p:sp>
    </p:spTree>
    <p:extLst>
      <p:ext uri="{BB962C8B-B14F-4D97-AF65-F5344CB8AC3E}">
        <p14:creationId xmlns:p14="http://schemas.microsoft.com/office/powerpoint/2010/main" val="361197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9F0024-4D7A-DAD6-205A-0C73656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67A16F-81C1-AAA9-E88A-22B8B6FE06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/>
          <a:lstStyle/>
          <a:p>
            <a:fld id="{DBE5F007-28FD-B845-A833-24BC97E499D9}" type="slidenum">
              <a:rPr lang="uk-UA" altLang="en-US" smtClean="0"/>
              <a:pPr/>
              <a:t>10</a:t>
            </a:fld>
            <a:endParaRPr lang="uk-UA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F9BBA8-8E03-0A6B-3EE5-385F76FF99D9}"/>
              </a:ext>
            </a:extLst>
          </p:cNvPr>
          <p:cNvSpPr txBox="1"/>
          <p:nvPr/>
        </p:nvSpPr>
        <p:spPr>
          <a:xfrm>
            <a:off x="511169" y="361670"/>
            <a:ext cx="306205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rgbClr val="23366E"/>
                </a:solidFill>
                <a:latin typeface="Fira Sans Black" panose="020B0A03050000020004" pitchFamily="34" charset="0"/>
              </a:rPr>
              <a:t>PHISING</a:t>
            </a:r>
            <a:endParaRPr lang="en-ID" sz="6000" dirty="0">
              <a:solidFill>
                <a:srgbClr val="23366E"/>
              </a:solidFill>
              <a:latin typeface="Fira Sans Black" panose="020B0A030500000200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AE8579-E8EC-5B4E-B2CB-1BE3AB501E9E}"/>
              </a:ext>
            </a:extLst>
          </p:cNvPr>
          <p:cNvSpPr txBox="1"/>
          <p:nvPr/>
        </p:nvSpPr>
        <p:spPr>
          <a:xfrm>
            <a:off x="511169" y="1181506"/>
            <a:ext cx="804324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D" sz="2800" dirty="0">
                <a:solidFill>
                  <a:srgbClr val="3982E3"/>
                </a:solidFill>
                <a:latin typeface="Century Gothic" panose="020B0502020202020204" pitchFamily="34" charset="0"/>
              </a:rPr>
              <a:t>Upaya </a:t>
            </a:r>
            <a:r>
              <a:rPr lang="en-ID" sz="28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mengambil</a:t>
            </a:r>
            <a:r>
              <a:rPr lang="en-ID" sz="2800" dirty="0">
                <a:solidFill>
                  <a:srgbClr val="3982E3"/>
                </a:solidFill>
                <a:latin typeface="Century Gothic" panose="020B0502020202020204" pitchFamily="34" charset="0"/>
              </a:rPr>
              <a:t> </a:t>
            </a:r>
            <a:r>
              <a:rPr lang="en-ID" sz="28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alih</a:t>
            </a:r>
            <a:r>
              <a:rPr lang="en-ID" sz="2800" dirty="0">
                <a:solidFill>
                  <a:srgbClr val="3982E3"/>
                </a:solidFill>
                <a:latin typeface="Century Gothic" panose="020B0502020202020204" pitchFamily="34" charset="0"/>
              </a:rPr>
              <a:t> </a:t>
            </a:r>
            <a:r>
              <a:rPr lang="en-ID" sz="28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akun</a:t>
            </a:r>
            <a:r>
              <a:rPr lang="en-ID" sz="2800" dirty="0">
                <a:solidFill>
                  <a:srgbClr val="3982E3"/>
                </a:solidFill>
                <a:latin typeface="Century Gothic" panose="020B0502020202020204" pitchFamily="34" charset="0"/>
              </a:rPr>
              <a:t> </a:t>
            </a:r>
            <a:r>
              <a:rPr lang="en-ID" sz="28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untuk</a:t>
            </a:r>
            <a:r>
              <a:rPr lang="en-ID" sz="2800" dirty="0">
                <a:solidFill>
                  <a:srgbClr val="3982E3"/>
                </a:solidFill>
                <a:latin typeface="Century Gothic" panose="020B0502020202020204" pitchFamily="34" charset="0"/>
              </a:rPr>
              <a:t> </a:t>
            </a:r>
            <a:r>
              <a:rPr lang="en-ID" sz="28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dapat</a:t>
            </a:r>
            <a:r>
              <a:rPr lang="en-ID" sz="2800" dirty="0">
                <a:solidFill>
                  <a:srgbClr val="3982E3"/>
                </a:solidFill>
                <a:latin typeface="Century Gothic" panose="020B0502020202020204" pitchFamily="34" charset="0"/>
              </a:rPr>
              <a:t> </a:t>
            </a:r>
            <a:r>
              <a:rPr lang="en-ID" sz="28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kuasai</a:t>
            </a:r>
            <a:r>
              <a:rPr lang="en-ID" sz="2800" dirty="0">
                <a:solidFill>
                  <a:srgbClr val="3982E3"/>
                </a:solidFill>
                <a:latin typeface="Century Gothic" panose="020B0502020202020204" pitchFamily="34" charset="0"/>
              </a:rPr>
              <a:t> asset digital </a:t>
            </a:r>
            <a:r>
              <a:rPr lang="en-ID" sz="28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melalui</a:t>
            </a:r>
            <a:r>
              <a:rPr lang="en-ID" sz="2800" dirty="0">
                <a:solidFill>
                  <a:srgbClr val="3982E3"/>
                </a:solidFill>
                <a:latin typeface="Century Gothic" panose="020B0502020202020204" pitchFamily="34" charset="0"/>
              </a:rPr>
              <a:t> media digital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FA9656F-3935-A9E1-4478-E2418CA1614A}"/>
              </a:ext>
            </a:extLst>
          </p:cNvPr>
          <p:cNvSpPr txBox="1"/>
          <p:nvPr/>
        </p:nvSpPr>
        <p:spPr>
          <a:xfrm>
            <a:off x="878839" y="3950201"/>
            <a:ext cx="21227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SMS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Email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Website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entury Gothic" panose="020B0502020202020204" pitchFamily="34" charset="0"/>
              </a:rPr>
              <a:t>Aplikasi</a:t>
            </a:r>
            <a:endParaRPr lang="en-US" sz="2000" dirty="0">
              <a:latin typeface="Century Gothic" panose="020B0502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83B166C-C743-3B0E-2A09-8C2E6CC1BF55}"/>
              </a:ext>
            </a:extLst>
          </p:cNvPr>
          <p:cNvSpPr txBox="1"/>
          <p:nvPr/>
        </p:nvSpPr>
        <p:spPr>
          <a:xfrm>
            <a:off x="4245558" y="3950201"/>
            <a:ext cx="424555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User Name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Password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Gambar, Video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Data </a:t>
            </a:r>
            <a:r>
              <a:rPr lang="en-US" sz="2000" dirty="0" err="1">
                <a:latin typeface="Century Gothic" panose="020B0502020202020204" pitchFamily="34" charset="0"/>
              </a:rPr>
              <a:t>Perbankan</a:t>
            </a:r>
            <a:endParaRPr lang="en-US" sz="2000" dirty="0">
              <a:latin typeface="Century Gothic" panose="020B0502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Data </a:t>
            </a:r>
            <a:r>
              <a:rPr lang="en-US" sz="2000" dirty="0" err="1">
                <a:latin typeface="Century Gothic" panose="020B0502020202020204" pitchFamily="34" charset="0"/>
              </a:rPr>
              <a:t>Pribadi</a:t>
            </a:r>
            <a:r>
              <a:rPr lang="en-US" sz="2000" dirty="0"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latin typeface="Century Gothic" panose="020B0502020202020204" pitchFamily="34" charset="0"/>
              </a:rPr>
              <a:t>lainnya</a:t>
            </a:r>
            <a:endParaRPr lang="en-ID" sz="2000" dirty="0">
              <a:latin typeface="Century Gothic" panose="020B0502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9F2C7CB-524B-AC43-AC5E-C96217A35651}"/>
              </a:ext>
            </a:extLst>
          </p:cNvPr>
          <p:cNvSpPr txBox="1"/>
          <p:nvPr/>
        </p:nvSpPr>
        <p:spPr>
          <a:xfrm>
            <a:off x="7946443" y="3950201"/>
            <a:ext cx="424555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entury Gothic" panose="020B0502020202020204" pitchFamily="34" charset="0"/>
              </a:rPr>
              <a:t>Menguasai</a:t>
            </a:r>
            <a:r>
              <a:rPr lang="en-US" sz="2000" dirty="0">
                <a:latin typeface="Century Gothic" panose="020B0502020202020204" pitchFamily="34" charset="0"/>
              </a:rPr>
              <a:t>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entury Gothic" panose="020B0502020202020204" pitchFamily="34" charset="0"/>
              </a:rPr>
              <a:t>Membobol</a:t>
            </a:r>
            <a:r>
              <a:rPr lang="en-US" sz="2000" dirty="0"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latin typeface="Century Gothic" panose="020B0502020202020204" pitchFamily="34" charset="0"/>
              </a:rPr>
              <a:t>rekening</a:t>
            </a:r>
            <a:endParaRPr lang="en-US" sz="2000" dirty="0">
              <a:latin typeface="Century Gothic" panose="020B0502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entury Gothic" panose="020B0502020202020204" pitchFamily="34" charset="0"/>
              </a:rPr>
              <a:t>Cemarkan</a:t>
            </a:r>
            <a:r>
              <a:rPr lang="en-US" sz="2000" dirty="0">
                <a:latin typeface="Century Gothic" panose="020B0502020202020204" pitchFamily="34" charset="0"/>
              </a:rPr>
              <a:t> nama </a:t>
            </a:r>
            <a:r>
              <a:rPr lang="en-US" sz="2000" dirty="0" err="1">
                <a:latin typeface="Century Gothic" panose="020B0502020202020204" pitchFamily="34" charset="0"/>
              </a:rPr>
              <a:t>baik</a:t>
            </a:r>
            <a:endParaRPr lang="en-US" sz="2000" dirty="0">
              <a:latin typeface="Century Gothic" panose="020B0502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entury Gothic" panose="020B0502020202020204" pitchFamily="34" charset="0"/>
              </a:rPr>
              <a:t>Penyalahgunaan</a:t>
            </a:r>
            <a:r>
              <a:rPr lang="en-US" sz="2000" dirty="0"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latin typeface="Century Gothic" panose="020B0502020202020204" pitchFamily="34" charset="0"/>
              </a:rPr>
              <a:t>Identitas</a:t>
            </a:r>
            <a:endParaRPr lang="en-US" sz="2000" dirty="0">
              <a:latin typeface="Century Gothic" panose="020B0502020202020204" pitchFamily="34" charset="0"/>
            </a:endParaRPr>
          </a:p>
        </p:txBody>
      </p:sp>
      <p:graphicFrame>
        <p:nvGraphicFramePr>
          <p:cNvPr id="45" name="Diagram 44">
            <a:extLst>
              <a:ext uri="{FF2B5EF4-FFF2-40B4-BE49-F238E27FC236}">
                <a16:creationId xmlns:a16="http://schemas.microsoft.com/office/drawing/2014/main" id="{0DCDA38F-FB05-DCEB-19D5-26CB9037FA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9147098"/>
              </p:ext>
            </p:extLst>
          </p:nvPr>
        </p:nvGraphicFramePr>
        <p:xfrm>
          <a:off x="715618" y="2889739"/>
          <a:ext cx="10267122" cy="9541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1" name="Picture 50">
            <a:extLst>
              <a:ext uri="{FF2B5EF4-FFF2-40B4-BE49-F238E27FC236}">
                <a16:creationId xmlns:a16="http://schemas.microsoft.com/office/drawing/2014/main" id="{CF010BBE-51C5-0DF0-30DF-6FEBE82381BC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17785" y="184928"/>
            <a:ext cx="1689834" cy="34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991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B62C8E-0988-39E8-4E8F-FA87318B5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872C6F-4307-DEFB-1F2D-2596872B4D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/>
          <a:lstStyle/>
          <a:p>
            <a:fld id="{DBE5F007-28FD-B845-A833-24BC97E499D9}" type="slidenum">
              <a:rPr lang="uk-UA" altLang="en-US" smtClean="0"/>
              <a:pPr/>
              <a:t>11</a:t>
            </a:fld>
            <a:endParaRPr lang="uk-UA" altLang="en-US" dirty="0"/>
          </a:p>
        </p:txBody>
      </p:sp>
      <p:pic>
        <p:nvPicPr>
          <p:cNvPr id="3" name="Picture 4" descr="Phishing Generic color lineal-color icon | Freepik">
            <a:extLst>
              <a:ext uri="{FF2B5EF4-FFF2-40B4-BE49-F238E27FC236}">
                <a16:creationId xmlns:a16="http://schemas.microsoft.com/office/drawing/2014/main" id="{A2C0C1C8-D401-5ABA-3FF4-571E8A600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130" y="943428"/>
            <a:ext cx="2405270" cy="2405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 descr="Phishing - Free icons">
            <a:extLst>
              <a:ext uri="{FF2B5EF4-FFF2-40B4-BE49-F238E27FC236}">
                <a16:creationId xmlns:a16="http://schemas.microsoft.com/office/drawing/2014/main" id="{69B0D7F5-1244-833E-2662-827F1BEA8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6317" y="1613075"/>
            <a:ext cx="980248" cy="980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Scam Email 3D Icon - Free Download Crime &amp; Security 3D Icons | IconScout">
            <a:extLst>
              <a:ext uri="{FF2B5EF4-FFF2-40B4-BE49-F238E27FC236}">
                <a16:creationId xmlns:a16="http://schemas.microsoft.com/office/drawing/2014/main" id="{1D9CE68D-E426-B34E-7422-C74461F1AF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806" y="1655939"/>
            <a:ext cx="980247" cy="980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 descr="Spam Link Warning on Smartphone with Red Alert Icon and Broken Chain  Symbol, Representing Dangerous Website. Phishing Stock Vector -  Illustration of icon, chain: 397603962">
            <a:extLst>
              <a:ext uri="{FF2B5EF4-FFF2-40B4-BE49-F238E27FC236}">
                <a16:creationId xmlns:a16="http://schemas.microsoft.com/office/drawing/2014/main" id="{C631C3D4-E202-D1E2-7EA4-6DC0D72AB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247" y="1576086"/>
            <a:ext cx="1338470" cy="1017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2" descr="Icon Man Phone Using Stock Illustrations – 9,367 Icon Man Phone Using Stock  Illustrations, Vectors &amp; Clipart - Dreamstime">
            <a:extLst>
              <a:ext uri="{FF2B5EF4-FFF2-40B4-BE49-F238E27FC236}">
                <a16:creationId xmlns:a16="http://schemas.microsoft.com/office/drawing/2014/main" id="{0C5D12FC-2FD8-4DD0-4231-44D40A4C1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964" b="93343" l="6125" r="90000">
                        <a14:foregroundMark x1="41750" y1="8738" x2="56125" y2="5964"/>
                        <a14:foregroundMark x1="33750" y1="41193" x2="11250" y2="91678"/>
                        <a14:foregroundMark x1="11250" y1="91678" x2="11250" y2="93481"/>
                        <a14:foregroundMark x1="6125" y1="73370" x2="41750" y2="91540"/>
                        <a14:foregroundMark x1="33750" y1="42857" x2="45125" y2="49098"/>
                        <a14:foregroundMark x1="74750" y1="57143" x2="73625" y2="72122"/>
                        <a14:foregroundMark x1="34625" y1="37587" x2="33625" y2="41193"/>
                        <a14:foregroundMark x1="34375" y1="36616" x2="33625" y2="39390"/>
                        <a14:foregroundMark x1="34500" y1="35645" x2="35000" y2="36338"/>
                        <a14:foregroundMark x1="76500" y1="55617" x2="76500" y2="55617"/>
                        <a14:backgroundMark x1="27625" y1="30929" x2="27625" y2="18308"/>
                        <a14:backgroundMark x1="16750" y1="39806" x2="1750" y2="67545"/>
                        <a14:backgroundMark x1="12250" y1="41609" x2="25750" y2="23301"/>
                        <a14:backgroundMark x1="31125" y1="24411" x2="31875" y2="33426"/>
                        <a14:backgroundMark x1="31875" y1="33426" x2="9375" y2="39528"/>
                        <a14:backgroundMark x1="57375" y1="36477" x2="69500" y2="44660"/>
                        <a14:backgroundMark x1="69500" y1="44660" x2="86125" y2="50347"/>
                        <a14:backgroundMark x1="86125" y1="50347" x2="86625" y2="507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594009" y="1281357"/>
            <a:ext cx="2241069" cy="2050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3C5C12-2E52-0350-8E12-088A0A14C0E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6F6F5"/>
              </a:clrFrom>
              <a:clrTo>
                <a:srgbClr val="F6F6F5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95536" y="3986356"/>
            <a:ext cx="1841333" cy="16077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CF0F6B-0B1F-7AEC-A8EB-1FDB70B09A3F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6F6F5"/>
              </a:clrFrom>
              <a:clrTo>
                <a:srgbClr val="F6F6F5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99228" y="4418973"/>
            <a:ext cx="1855072" cy="16077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D3C4D6-2322-5940-FFF2-5A4B559E20E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19058" y="2507586"/>
            <a:ext cx="4429743" cy="1714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64CF9D-B717-13BB-33C2-C315141F6489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ECECEB"/>
              </a:clrFrom>
              <a:clrTo>
                <a:srgbClr val="ECECEB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091" b="96970" l="5574" r="94754">
                        <a14:foregroundMark x1="5574" y1="96970" x2="5574" y2="96970"/>
                        <a14:foregroundMark x1="96393" y1="1515" x2="94754" y2="46970"/>
                        <a14:foregroundMark x1="94754" y1="46970" x2="74426" y2="69697"/>
                        <a14:foregroundMark x1="74426" y1="69697" x2="15410" y2="69697"/>
                        <a14:foregroundMark x1="15410" y1="69697" x2="6885" y2="9015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84104" y="3331685"/>
            <a:ext cx="2905530" cy="7139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59A06DB-BB46-62B4-66E1-E4497752547F}"/>
              </a:ext>
            </a:extLst>
          </p:cNvPr>
          <p:cNvSpPr txBox="1"/>
          <p:nvPr/>
        </p:nvSpPr>
        <p:spPr>
          <a:xfrm>
            <a:off x="8180103" y="4382508"/>
            <a:ext cx="3419061" cy="584775"/>
          </a:xfrm>
          <a:prstGeom prst="rect">
            <a:avLst/>
          </a:prstGeom>
          <a:solidFill>
            <a:srgbClr val="EEEEE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rgbClr val="3982E3"/>
                </a:solidFill>
              </a:rPr>
              <a:t>Korban meng-</a:t>
            </a:r>
            <a:r>
              <a:rPr lang="en-US" sz="1600" b="1" dirty="0" err="1">
                <a:solidFill>
                  <a:srgbClr val="3982E3"/>
                </a:solidFill>
              </a:rPr>
              <a:t>klik</a:t>
            </a:r>
            <a:r>
              <a:rPr lang="en-US" sz="1600" b="1" dirty="0">
                <a:solidFill>
                  <a:srgbClr val="3982E3"/>
                </a:solidFill>
              </a:rPr>
              <a:t> </a:t>
            </a:r>
            <a:r>
              <a:rPr lang="en-US" sz="1600" b="1" dirty="0" err="1">
                <a:solidFill>
                  <a:srgbClr val="3982E3"/>
                </a:solidFill>
              </a:rPr>
              <a:t>tautan</a:t>
            </a:r>
            <a:r>
              <a:rPr lang="en-US" sz="1600" b="1" dirty="0">
                <a:solidFill>
                  <a:srgbClr val="3982E3"/>
                </a:solidFill>
              </a:rPr>
              <a:t> </a:t>
            </a:r>
            <a:r>
              <a:rPr lang="en-US" sz="1600" b="1" dirty="0" err="1">
                <a:solidFill>
                  <a:srgbClr val="3982E3"/>
                </a:solidFill>
              </a:rPr>
              <a:t>Phising</a:t>
            </a:r>
            <a:r>
              <a:rPr lang="en-US" sz="1600" b="1" dirty="0">
                <a:solidFill>
                  <a:srgbClr val="3982E3"/>
                </a:solidFill>
              </a:rPr>
              <a:t> dan </a:t>
            </a:r>
            <a:r>
              <a:rPr lang="en-US" sz="1600" b="1" dirty="0" err="1">
                <a:solidFill>
                  <a:srgbClr val="3982E3"/>
                </a:solidFill>
              </a:rPr>
              <a:t>diarahkan</a:t>
            </a:r>
            <a:r>
              <a:rPr lang="en-US" sz="1600" b="1" dirty="0">
                <a:solidFill>
                  <a:srgbClr val="3982E3"/>
                </a:solidFill>
              </a:rPr>
              <a:t> </a:t>
            </a:r>
            <a:r>
              <a:rPr lang="en-US" sz="1600" b="1" dirty="0" err="1">
                <a:solidFill>
                  <a:srgbClr val="3982E3"/>
                </a:solidFill>
              </a:rPr>
              <a:t>ke</a:t>
            </a:r>
            <a:r>
              <a:rPr lang="en-US" sz="1600" b="1" dirty="0">
                <a:solidFill>
                  <a:srgbClr val="3982E3"/>
                </a:solidFill>
              </a:rPr>
              <a:t> link </a:t>
            </a:r>
            <a:r>
              <a:rPr lang="en-US" sz="1600" b="1" dirty="0" err="1">
                <a:solidFill>
                  <a:srgbClr val="3982E3"/>
                </a:solidFill>
              </a:rPr>
              <a:t>palsu</a:t>
            </a:r>
            <a:endParaRPr lang="en-ID" sz="1600" b="1" dirty="0">
              <a:solidFill>
                <a:srgbClr val="3982E3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5A1149C-5F86-662B-B69F-AADB80A8106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3540" b="98673" l="7905" r="96838">
                        <a14:foregroundMark x1="5138" y1="5752" x2="22134" y2="19469"/>
                        <a14:foregroundMark x1="22134" y1="19469" x2="24901" y2="80088"/>
                        <a14:foregroundMark x1="42919" y1="91150" x2="49407" y2="95133"/>
                        <a14:foregroundMark x1="40774" y1="89833" x2="42919" y2="91150"/>
                        <a14:foregroundMark x1="24901" y1="80088" x2="40347" y2="89571"/>
                        <a14:foregroundMark x1="49407" y1="95133" x2="77470" y2="99115"/>
                        <a14:foregroundMark x1="77470" y1="99115" x2="95652" y2="97345"/>
                        <a14:foregroundMark x1="88142" y1="85398" x2="96838" y2="92035"/>
                        <a14:foregroundMark x1="7905" y1="3540" x2="23320" y2="9735"/>
                        <a14:foregroundMark x1="23320" y1="29646" x2="23320" y2="73009"/>
                        <a14:backgroundMark x1="54545" y1="15487" x2="65613" y2="73009"/>
                        <a14:backgroundMark x1="65613" y1="73009" x2="64427" y2="75221"/>
                        <a14:backgroundMark x1="41897" y1="84956" x2="60079" y2="46018"/>
                        <a14:backgroundMark x1="35573" y1="91150" x2="35573" y2="911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75908" y="2833453"/>
            <a:ext cx="2410161" cy="136226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6328A54-E0FE-93E0-FF6C-234C21BBE164}"/>
              </a:ext>
            </a:extLst>
          </p:cNvPr>
          <p:cNvSpPr txBox="1"/>
          <p:nvPr/>
        </p:nvSpPr>
        <p:spPr>
          <a:xfrm>
            <a:off x="4886005" y="2699933"/>
            <a:ext cx="3419061" cy="584775"/>
          </a:xfrm>
          <a:prstGeom prst="rect">
            <a:avLst/>
          </a:prstGeom>
          <a:solidFill>
            <a:srgbClr val="E2E4E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3982E3"/>
                </a:solidFill>
              </a:rPr>
              <a:t>Hecker </a:t>
            </a:r>
            <a:r>
              <a:rPr lang="en-US" sz="1600" b="1" dirty="0" err="1">
                <a:solidFill>
                  <a:srgbClr val="3982E3"/>
                </a:solidFill>
              </a:rPr>
              <a:t>mengirimkan</a:t>
            </a:r>
            <a:r>
              <a:rPr lang="en-US" sz="1600" b="1" dirty="0">
                <a:solidFill>
                  <a:srgbClr val="3982E3"/>
                </a:solidFill>
              </a:rPr>
              <a:t> </a:t>
            </a:r>
            <a:r>
              <a:rPr lang="en-US" sz="1600" b="1" dirty="0" err="1">
                <a:solidFill>
                  <a:srgbClr val="3982E3"/>
                </a:solidFill>
              </a:rPr>
              <a:t>tautan</a:t>
            </a:r>
            <a:r>
              <a:rPr lang="en-US" sz="1600" b="1" dirty="0">
                <a:solidFill>
                  <a:srgbClr val="3982E3"/>
                </a:solidFill>
              </a:rPr>
              <a:t> </a:t>
            </a:r>
            <a:r>
              <a:rPr lang="en-US" sz="1600" b="1" dirty="0" err="1">
                <a:solidFill>
                  <a:srgbClr val="3982E3"/>
                </a:solidFill>
              </a:rPr>
              <a:t>phising</a:t>
            </a:r>
            <a:r>
              <a:rPr lang="en-US" sz="1600" b="1" dirty="0">
                <a:solidFill>
                  <a:srgbClr val="3982E3"/>
                </a:solidFill>
              </a:rPr>
              <a:t> </a:t>
            </a:r>
            <a:r>
              <a:rPr lang="en-US" sz="1600" b="1" dirty="0" err="1">
                <a:solidFill>
                  <a:srgbClr val="3982E3"/>
                </a:solidFill>
              </a:rPr>
              <a:t>ke</a:t>
            </a:r>
            <a:r>
              <a:rPr lang="en-US" sz="1600" b="1" dirty="0">
                <a:solidFill>
                  <a:srgbClr val="3982E3"/>
                </a:solidFill>
              </a:rPr>
              <a:t> korban</a:t>
            </a:r>
            <a:endParaRPr lang="en-ID" sz="1600" b="1" dirty="0">
              <a:solidFill>
                <a:srgbClr val="3982E3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267A0E-FC20-A4C6-C1DA-33F5819FC790}"/>
              </a:ext>
            </a:extLst>
          </p:cNvPr>
          <p:cNvSpPr txBox="1"/>
          <p:nvPr/>
        </p:nvSpPr>
        <p:spPr>
          <a:xfrm>
            <a:off x="3721675" y="4195508"/>
            <a:ext cx="2815651" cy="584775"/>
          </a:xfrm>
          <a:prstGeom prst="rect">
            <a:avLst/>
          </a:prstGeom>
          <a:solidFill>
            <a:srgbClr val="EEEEE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rgbClr val="3982E3"/>
                </a:solidFill>
              </a:rPr>
              <a:t>Korban </a:t>
            </a:r>
            <a:r>
              <a:rPr lang="en-US" sz="1600" b="1" dirty="0" err="1">
                <a:solidFill>
                  <a:srgbClr val="3982E3"/>
                </a:solidFill>
              </a:rPr>
              <a:t>memberikan</a:t>
            </a:r>
            <a:r>
              <a:rPr lang="en-US" sz="1600" b="1" dirty="0">
                <a:solidFill>
                  <a:srgbClr val="3982E3"/>
                </a:solidFill>
              </a:rPr>
              <a:t> </a:t>
            </a:r>
            <a:r>
              <a:rPr lang="en-US" sz="1600" b="1" dirty="0" err="1">
                <a:solidFill>
                  <a:srgbClr val="3982E3"/>
                </a:solidFill>
              </a:rPr>
              <a:t>informasi</a:t>
            </a:r>
            <a:r>
              <a:rPr lang="en-US" sz="1600" b="1" dirty="0">
                <a:solidFill>
                  <a:srgbClr val="3982E3"/>
                </a:solidFill>
              </a:rPr>
              <a:t> yang di </a:t>
            </a:r>
            <a:r>
              <a:rPr lang="en-US" sz="1600" b="1" dirty="0" err="1">
                <a:solidFill>
                  <a:srgbClr val="3982E3"/>
                </a:solidFill>
              </a:rPr>
              <a:t>minta</a:t>
            </a:r>
            <a:endParaRPr lang="en-ID" sz="1600" b="1" dirty="0">
              <a:solidFill>
                <a:srgbClr val="3982E3"/>
              </a:solidFill>
            </a:endParaRPr>
          </a:p>
        </p:txBody>
      </p:sp>
      <p:pic>
        <p:nvPicPr>
          <p:cNvPr id="16" name="Picture 14" descr="251 ribu Ilustrasi, Foto Stok, dan Gambar Penipuan Tanpa Royalti |  Shutterstock">
            <a:extLst>
              <a:ext uri="{FF2B5EF4-FFF2-40B4-BE49-F238E27FC236}">
                <a16:creationId xmlns:a16="http://schemas.microsoft.com/office/drawing/2014/main" id="{18444EC7-2112-5223-BFDD-D9AA1C5076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clrChange>
              <a:clrFrom>
                <a:srgbClr val="F5F5F5"/>
              </a:clrFrom>
              <a:clrTo>
                <a:srgbClr val="F5F5F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22" t="16832" r="13081" b="17577"/>
          <a:stretch>
            <a:fillRect/>
          </a:stretch>
        </p:blipFill>
        <p:spPr bwMode="auto">
          <a:xfrm>
            <a:off x="5929821" y="4687955"/>
            <a:ext cx="1633849" cy="1275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31B27DC-BFDD-FB55-E529-E7F92A704CA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9790" b="91608" l="9259" r="92593">
                        <a14:foregroundMark x1="65741" y1="11888" x2="92593" y2="91608"/>
                        <a14:foregroundMark x1="92593" y1="91608" x2="90741" y2="89510"/>
                        <a14:foregroundMark x1="46296" y1="13287" x2="57407" y2="15385"/>
                        <a14:foregroundMark x1="43519" y1="18881" x2="43519" y2="2307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08520" y="3240268"/>
            <a:ext cx="1028844" cy="136226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3B88755-514F-5F49-2AF5-C49ACFB2DA53}"/>
              </a:ext>
            </a:extLst>
          </p:cNvPr>
          <p:cNvSpPr txBox="1"/>
          <p:nvPr/>
        </p:nvSpPr>
        <p:spPr>
          <a:xfrm>
            <a:off x="2604270" y="3359305"/>
            <a:ext cx="1967730" cy="830997"/>
          </a:xfrm>
          <a:prstGeom prst="rect">
            <a:avLst/>
          </a:prstGeom>
          <a:solidFill>
            <a:srgbClr val="EDEEEF"/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3982E3"/>
                </a:solidFill>
              </a:rPr>
              <a:t>Hecker </a:t>
            </a:r>
            <a:r>
              <a:rPr lang="en-US" sz="1600" b="1" dirty="0" err="1">
                <a:solidFill>
                  <a:srgbClr val="3982E3"/>
                </a:solidFill>
              </a:rPr>
              <a:t>gunakan</a:t>
            </a:r>
            <a:r>
              <a:rPr lang="en-US" sz="1600" b="1" dirty="0">
                <a:solidFill>
                  <a:srgbClr val="3982E3"/>
                </a:solidFill>
              </a:rPr>
              <a:t> data korban </a:t>
            </a:r>
            <a:r>
              <a:rPr lang="en-US" sz="1600" b="1" dirty="0" err="1">
                <a:solidFill>
                  <a:srgbClr val="3982E3"/>
                </a:solidFill>
              </a:rPr>
              <a:t>masuk</a:t>
            </a:r>
            <a:r>
              <a:rPr lang="en-US" sz="1600" b="1" dirty="0">
                <a:solidFill>
                  <a:srgbClr val="3982E3"/>
                </a:solidFill>
              </a:rPr>
              <a:t> </a:t>
            </a:r>
            <a:r>
              <a:rPr lang="en-US" sz="1600" b="1" dirty="0" err="1">
                <a:solidFill>
                  <a:srgbClr val="3982E3"/>
                </a:solidFill>
              </a:rPr>
              <a:t>ke</a:t>
            </a:r>
            <a:r>
              <a:rPr lang="en-US" sz="1600" b="1" dirty="0">
                <a:solidFill>
                  <a:srgbClr val="3982E3"/>
                </a:solidFill>
              </a:rPr>
              <a:t> website</a:t>
            </a:r>
            <a:endParaRPr lang="en-ID" sz="1600" b="1" dirty="0">
              <a:solidFill>
                <a:srgbClr val="3982E3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39D63D1-974E-7886-AF04-70FD18A79F1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68388" y="2187247"/>
            <a:ext cx="457264" cy="29531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45A77AF-7850-0D17-4C77-7266D7A8B1C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66633" y="3371244"/>
            <a:ext cx="428685" cy="35247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DFDB1E6-CA61-D975-C43F-81D598A39722}"/>
              </a:ext>
            </a:extLst>
          </p:cNvPr>
          <p:cNvSpPr txBox="1"/>
          <p:nvPr/>
        </p:nvSpPr>
        <p:spPr>
          <a:xfrm>
            <a:off x="352990" y="50683"/>
            <a:ext cx="89562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rgbClr val="23366E"/>
                </a:solidFill>
                <a:latin typeface="Fira Sans Black" panose="020B0A03050000020004" pitchFamily="34" charset="0"/>
              </a:rPr>
              <a:t>ILUSTRASI CARA KERJA PHISING</a:t>
            </a:r>
            <a:endParaRPr lang="en-ID" sz="4800" dirty="0">
              <a:solidFill>
                <a:srgbClr val="23366E"/>
              </a:solidFill>
              <a:latin typeface="Fira Sans Black" panose="020B0A030500000200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3F02795-1521-6179-51A8-86501F98A5C9}"/>
              </a:ext>
            </a:extLst>
          </p:cNvPr>
          <p:cNvPicPr>
            <a:picLocks noChangeAspect="1"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17785" y="184928"/>
            <a:ext cx="1689834" cy="34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518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5E6247-77E8-02D7-2379-F8C72F22B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021038BE-EE3C-6F4A-5173-34993BD7195F}"/>
              </a:ext>
            </a:extLst>
          </p:cNvPr>
          <p:cNvSpPr txBox="1"/>
          <p:nvPr/>
        </p:nvSpPr>
        <p:spPr>
          <a:xfrm>
            <a:off x="737525" y="381576"/>
            <a:ext cx="48798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23366E"/>
                </a:solidFill>
                <a:latin typeface="Fira Sans Black" panose="020B0A03050000020004" pitchFamily="34" charset="0"/>
              </a:rPr>
              <a:t>CIRI </a:t>
            </a:r>
            <a:r>
              <a:rPr lang="en-US" sz="3600" dirty="0" err="1">
                <a:solidFill>
                  <a:srgbClr val="23366E"/>
                </a:solidFill>
                <a:latin typeface="Fira Sans Black" panose="020B0A03050000020004" pitchFamily="34" charset="0"/>
              </a:rPr>
              <a:t>CIRI</a:t>
            </a:r>
            <a:r>
              <a:rPr lang="en-US" sz="3600" dirty="0">
                <a:solidFill>
                  <a:srgbClr val="23366E"/>
                </a:solidFill>
                <a:latin typeface="Fira Sans Black" panose="020B0A03050000020004" pitchFamily="34" charset="0"/>
              </a:rPr>
              <a:t> PESAN PALSU</a:t>
            </a:r>
            <a:endParaRPr lang="en-ID" sz="3600" dirty="0">
              <a:solidFill>
                <a:srgbClr val="23366E"/>
              </a:solidFill>
              <a:latin typeface="Fira Sans Black" panose="020B0A030500000200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80DCE6-5CB5-BE92-CDCA-407257330648}"/>
              </a:ext>
            </a:extLst>
          </p:cNvPr>
          <p:cNvSpPr txBox="1"/>
          <p:nvPr/>
        </p:nvSpPr>
        <p:spPr>
          <a:xfrm>
            <a:off x="449293" y="1249090"/>
            <a:ext cx="4812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rgbClr val="23366E"/>
                </a:solidFill>
                <a:latin typeface="Fira Sans Black" panose="020B0A03050000020004" pitchFamily="34" charset="0"/>
              </a:rPr>
              <a:t>1</a:t>
            </a:r>
            <a:endParaRPr lang="en-ID" sz="4800" dirty="0">
              <a:solidFill>
                <a:srgbClr val="23366E"/>
              </a:solidFill>
              <a:latin typeface="Fira Sans Black" panose="020B0A030500000200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04D2B6-6416-40B1-6D0F-2DE198A00AD4}"/>
              </a:ext>
            </a:extLst>
          </p:cNvPr>
          <p:cNvSpPr txBox="1"/>
          <p:nvPr/>
        </p:nvSpPr>
        <p:spPr>
          <a:xfrm>
            <a:off x="1039020" y="1328602"/>
            <a:ext cx="106220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Mengaku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dari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Pihak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Resmi Tapi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Alamatnya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Mencurigakan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, Nama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pengirim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/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alamat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email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mirip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tapi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Domain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mencurigakan</a:t>
            </a:r>
            <a:endParaRPr lang="en-ID" sz="2000" dirty="0">
              <a:solidFill>
                <a:srgbClr val="3982E3"/>
              </a:solidFill>
              <a:latin typeface="Century Gothic" panose="020B0502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919736-5F98-DCB2-AF1F-2B880DB0B673}"/>
              </a:ext>
            </a:extLst>
          </p:cNvPr>
          <p:cNvSpPr txBox="1"/>
          <p:nvPr/>
        </p:nvSpPr>
        <p:spPr>
          <a:xfrm>
            <a:off x="1039020" y="2064936"/>
            <a:ext cx="106220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Ada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Pesan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Mendesak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terlihat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urgent,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tujuannya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membuat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korban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panik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agar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cepat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bertindak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tanpa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di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beri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kesempatan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berpikir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1002AF-C577-088C-05C6-28FDAD780179}"/>
              </a:ext>
            </a:extLst>
          </p:cNvPr>
          <p:cNvSpPr txBox="1"/>
          <p:nvPr/>
        </p:nvSpPr>
        <p:spPr>
          <a:xfrm>
            <a:off x="442669" y="2019752"/>
            <a:ext cx="5116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rgbClr val="23366E"/>
                </a:solidFill>
                <a:latin typeface="Fira Sans Black" panose="020B0A03050000020004" pitchFamily="34" charset="0"/>
              </a:rPr>
              <a:t>2</a:t>
            </a:r>
            <a:endParaRPr lang="en-ID" sz="4800" dirty="0">
              <a:solidFill>
                <a:srgbClr val="23366E"/>
              </a:solidFill>
              <a:latin typeface="Fira Sans Black" panose="020B0A030500000200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97ADF9-284E-8AEF-13EC-A3B46354523B}"/>
              </a:ext>
            </a:extLst>
          </p:cNvPr>
          <p:cNvSpPr txBox="1"/>
          <p:nvPr/>
        </p:nvSpPr>
        <p:spPr>
          <a:xfrm>
            <a:off x="1039020" y="2835277"/>
            <a:ext cx="106220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Lampiran File Tidak Jelas,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sering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menyertakan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lampiran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berbahaya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yang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akan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mengarah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pada virus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atau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program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pencuri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data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0C4BA4-F26A-8705-1218-2FD863994F10}"/>
              </a:ext>
            </a:extLst>
          </p:cNvPr>
          <p:cNvSpPr txBox="1"/>
          <p:nvPr/>
        </p:nvSpPr>
        <p:spPr>
          <a:xfrm>
            <a:off x="436045" y="2770217"/>
            <a:ext cx="5116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rgbClr val="23366E"/>
                </a:solidFill>
                <a:latin typeface="Fira Sans Black" panose="020B0A03050000020004" pitchFamily="34" charset="0"/>
              </a:rPr>
              <a:t>3</a:t>
            </a:r>
            <a:endParaRPr lang="en-ID" sz="4800" dirty="0">
              <a:solidFill>
                <a:srgbClr val="23366E"/>
              </a:solidFill>
              <a:latin typeface="Fira Sans Black" panose="020B0A030500000200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0B72BC-18C7-477D-C2AF-6B7792EE1228}"/>
              </a:ext>
            </a:extLst>
          </p:cNvPr>
          <p:cNvSpPr txBox="1"/>
          <p:nvPr/>
        </p:nvSpPr>
        <p:spPr>
          <a:xfrm>
            <a:off x="1039020" y="3625170"/>
            <a:ext cx="106220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Tata Bahasa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atau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Desain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Aneh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,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seperti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ejaan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salah,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kalimat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tidak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baku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, Logo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instansi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tidak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standart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, Format email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tidak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professional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1321B6-5A3F-B723-7225-FB3634E2FC9C}"/>
              </a:ext>
            </a:extLst>
          </p:cNvPr>
          <p:cNvSpPr txBox="1"/>
          <p:nvPr/>
        </p:nvSpPr>
        <p:spPr>
          <a:xfrm>
            <a:off x="429421" y="3560110"/>
            <a:ext cx="5453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rgbClr val="23366E"/>
                </a:solidFill>
                <a:latin typeface="Fira Sans Black" panose="020B0A03050000020004" pitchFamily="34" charset="0"/>
              </a:rPr>
              <a:t>4</a:t>
            </a:r>
            <a:endParaRPr lang="en-ID" sz="4800" dirty="0">
              <a:solidFill>
                <a:srgbClr val="23366E"/>
              </a:solidFill>
              <a:latin typeface="Fira Sans Black" panose="020B0A030500000200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31A68D-62DB-C72F-EAFF-29A58514FA18}"/>
              </a:ext>
            </a:extLst>
          </p:cNvPr>
          <p:cNvSpPr txBox="1"/>
          <p:nvPr/>
        </p:nvSpPr>
        <p:spPr>
          <a:xfrm>
            <a:off x="1039020" y="4385357"/>
            <a:ext cx="106220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Meminta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Data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Pribadi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atau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Rahasia,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lembaga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resmi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tidak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meminta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PIN, password, OTP,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nomor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kartu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debit/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kredit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, KTP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melalui</a:t>
            </a:r>
            <a:r>
              <a:rPr lang="en-ID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 </a:t>
            </a:r>
            <a:r>
              <a:rPr lang="en-ID" sz="20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pesan</a:t>
            </a:r>
            <a:endParaRPr lang="en-ID" sz="2000" dirty="0">
              <a:solidFill>
                <a:srgbClr val="3982E3"/>
              </a:solidFill>
              <a:latin typeface="Century Gothic" panose="020B0502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FC0332-DD88-D835-E105-25A2AA945E8C}"/>
              </a:ext>
            </a:extLst>
          </p:cNvPr>
          <p:cNvSpPr txBox="1"/>
          <p:nvPr/>
        </p:nvSpPr>
        <p:spPr>
          <a:xfrm>
            <a:off x="432735" y="432029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rgbClr val="23366E"/>
                </a:solidFill>
                <a:latin typeface="Fira Sans Black" panose="020B0A03050000020004" pitchFamily="34" charset="0"/>
              </a:rPr>
              <a:t>5</a:t>
            </a:r>
            <a:endParaRPr lang="en-ID" sz="4800" dirty="0">
              <a:solidFill>
                <a:srgbClr val="23366E"/>
              </a:solidFill>
              <a:latin typeface="Fira Sans Black" panose="020B0A030500000200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5C6193D-846F-00A6-1DF6-B98B7E703AEF}"/>
              </a:ext>
            </a:extLst>
          </p:cNvPr>
          <p:cNvSpPr txBox="1"/>
          <p:nvPr/>
        </p:nvSpPr>
        <p:spPr>
          <a:xfrm>
            <a:off x="1039020" y="5096070"/>
            <a:ext cx="106220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3982E3"/>
                </a:solidFill>
                <a:latin typeface="Century Gothic" panose="020B0502020202020204" pitchFamily="34" charset="0"/>
              </a:rPr>
              <a:t>Mengandung Janji Manis atau Hadiah, sebagai umpan agar korban mengKlik link atau tautan berbahaya</a:t>
            </a:r>
            <a:endParaRPr lang="en-ID" sz="2000" dirty="0">
              <a:solidFill>
                <a:srgbClr val="3982E3"/>
              </a:solidFill>
              <a:latin typeface="Century Gothic" panose="020B0502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4B8F73-BDEF-4893-912A-5C163E0FE2FA}"/>
              </a:ext>
            </a:extLst>
          </p:cNvPr>
          <p:cNvSpPr txBox="1"/>
          <p:nvPr/>
        </p:nvSpPr>
        <p:spPr>
          <a:xfrm>
            <a:off x="416172" y="5031010"/>
            <a:ext cx="5421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rgbClr val="23366E"/>
                </a:solidFill>
                <a:latin typeface="Fira Sans Black" panose="020B0A03050000020004" pitchFamily="34" charset="0"/>
              </a:rPr>
              <a:t>6</a:t>
            </a:r>
            <a:endParaRPr lang="en-ID" sz="4800" dirty="0">
              <a:solidFill>
                <a:srgbClr val="23366E"/>
              </a:solidFill>
              <a:latin typeface="Fira Sans Black" panose="020B0A03050000020004" pitchFamily="34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D75B2192-29D6-7E69-8C1F-95B930AFB50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46527" y="210487"/>
            <a:ext cx="1689834" cy="34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99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69226-8DDC-1A95-0229-84D6AEC08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CB6E6AE8-4AE0-F08A-2CD5-7758DE4FBCB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63628" y="253852"/>
            <a:ext cx="1689834" cy="3421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12DCE53-C566-F941-0AAC-F4FEDAC92152}"/>
              </a:ext>
            </a:extLst>
          </p:cNvPr>
          <p:cNvSpPr txBox="1"/>
          <p:nvPr/>
        </p:nvSpPr>
        <p:spPr>
          <a:xfrm>
            <a:off x="3427763" y="267964"/>
            <a:ext cx="53254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Sans Black" panose="020B0A03050000020004" pitchFamily="34" charset="0"/>
              </a:rPr>
              <a:t>VERIFIKASI WEBSITE</a:t>
            </a:r>
            <a:endParaRPr lang="en-ID" sz="44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ira Sans Black" panose="020B0A030500000200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5F30D9B-61D0-50B4-26E6-FFE65FC8EBEF}"/>
              </a:ext>
            </a:extLst>
          </p:cNvPr>
          <p:cNvGrpSpPr/>
          <p:nvPr/>
        </p:nvGrpSpPr>
        <p:grpSpPr>
          <a:xfrm>
            <a:off x="4983365" y="893849"/>
            <a:ext cx="2340882" cy="1746519"/>
            <a:chOff x="3916707" y="1531136"/>
            <a:chExt cx="4571042" cy="350331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3B2590B-8DFD-D630-718B-1955B4A764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8616" b="97128" l="6114" r="95197">
                          <a14:foregroundMark x1="6114" y1="11227" x2="9389" y2="16710"/>
                          <a14:foregroundMark x1="10699" y1="73107" x2="13974" y2="73629"/>
                          <a14:foregroundMark x1="13974" y1="81201" x2="26856" y2="81462"/>
                          <a14:foregroundMark x1="26856" y1="81462" x2="32969" y2="80679"/>
                          <a14:foregroundMark x1="42795" y1="81723" x2="65721" y2="84334"/>
                          <a14:foregroundMark x1="53493" y1="90078" x2="53493" y2="90078"/>
                          <a14:foregroundMark x1="55677" y1="92689" x2="55240" y2="86684"/>
                          <a14:foregroundMark x1="37336" y1="97911" x2="62664" y2="97389"/>
                          <a14:foregroundMark x1="91048" y1="14621" x2="91048" y2="67885"/>
                          <a14:foregroundMark x1="91048" y1="67885" x2="95197" y2="81201"/>
                          <a14:foregroundMark x1="95197" y1="81201" x2="95197" y2="81201"/>
                          <a14:foregroundMark x1="95197" y1="59008" x2="95197" y2="59008"/>
                          <a14:foregroundMark x1="95197" y1="59269" x2="94978" y2="71279"/>
                          <a14:foregroundMark x1="93886" y1="10705" x2="93013" y2="50653"/>
                          <a14:foregroundMark x1="93013" y1="50653" x2="91485" y2="59008"/>
                          <a14:foregroundMark x1="8734" y1="10705" x2="93450" y2="13316"/>
                          <a14:foregroundMark x1="8734" y1="72585" x2="13755" y2="71540"/>
                          <a14:foregroundMark x1="7642" y1="71540" x2="8515" y2="26110"/>
                          <a14:foregroundMark x1="12664" y1="73368" x2="51528" y2="72585"/>
                          <a14:foregroundMark x1="51528" y1="72585" x2="56987" y2="72585"/>
                          <a14:foregroundMark x1="65721" y1="72585" x2="65721" y2="72585"/>
                          <a14:foregroundMark x1="55459" y1="73629" x2="92576" y2="73629"/>
                          <a14:foregroundMark x1="94323" y1="9661" x2="95197" y2="62924"/>
                          <a14:foregroundMark x1="8515" y1="8877" x2="21616" y2="9661"/>
                          <a14:foregroundMark x1="21616" y1="9661" x2="38428" y2="8877"/>
                          <a14:foregroundMark x1="38428" y1="8877" x2="55022" y2="8877"/>
                          <a14:foregroundMark x1="55022" y1="8877" x2="87118" y2="8616"/>
                          <a14:foregroundMark x1="87118" y1="8616" x2="93886" y2="9922"/>
                          <a14:foregroundMark x1="34934" y1="42559" x2="50000" y2="55352"/>
                          <a14:foregroundMark x1="38428" y1="40209" x2="41266" y2="58747"/>
                          <a14:foregroundMark x1="41266" y1="58747" x2="41266" y2="5874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019573" y="1531136"/>
              <a:ext cx="4189348" cy="3503319"/>
            </a:xfrm>
            <a:prstGeom prst="rect">
              <a:avLst/>
            </a:prstGeom>
          </p:spPr>
        </p:pic>
        <p:pic>
          <p:nvPicPr>
            <p:cNvPr id="5" name="Picture 4" descr="Check Mark Isolated Icon. Checklist button icon. Check mark, tick vector  icon. Check mark Icon premium vector PNG | SimilarPNG">
              <a:extLst>
                <a:ext uri="{FF2B5EF4-FFF2-40B4-BE49-F238E27FC236}">
                  <a16:creationId xmlns:a16="http://schemas.microsoft.com/office/drawing/2014/main" id="{111120FE-9A6D-6840-8DF3-8EB130DD59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16707" y="3322468"/>
              <a:ext cx="1141079" cy="11410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E3F3816-9448-EA13-5BDE-6064F6ED9D47}"/>
                </a:ext>
              </a:extLst>
            </p:cNvPr>
            <p:cNvCxnSpPr/>
            <p:nvPr/>
          </p:nvCxnSpPr>
          <p:spPr>
            <a:xfrm>
              <a:off x="6096000" y="1772239"/>
              <a:ext cx="0" cy="3110846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F125DF4-00F5-D7AD-F2C7-7EAE7D964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6667" r="92000">
                          <a14:foregroundMark x1="49500" y1="16667" x2="49500" y2="39333"/>
                          <a14:foregroundMark x1="49833" y1="22000" x2="40500" y2="78667"/>
                          <a14:foregroundMark x1="6833" y1="80667" x2="9667" y2="80667"/>
                          <a14:foregroundMark x1="36167" y1="75500" x2="65000" y2="40167"/>
                          <a14:foregroundMark x1="35000" y1="44667" x2="69833" y2="74667"/>
                          <a14:foregroundMark x1="69833" y1="74667" x2="72667" y2="75667"/>
                          <a14:foregroundMark x1="64167" y1="45333" x2="62333" y2="59667"/>
                          <a14:foregroundMark x1="34667" y1="47333" x2="37333" y2="65667"/>
                          <a14:foregroundMark x1="40500" y1="69667" x2="62667" y2="76833"/>
                          <a14:foregroundMark x1="92000" y1="82000" x2="92000" y2="82000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989998" y="3099882"/>
              <a:ext cx="1497751" cy="1497749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4F82D15-6730-6E35-32A3-01CB09007DF0}"/>
              </a:ext>
            </a:extLst>
          </p:cNvPr>
          <p:cNvSpPr txBox="1"/>
          <p:nvPr/>
        </p:nvSpPr>
        <p:spPr>
          <a:xfrm>
            <a:off x="2000446" y="871606"/>
            <a:ext cx="30597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4800" b="1" dirty="0">
                <a:solidFill>
                  <a:srgbClr val="123F7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Sans Black" panose="020B0A03050000020004" pitchFamily="34" charset="0"/>
              </a:rPr>
              <a:t>AMAN</a:t>
            </a:r>
            <a:endParaRPr lang="en-ID" sz="4800" dirty="0">
              <a:solidFill>
                <a:srgbClr val="123F7C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1DAC5A-573A-ECF3-EE2F-20035EABBD2B}"/>
              </a:ext>
            </a:extLst>
          </p:cNvPr>
          <p:cNvSpPr txBox="1"/>
          <p:nvPr/>
        </p:nvSpPr>
        <p:spPr>
          <a:xfrm>
            <a:off x="7152004" y="838273"/>
            <a:ext cx="53610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123F7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Sans Black" panose="020B0A03050000020004" pitchFamily="34" charset="0"/>
              </a:rPr>
              <a:t>TIDAK AMAN</a:t>
            </a:r>
            <a:endParaRPr lang="en-ID" sz="4800" dirty="0">
              <a:solidFill>
                <a:srgbClr val="123F7C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F08DA4-7125-2C6B-0175-40AC27C05DE0}"/>
              </a:ext>
            </a:extLst>
          </p:cNvPr>
          <p:cNvSpPr txBox="1"/>
          <p:nvPr/>
        </p:nvSpPr>
        <p:spPr>
          <a:xfrm>
            <a:off x="299305" y="2461403"/>
            <a:ext cx="579669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i-FI" sz="2200" b="1" dirty="0">
                <a:solidFill>
                  <a:srgbClr val="3982E3"/>
                </a:solidFill>
                <a:latin typeface="+mj-lt"/>
              </a:rPr>
              <a:t>Menggunakan “https://” </a:t>
            </a:r>
          </a:p>
          <a:p>
            <a:pPr marL="342900" indent="-342900">
              <a:buFont typeface="+mj-lt"/>
              <a:buAutoNum type="arabicPeriod"/>
            </a:pPr>
            <a:r>
              <a:rPr lang="fi-FI" sz="2200" b="1" dirty="0">
                <a:solidFill>
                  <a:srgbClr val="3982E3"/>
                </a:solidFill>
                <a:latin typeface="+mj-lt"/>
              </a:rPr>
              <a:t>Terdapat ikon gembok 🔒 di alamat situs, sertifikat ter verifikasi</a:t>
            </a:r>
          </a:p>
          <a:p>
            <a:pPr marL="342900" indent="-342900">
              <a:buFont typeface="+mj-lt"/>
              <a:buAutoNum type="arabicPeriod"/>
            </a:pPr>
            <a:r>
              <a:rPr lang="nl-NL" sz="2200" b="1" dirty="0">
                <a:solidFill>
                  <a:srgbClr val="3982E3"/>
                </a:solidFill>
                <a:latin typeface="+mj-lt"/>
              </a:rPr>
              <a:t>Nama domain jelas dan resmi</a:t>
            </a:r>
          </a:p>
          <a:p>
            <a:pPr marL="342900" indent="-342900">
              <a:buFont typeface="+mj-lt"/>
              <a:buAutoNum type="arabicPeriod"/>
            </a:pPr>
            <a:r>
              <a:rPr lang="en-ID" sz="2200" b="1" dirty="0" err="1">
                <a:solidFill>
                  <a:srgbClr val="3982E3"/>
                </a:solidFill>
                <a:latin typeface="+mj-lt"/>
              </a:rPr>
              <a:t>Tampilan</a:t>
            </a:r>
            <a:r>
              <a:rPr lang="en-ID" sz="2200" b="1" dirty="0">
                <a:solidFill>
                  <a:srgbClr val="3982E3"/>
                </a:solidFill>
                <a:latin typeface="+mj-lt"/>
              </a:rPr>
              <a:t> professional, </a:t>
            </a:r>
            <a:r>
              <a:rPr lang="en-ID" sz="2200" b="1" dirty="0" err="1">
                <a:solidFill>
                  <a:srgbClr val="3982E3"/>
                </a:solidFill>
                <a:latin typeface="+mj-lt"/>
              </a:rPr>
              <a:t>rapi</a:t>
            </a:r>
            <a:endParaRPr lang="en-ID" sz="2200" b="1" dirty="0">
              <a:solidFill>
                <a:srgbClr val="3982E3"/>
              </a:solidFill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D" sz="2200" b="1" dirty="0">
                <a:solidFill>
                  <a:srgbClr val="3982E3"/>
                </a:solidFill>
                <a:latin typeface="+mj-lt"/>
              </a:rPr>
              <a:t>Ada </a:t>
            </a:r>
            <a:r>
              <a:rPr lang="en-ID" sz="2200" b="1" dirty="0" err="1">
                <a:solidFill>
                  <a:srgbClr val="3982E3"/>
                </a:solidFill>
                <a:latin typeface="+mj-lt"/>
              </a:rPr>
              <a:t>halaman</a:t>
            </a:r>
            <a:r>
              <a:rPr lang="en-ID" sz="2200" b="1" dirty="0">
                <a:solidFill>
                  <a:srgbClr val="3982E3"/>
                </a:solidFill>
                <a:latin typeface="+mj-lt"/>
              </a:rPr>
              <a:t> “</a:t>
            </a:r>
            <a:r>
              <a:rPr lang="en-ID" sz="2200" b="1" dirty="0" err="1">
                <a:solidFill>
                  <a:srgbClr val="3982E3"/>
                </a:solidFill>
                <a:latin typeface="+mj-lt"/>
              </a:rPr>
              <a:t>Tentang</a:t>
            </a:r>
            <a:r>
              <a:rPr lang="en-ID" sz="2200" b="1" dirty="0">
                <a:solidFill>
                  <a:srgbClr val="3982E3"/>
                </a:solidFill>
                <a:latin typeface="+mj-lt"/>
              </a:rPr>
              <a:t> Kami” dan “Kontak Resmi”</a:t>
            </a:r>
          </a:p>
          <a:p>
            <a:pPr marL="342900" indent="-342900">
              <a:buFont typeface="+mj-lt"/>
              <a:buAutoNum type="arabicPeriod"/>
            </a:pPr>
            <a:r>
              <a:rPr lang="en-ID" sz="2200" b="1" dirty="0" err="1">
                <a:solidFill>
                  <a:srgbClr val="3982E3"/>
                </a:solidFill>
                <a:latin typeface="+mj-lt"/>
              </a:rPr>
              <a:t>Diperbarui</a:t>
            </a:r>
            <a:r>
              <a:rPr lang="en-ID" sz="2200" b="1" dirty="0">
                <a:solidFill>
                  <a:srgbClr val="3982E3"/>
                </a:solidFill>
                <a:latin typeface="+mj-lt"/>
              </a:rPr>
              <a:t> </a:t>
            </a:r>
            <a:r>
              <a:rPr lang="en-ID" sz="2200" b="1" dirty="0" err="1">
                <a:solidFill>
                  <a:srgbClr val="3982E3"/>
                </a:solidFill>
                <a:latin typeface="+mj-lt"/>
              </a:rPr>
              <a:t>secara</a:t>
            </a:r>
            <a:r>
              <a:rPr lang="en-ID" sz="2200" b="1" dirty="0">
                <a:solidFill>
                  <a:srgbClr val="3982E3"/>
                </a:solidFill>
                <a:latin typeface="+mj-lt"/>
              </a:rPr>
              <a:t> rutin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2200" b="1" dirty="0">
                <a:solidFill>
                  <a:srgbClr val="3982E3"/>
                </a:solidFill>
                <a:latin typeface="+mj-lt"/>
              </a:rPr>
              <a:t>Bisa diverifikasi lewat mesin pencari</a:t>
            </a:r>
          </a:p>
          <a:p>
            <a:pPr marL="342900" indent="-342900">
              <a:buFont typeface="+mj-lt"/>
              <a:buAutoNum type="arabicPeriod"/>
            </a:pPr>
            <a:r>
              <a:rPr lang="en-ID" sz="2200" b="1" dirty="0">
                <a:solidFill>
                  <a:srgbClr val="3982E3"/>
                </a:solidFill>
                <a:latin typeface="+mj-lt"/>
              </a:rPr>
              <a:t>Tidak </a:t>
            </a:r>
            <a:r>
              <a:rPr lang="en-ID" sz="2200" b="1" dirty="0" err="1">
                <a:solidFill>
                  <a:srgbClr val="3982E3"/>
                </a:solidFill>
                <a:latin typeface="+mj-lt"/>
              </a:rPr>
              <a:t>muncul</a:t>
            </a:r>
            <a:r>
              <a:rPr lang="en-ID" sz="2200" b="1" dirty="0">
                <a:solidFill>
                  <a:srgbClr val="3982E3"/>
                </a:solidFill>
                <a:latin typeface="+mj-lt"/>
              </a:rPr>
              <a:t> pop-up </a:t>
            </a:r>
            <a:r>
              <a:rPr lang="en-ID" sz="2200" b="1" dirty="0" err="1">
                <a:solidFill>
                  <a:srgbClr val="3982E3"/>
                </a:solidFill>
                <a:latin typeface="+mj-lt"/>
              </a:rPr>
              <a:t>aneh</a:t>
            </a:r>
            <a:r>
              <a:rPr lang="en-ID" sz="2200" b="1" dirty="0">
                <a:solidFill>
                  <a:srgbClr val="3982E3"/>
                </a:solidFill>
                <a:latin typeface="+mj-lt"/>
              </a:rPr>
              <a:t> / </a:t>
            </a:r>
            <a:r>
              <a:rPr lang="en-ID" sz="2200" b="1" dirty="0" err="1">
                <a:solidFill>
                  <a:srgbClr val="3982E3"/>
                </a:solidFill>
                <a:latin typeface="+mj-lt"/>
              </a:rPr>
              <a:t>peringatan</a:t>
            </a:r>
            <a:r>
              <a:rPr lang="en-ID" sz="2200" b="1" dirty="0">
                <a:solidFill>
                  <a:srgbClr val="3982E3"/>
                </a:solidFill>
                <a:latin typeface="+mj-lt"/>
              </a:rPr>
              <a:t> </a:t>
            </a:r>
            <a:r>
              <a:rPr lang="en-ID" sz="2200" b="1" dirty="0" err="1">
                <a:solidFill>
                  <a:srgbClr val="3982E3"/>
                </a:solidFill>
                <a:latin typeface="+mj-lt"/>
              </a:rPr>
              <a:t>palsu</a:t>
            </a:r>
            <a:endParaRPr lang="en-ID" sz="2200" b="1" dirty="0">
              <a:solidFill>
                <a:srgbClr val="3982E3"/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35A4EC-3ED5-F17E-1ADD-4B518BC22A72}"/>
              </a:ext>
            </a:extLst>
          </p:cNvPr>
          <p:cNvSpPr txBox="1"/>
          <p:nvPr/>
        </p:nvSpPr>
        <p:spPr>
          <a:xfrm>
            <a:off x="6426931" y="2564905"/>
            <a:ext cx="552653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D" sz="2200" b="1" dirty="0">
                <a:solidFill>
                  <a:srgbClr val="3982E3"/>
                </a:solidFill>
              </a:rPr>
              <a:t>Alamat </a:t>
            </a:r>
            <a:r>
              <a:rPr lang="en-ID" sz="2200" b="1" dirty="0" err="1">
                <a:solidFill>
                  <a:srgbClr val="3982E3"/>
                </a:solidFill>
              </a:rPr>
              <a:t>mencurigakan</a:t>
            </a:r>
            <a:endParaRPr lang="en-ID" sz="2200" b="1" dirty="0">
              <a:solidFill>
                <a:srgbClr val="3982E3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D" sz="2200" b="1" dirty="0" err="1">
                <a:solidFill>
                  <a:srgbClr val="3982E3"/>
                </a:solidFill>
              </a:rPr>
              <a:t>Menggunakan</a:t>
            </a:r>
            <a:r>
              <a:rPr lang="en-ID" sz="2200" b="1" dirty="0">
                <a:solidFill>
                  <a:srgbClr val="3982E3"/>
                </a:solidFill>
              </a:rPr>
              <a:t> HTTP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2200" b="1" dirty="0">
                <a:solidFill>
                  <a:srgbClr val="3982E3"/>
                </a:solidFill>
              </a:rPr>
              <a:t>Langsung minta login / data pribadi</a:t>
            </a:r>
          </a:p>
          <a:p>
            <a:pPr marL="342900" indent="-342900">
              <a:buFont typeface="+mj-lt"/>
              <a:buAutoNum type="arabicPeriod"/>
            </a:pPr>
            <a:r>
              <a:rPr lang="en-ID" sz="2200" b="1" dirty="0" err="1">
                <a:solidFill>
                  <a:srgbClr val="3982E3"/>
                </a:solidFill>
              </a:rPr>
              <a:t>Tampilan</a:t>
            </a:r>
            <a:r>
              <a:rPr lang="en-ID" sz="2200" b="1" dirty="0">
                <a:solidFill>
                  <a:srgbClr val="3982E3"/>
                </a:solidFill>
              </a:rPr>
              <a:t> </a:t>
            </a:r>
            <a:r>
              <a:rPr lang="en-ID" sz="2200" b="1" dirty="0" err="1">
                <a:solidFill>
                  <a:srgbClr val="3982E3"/>
                </a:solidFill>
              </a:rPr>
              <a:t>kacau</a:t>
            </a:r>
            <a:r>
              <a:rPr lang="en-ID" sz="2200" b="1" dirty="0">
                <a:solidFill>
                  <a:srgbClr val="3982E3"/>
                </a:solidFill>
              </a:rPr>
              <a:t>, </a:t>
            </a:r>
            <a:r>
              <a:rPr lang="en-ID" sz="2200" b="1" dirty="0" err="1">
                <a:solidFill>
                  <a:srgbClr val="3982E3"/>
                </a:solidFill>
              </a:rPr>
              <a:t>banyak</a:t>
            </a:r>
            <a:r>
              <a:rPr lang="en-ID" sz="2200" b="1" dirty="0">
                <a:solidFill>
                  <a:srgbClr val="3982E3"/>
                </a:solidFill>
              </a:rPr>
              <a:t> </a:t>
            </a:r>
            <a:r>
              <a:rPr lang="en-ID" sz="2200" b="1" dirty="0" err="1">
                <a:solidFill>
                  <a:srgbClr val="3982E3"/>
                </a:solidFill>
              </a:rPr>
              <a:t>iklan</a:t>
            </a:r>
            <a:r>
              <a:rPr lang="en-ID" sz="2200" b="1" dirty="0">
                <a:solidFill>
                  <a:srgbClr val="3982E3"/>
                </a:solidFill>
              </a:rPr>
              <a:t> </a:t>
            </a:r>
            <a:r>
              <a:rPr lang="en-ID" sz="2200" b="1" dirty="0" err="1">
                <a:solidFill>
                  <a:srgbClr val="3982E3"/>
                </a:solidFill>
              </a:rPr>
              <a:t>mencurigakan</a:t>
            </a:r>
            <a:endParaRPr lang="en-ID" sz="2200" b="1" dirty="0">
              <a:solidFill>
                <a:srgbClr val="3982E3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D" sz="2200" b="1" dirty="0" err="1">
                <a:solidFill>
                  <a:srgbClr val="3982E3"/>
                </a:solidFill>
              </a:rPr>
              <a:t>Menjanjikan</a:t>
            </a:r>
            <a:r>
              <a:rPr lang="en-ID" sz="2200" b="1" dirty="0">
                <a:solidFill>
                  <a:srgbClr val="3982E3"/>
                </a:solidFill>
              </a:rPr>
              <a:t> </a:t>
            </a:r>
            <a:r>
              <a:rPr lang="en-ID" sz="2200" b="1" dirty="0" err="1">
                <a:solidFill>
                  <a:srgbClr val="3982E3"/>
                </a:solidFill>
              </a:rPr>
              <a:t>hadiah</a:t>
            </a:r>
            <a:r>
              <a:rPr lang="en-ID" sz="2200" b="1" dirty="0">
                <a:solidFill>
                  <a:srgbClr val="3982E3"/>
                </a:solidFill>
              </a:rPr>
              <a:t>, uang, </a:t>
            </a:r>
            <a:r>
              <a:rPr lang="en-ID" sz="2200" b="1" dirty="0" err="1">
                <a:solidFill>
                  <a:srgbClr val="3982E3"/>
                </a:solidFill>
              </a:rPr>
              <a:t>atau</a:t>
            </a:r>
            <a:r>
              <a:rPr lang="en-ID" sz="2200" b="1" dirty="0">
                <a:solidFill>
                  <a:srgbClr val="3982E3"/>
                </a:solidFill>
              </a:rPr>
              <a:t> </a:t>
            </a:r>
            <a:r>
              <a:rPr lang="en-ID" sz="2200" b="1" dirty="0" err="1">
                <a:solidFill>
                  <a:srgbClr val="3982E3"/>
                </a:solidFill>
              </a:rPr>
              <a:t>promosi</a:t>
            </a:r>
            <a:r>
              <a:rPr lang="en-ID" sz="2200" b="1" dirty="0">
                <a:solidFill>
                  <a:srgbClr val="3982E3"/>
                </a:solidFill>
              </a:rPr>
              <a:t> </a:t>
            </a:r>
            <a:r>
              <a:rPr lang="en-ID" sz="2200" b="1" dirty="0" err="1">
                <a:solidFill>
                  <a:srgbClr val="3982E3"/>
                </a:solidFill>
              </a:rPr>
              <a:t>tidak</a:t>
            </a:r>
            <a:r>
              <a:rPr lang="en-ID" sz="2200" b="1" dirty="0">
                <a:solidFill>
                  <a:srgbClr val="3982E3"/>
                </a:solidFill>
              </a:rPr>
              <a:t> </a:t>
            </a:r>
            <a:r>
              <a:rPr lang="en-ID" sz="2200" b="1" dirty="0" err="1">
                <a:solidFill>
                  <a:srgbClr val="3982E3"/>
                </a:solidFill>
              </a:rPr>
              <a:t>masuk</a:t>
            </a:r>
            <a:r>
              <a:rPr lang="en-ID" sz="2200" b="1" dirty="0">
                <a:solidFill>
                  <a:srgbClr val="3982E3"/>
                </a:solidFill>
              </a:rPr>
              <a:t> </a:t>
            </a:r>
            <a:r>
              <a:rPr lang="en-ID" sz="2200" b="1" dirty="0" err="1">
                <a:solidFill>
                  <a:srgbClr val="3982E3"/>
                </a:solidFill>
              </a:rPr>
              <a:t>akal</a:t>
            </a:r>
            <a:endParaRPr lang="en-ID" sz="2200" b="1" dirty="0">
              <a:solidFill>
                <a:srgbClr val="3982E3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D" sz="2200" b="1" dirty="0">
                <a:solidFill>
                  <a:srgbClr val="3982E3"/>
                </a:solidFill>
              </a:rPr>
              <a:t>Domain </a:t>
            </a:r>
            <a:r>
              <a:rPr lang="en-ID" sz="2200" b="1" dirty="0" err="1">
                <a:solidFill>
                  <a:srgbClr val="3982E3"/>
                </a:solidFill>
              </a:rPr>
              <a:t>tidak</a:t>
            </a:r>
            <a:r>
              <a:rPr lang="en-ID" sz="2200" b="1" dirty="0">
                <a:solidFill>
                  <a:srgbClr val="3982E3"/>
                </a:solidFill>
              </a:rPr>
              <a:t> </a:t>
            </a:r>
            <a:r>
              <a:rPr lang="en-ID" sz="2200" b="1" dirty="0" err="1">
                <a:solidFill>
                  <a:srgbClr val="3982E3"/>
                </a:solidFill>
              </a:rPr>
              <a:t>sesuai</a:t>
            </a:r>
            <a:r>
              <a:rPr lang="en-ID" sz="2200" b="1" dirty="0">
                <a:solidFill>
                  <a:srgbClr val="3982E3"/>
                </a:solidFill>
              </a:rPr>
              <a:t> </a:t>
            </a:r>
            <a:r>
              <a:rPr lang="en-ID" sz="2200" b="1" dirty="0" err="1">
                <a:solidFill>
                  <a:srgbClr val="3982E3"/>
                </a:solidFill>
              </a:rPr>
              <a:t>isi</a:t>
            </a:r>
            <a:endParaRPr lang="en-ID" sz="2200" b="1" dirty="0">
              <a:solidFill>
                <a:srgbClr val="3982E3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D" sz="2200" b="1" dirty="0">
                <a:solidFill>
                  <a:srgbClr val="3982E3"/>
                </a:solidFill>
              </a:rPr>
              <a:t>Tidak punya </a:t>
            </a:r>
            <a:r>
              <a:rPr lang="en-ID" sz="2200" b="1" dirty="0" err="1">
                <a:solidFill>
                  <a:srgbClr val="3982E3"/>
                </a:solidFill>
              </a:rPr>
              <a:t>kontak</a:t>
            </a:r>
            <a:r>
              <a:rPr lang="en-ID" sz="2200" b="1" dirty="0">
                <a:solidFill>
                  <a:srgbClr val="3982E3"/>
                </a:solidFill>
              </a:rPr>
              <a:t> </a:t>
            </a:r>
            <a:r>
              <a:rPr lang="en-ID" sz="2200" b="1" dirty="0" err="1">
                <a:solidFill>
                  <a:srgbClr val="3982E3"/>
                </a:solidFill>
              </a:rPr>
              <a:t>resmi</a:t>
            </a:r>
            <a:r>
              <a:rPr lang="en-ID" sz="2200" b="1" dirty="0">
                <a:solidFill>
                  <a:srgbClr val="3982E3"/>
                </a:solidFill>
              </a:rPr>
              <a:t> </a:t>
            </a:r>
            <a:r>
              <a:rPr lang="en-ID" sz="2200" b="1" dirty="0" err="1">
                <a:solidFill>
                  <a:srgbClr val="3982E3"/>
                </a:solidFill>
              </a:rPr>
              <a:t>atau</a:t>
            </a:r>
            <a:r>
              <a:rPr lang="en-ID" sz="2200" b="1" dirty="0">
                <a:solidFill>
                  <a:srgbClr val="3982E3"/>
                </a:solidFill>
              </a:rPr>
              <a:t> </a:t>
            </a:r>
            <a:r>
              <a:rPr lang="en-ID" sz="2200" b="1" dirty="0" err="1">
                <a:solidFill>
                  <a:srgbClr val="3982E3"/>
                </a:solidFill>
              </a:rPr>
              <a:t>halaman</a:t>
            </a:r>
            <a:r>
              <a:rPr lang="en-ID" sz="2200" b="1" dirty="0">
                <a:solidFill>
                  <a:srgbClr val="3982E3"/>
                </a:solidFill>
              </a:rPr>
              <a:t> “</a:t>
            </a:r>
            <a:r>
              <a:rPr lang="en-ID" sz="2200" b="1" dirty="0" err="1">
                <a:solidFill>
                  <a:srgbClr val="3982E3"/>
                </a:solidFill>
              </a:rPr>
              <a:t>Tentang</a:t>
            </a:r>
            <a:r>
              <a:rPr lang="en-ID" sz="2200" b="1" dirty="0">
                <a:solidFill>
                  <a:srgbClr val="3982E3"/>
                </a:solidFill>
              </a:rPr>
              <a:t> Kami”</a:t>
            </a:r>
            <a:endParaRPr lang="en-ID" sz="2200" b="1" dirty="0">
              <a:solidFill>
                <a:srgbClr val="3982E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14607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89460-8C49-8190-9E42-796751A5E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72268B14-C2B2-747E-867A-76DCC39EDBB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80132" y="280819"/>
            <a:ext cx="1689834" cy="34217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973EDDB-DD32-27D4-73B9-449578AB84D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3982E3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832" b="96047" l="4633" r="96326">
                        <a14:foregroundMark x1="51757" y1="8199" x2="53834" y2="10688"/>
                        <a14:foregroundMark x1="49840" y1="5124" x2="50160" y2="6149"/>
                        <a14:foregroundMark x1="79872" y1="55930" x2="86422" y2="81113"/>
                        <a14:foregroundMark x1="86422" y1="81113" x2="93610" y2="92972"/>
                        <a14:foregroundMark x1="7508" y1="96193" x2="9904" y2="76281"/>
                        <a14:foregroundMark x1="9904" y1="76281" x2="6869" y2="72914"/>
                        <a14:foregroundMark x1="4952" y1="45095" x2="5591" y2="92679"/>
                        <a14:foregroundMark x1="89297" y1="51245" x2="93610" y2="96193"/>
                        <a14:foregroundMark x1="89617" y1="40410" x2="92332" y2="43777"/>
                        <a14:foregroundMark x1="45048" y1="19766" x2="64377" y2="47584"/>
                        <a14:foregroundMark x1="50799" y1="29283" x2="55591" y2="51245"/>
                        <a14:foregroundMark x1="61661" y1="36457" x2="65176" y2="55930"/>
                        <a14:foregroundMark x1="65176" y1="55930" x2="65655" y2="56223"/>
                        <a14:foregroundMark x1="45687" y1="37335" x2="42971" y2="60908"/>
                        <a14:foregroundMark x1="42971" y1="60908" x2="38978" y2="55637"/>
                        <a14:foregroundMark x1="30831" y1="24890" x2="36901" y2="49048"/>
                        <a14:foregroundMark x1="38019" y1="33968" x2="41054" y2="52123"/>
                        <a14:foregroundMark x1="50799" y1="43485" x2="66613" y2="50659"/>
                        <a14:foregroundMark x1="66613" y1="50659" x2="68371" y2="52123"/>
                        <a14:foregroundMark x1="59585" y1="50952" x2="65335" y2="58712"/>
                        <a14:foregroundMark x1="62620" y1="47877" x2="65335" y2="56515"/>
                        <a14:foregroundMark x1="65335" y1="50366" x2="61981" y2="54612"/>
                        <a14:foregroundMark x1="62300" y1="50366" x2="64696" y2="54612"/>
                        <a14:foregroundMark x1="96326" y1="68228" x2="96326" y2="6822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2554" y="2048418"/>
            <a:ext cx="2912285" cy="3177461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7885406-9DEB-662D-A414-58FC7ACF048B}"/>
              </a:ext>
            </a:extLst>
          </p:cNvPr>
          <p:cNvSpPr/>
          <p:nvPr/>
        </p:nvSpPr>
        <p:spPr>
          <a:xfrm>
            <a:off x="3883533" y="1057081"/>
            <a:ext cx="7757613" cy="834886"/>
          </a:xfrm>
          <a:prstGeom prst="roundRect">
            <a:avLst/>
          </a:prstGeom>
          <a:solidFill>
            <a:schemeClr val="bg1"/>
          </a:solidFill>
          <a:ln>
            <a:solidFill>
              <a:srgbClr val="F8CB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E6B8AC4-F52F-8107-2CB1-EF6ED1F36589}"/>
              </a:ext>
            </a:extLst>
          </p:cNvPr>
          <p:cNvSpPr/>
          <p:nvPr/>
        </p:nvSpPr>
        <p:spPr>
          <a:xfrm>
            <a:off x="3437931" y="1116715"/>
            <a:ext cx="720000" cy="720000"/>
          </a:xfrm>
          <a:prstGeom prst="ellipse">
            <a:avLst/>
          </a:prstGeom>
          <a:solidFill>
            <a:srgbClr val="3982E3"/>
          </a:solidFill>
          <a:ln>
            <a:solidFill>
              <a:srgbClr val="F88C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11C588-C5E5-3A49-2408-E4620A24D19C}"/>
              </a:ext>
            </a:extLst>
          </p:cNvPr>
          <p:cNvSpPr txBox="1"/>
          <p:nvPr/>
        </p:nvSpPr>
        <p:spPr>
          <a:xfrm>
            <a:off x="4249038" y="1116715"/>
            <a:ext cx="74466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D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Cek Email Address, Lembaga </a:t>
            </a:r>
            <a:r>
              <a:rPr lang="en-ID" sz="20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resmi</a:t>
            </a:r>
            <a:r>
              <a:rPr lang="en-ID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ID" sz="20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tidak</a:t>
            </a:r>
            <a:r>
              <a:rPr lang="en-ID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ID" sz="20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mengguankan</a:t>
            </a:r>
            <a:r>
              <a:rPr lang="en-ID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 email </a:t>
            </a:r>
            <a:r>
              <a:rPr lang="en-ID" sz="20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gratisan</a:t>
            </a:r>
            <a:r>
              <a:rPr lang="en-ID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ID" sz="20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seperti</a:t>
            </a:r>
            <a:r>
              <a:rPr lang="en-ID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 Gmail, Yahoo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EBD7DD9-8475-6931-40C9-13EC307B6F80}"/>
              </a:ext>
            </a:extLst>
          </p:cNvPr>
          <p:cNvSpPr/>
          <p:nvPr/>
        </p:nvSpPr>
        <p:spPr>
          <a:xfrm>
            <a:off x="3906726" y="2014552"/>
            <a:ext cx="7757613" cy="834886"/>
          </a:xfrm>
          <a:prstGeom prst="roundRect">
            <a:avLst/>
          </a:prstGeom>
          <a:solidFill>
            <a:schemeClr val="bg1"/>
          </a:solidFill>
          <a:ln>
            <a:solidFill>
              <a:srgbClr val="F8CB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D8CE0CA-7168-A3AE-C793-B737F1BFA4D0}"/>
              </a:ext>
            </a:extLst>
          </p:cNvPr>
          <p:cNvSpPr/>
          <p:nvPr/>
        </p:nvSpPr>
        <p:spPr>
          <a:xfrm>
            <a:off x="3437931" y="2074186"/>
            <a:ext cx="720000" cy="720000"/>
          </a:xfrm>
          <a:prstGeom prst="ellipse">
            <a:avLst/>
          </a:prstGeom>
          <a:solidFill>
            <a:srgbClr val="3982E3"/>
          </a:solidFill>
          <a:ln>
            <a:solidFill>
              <a:srgbClr val="F88C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13995A-DF9E-7384-71B0-7EEB84050C56}"/>
              </a:ext>
            </a:extLst>
          </p:cNvPr>
          <p:cNvSpPr txBox="1"/>
          <p:nvPr/>
        </p:nvSpPr>
        <p:spPr>
          <a:xfrm>
            <a:off x="4249038" y="2118357"/>
            <a:ext cx="7421924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D" sz="2000" dirty="0" err="1">
                <a:latin typeface="Century Gothic" panose="020B0502020202020204" pitchFamily="34" charset="0"/>
              </a:rPr>
              <a:t>Periksa</a:t>
            </a:r>
            <a:r>
              <a:rPr lang="en-ID" sz="2000" dirty="0">
                <a:latin typeface="Century Gothic" panose="020B0502020202020204" pitchFamily="34" charset="0"/>
              </a:rPr>
              <a:t> Link di Email </a:t>
            </a:r>
            <a:r>
              <a:rPr lang="en-ID" sz="2000" dirty="0" err="1">
                <a:latin typeface="Century Gothic" panose="020B0502020202020204" pitchFamily="34" charset="0"/>
              </a:rPr>
              <a:t>Sebelum</a:t>
            </a:r>
            <a:r>
              <a:rPr lang="en-ID" sz="2000" dirty="0">
                <a:latin typeface="Century Gothic" panose="020B0502020202020204" pitchFamily="34" charset="0"/>
              </a:rPr>
              <a:t> di </a:t>
            </a:r>
            <a:r>
              <a:rPr lang="en-ID" sz="2000" dirty="0" err="1">
                <a:latin typeface="Century Gothic" panose="020B0502020202020204" pitchFamily="34" charset="0"/>
              </a:rPr>
              <a:t>klik</a:t>
            </a:r>
            <a:r>
              <a:rPr lang="en-ID" sz="2000" dirty="0">
                <a:latin typeface="Century Gothic" panose="020B0502020202020204" pitchFamily="34" charset="0"/>
              </a:rPr>
              <a:t>, </a:t>
            </a:r>
            <a:r>
              <a:rPr lang="en-ID" sz="1800" dirty="0" err="1">
                <a:latin typeface="Century Gothic" panose="020B0502020202020204" pitchFamily="34" charset="0"/>
              </a:rPr>
              <a:t>Arahkan</a:t>
            </a:r>
            <a:r>
              <a:rPr lang="en-ID" sz="1800" dirty="0"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latin typeface="Century Gothic" panose="020B0502020202020204" pitchFamily="34" charset="0"/>
              </a:rPr>
              <a:t>kursor</a:t>
            </a:r>
            <a:r>
              <a:rPr lang="en-ID" sz="1800" dirty="0"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latin typeface="Century Gothic" panose="020B0502020202020204" pitchFamily="34" charset="0"/>
              </a:rPr>
              <a:t>ke</a:t>
            </a:r>
            <a:r>
              <a:rPr lang="en-ID" sz="1800" dirty="0">
                <a:latin typeface="Century Gothic" panose="020B0502020202020204" pitchFamily="34" charset="0"/>
              </a:rPr>
              <a:t> link (</a:t>
            </a:r>
            <a:r>
              <a:rPr lang="en-ID" sz="1800" dirty="0" err="1">
                <a:latin typeface="Century Gothic" panose="020B0502020202020204" pitchFamily="34" charset="0"/>
              </a:rPr>
              <a:t>tanpa</a:t>
            </a:r>
            <a:r>
              <a:rPr lang="en-ID" sz="1800" dirty="0"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latin typeface="Century Gothic" panose="020B0502020202020204" pitchFamily="34" charset="0"/>
              </a:rPr>
              <a:t>klik</a:t>
            </a:r>
            <a:r>
              <a:rPr lang="en-ID" sz="1800" dirty="0">
                <a:latin typeface="Century Gothic" panose="020B0502020202020204" pitchFamily="34" charset="0"/>
              </a:rPr>
              <a:t>) Browser </a:t>
            </a:r>
            <a:r>
              <a:rPr lang="en-ID" sz="1800" dirty="0" err="1">
                <a:latin typeface="Century Gothic" panose="020B0502020202020204" pitchFamily="34" charset="0"/>
              </a:rPr>
              <a:t>akan</a:t>
            </a:r>
            <a:r>
              <a:rPr lang="en-ID" sz="1800" dirty="0"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latin typeface="Century Gothic" panose="020B0502020202020204" pitchFamily="34" charset="0"/>
              </a:rPr>
              <a:t>menampilkan</a:t>
            </a:r>
            <a:r>
              <a:rPr lang="en-ID" sz="1800" dirty="0"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latin typeface="Century Gothic" panose="020B0502020202020204" pitchFamily="34" charset="0"/>
              </a:rPr>
              <a:t>alamat</a:t>
            </a:r>
            <a:r>
              <a:rPr lang="en-ID" sz="1800" dirty="0"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latin typeface="Century Gothic" panose="020B0502020202020204" pitchFamily="34" charset="0"/>
              </a:rPr>
              <a:t>sebenarnya</a:t>
            </a:r>
            <a:endParaRPr lang="en-ID" sz="2000" dirty="0">
              <a:latin typeface="Century Gothic" panose="020B0502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4CD0A4C-E75E-317A-DDAF-13CBD1B2B455}"/>
              </a:ext>
            </a:extLst>
          </p:cNvPr>
          <p:cNvSpPr/>
          <p:nvPr/>
        </p:nvSpPr>
        <p:spPr>
          <a:xfrm>
            <a:off x="3919980" y="2972020"/>
            <a:ext cx="7757613" cy="834886"/>
          </a:xfrm>
          <a:prstGeom prst="roundRect">
            <a:avLst/>
          </a:prstGeom>
          <a:solidFill>
            <a:schemeClr val="bg1"/>
          </a:solidFill>
          <a:ln>
            <a:solidFill>
              <a:srgbClr val="F8CB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8F8853-B268-44F0-FC87-CA1A179A4EBF}"/>
              </a:ext>
            </a:extLst>
          </p:cNvPr>
          <p:cNvSpPr/>
          <p:nvPr/>
        </p:nvSpPr>
        <p:spPr>
          <a:xfrm>
            <a:off x="3437931" y="3031654"/>
            <a:ext cx="720000" cy="720000"/>
          </a:xfrm>
          <a:prstGeom prst="ellipse">
            <a:avLst/>
          </a:prstGeom>
          <a:solidFill>
            <a:srgbClr val="3982E3"/>
          </a:solidFill>
          <a:ln>
            <a:solidFill>
              <a:srgbClr val="F88C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DB9FB8-BF8D-B174-08E2-0BD34FC773C8}"/>
              </a:ext>
            </a:extLst>
          </p:cNvPr>
          <p:cNvSpPr txBox="1"/>
          <p:nvPr/>
        </p:nvSpPr>
        <p:spPr>
          <a:xfrm>
            <a:off x="4249038" y="3071410"/>
            <a:ext cx="74468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D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Hati-</a:t>
            </a:r>
            <a:r>
              <a:rPr lang="en-ID" sz="18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hati</a:t>
            </a:r>
            <a:r>
              <a:rPr lang="en-ID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dengan</a:t>
            </a:r>
            <a:r>
              <a:rPr lang="en-ID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 Lampiran File, </a:t>
            </a:r>
            <a:r>
              <a:rPr lang="en-ID" sz="18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Jangan</a:t>
            </a:r>
            <a:r>
              <a:rPr lang="en-ID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buka</a:t>
            </a:r>
            <a:r>
              <a:rPr lang="en-ID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lampiran</a:t>
            </a:r>
            <a:r>
              <a:rPr lang="en-ID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dari</a:t>
            </a:r>
            <a:r>
              <a:rPr lang="en-ID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pengirim</a:t>
            </a:r>
            <a:r>
              <a:rPr lang="en-ID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tidak</a:t>
            </a:r>
            <a:r>
              <a:rPr lang="en-ID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dikenal</a:t>
            </a:r>
            <a:r>
              <a:rPr lang="en-ID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 dan Alamat </a:t>
            </a:r>
            <a:r>
              <a:rPr lang="en-ID" sz="18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mencurigakan</a:t>
            </a:r>
            <a:endParaRPr lang="en-ID" sz="18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9F9668A-4BE5-6824-6C90-C4FECBB624A6}"/>
              </a:ext>
            </a:extLst>
          </p:cNvPr>
          <p:cNvSpPr/>
          <p:nvPr/>
        </p:nvSpPr>
        <p:spPr>
          <a:xfrm>
            <a:off x="3963051" y="3959307"/>
            <a:ext cx="7757613" cy="834886"/>
          </a:xfrm>
          <a:prstGeom prst="roundRect">
            <a:avLst/>
          </a:prstGeom>
          <a:solidFill>
            <a:schemeClr val="bg1"/>
          </a:solidFill>
          <a:ln>
            <a:solidFill>
              <a:srgbClr val="F8CB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219F2D8-0F1C-205F-C034-A951F3BEDB02}"/>
              </a:ext>
            </a:extLst>
          </p:cNvPr>
          <p:cNvSpPr/>
          <p:nvPr/>
        </p:nvSpPr>
        <p:spPr>
          <a:xfrm>
            <a:off x="3437931" y="4018941"/>
            <a:ext cx="720000" cy="720000"/>
          </a:xfrm>
          <a:prstGeom prst="ellipse">
            <a:avLst/>
          </a:prstGeom>
          <a:solidFill>
            <a:srgbClr val="3982E3"/>
          </a:solidFill>
          <a:ln>
            <a:solidFill>
              <a:srgbClr val="F88C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513213-EF8B-29DB-6875-A512C1B852E9}"/>
              </a:ext>
            </a:extLst>
          </p:cNvPr>
          <p:cNvSpPr txBox="1"/>
          <p:nvPr/>
        </p:nvSpPr>
        <p:spPr>
          <a:xfrm>
            <a:off x="4249038" y="4068636"/>
            <a:ext cx="74568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D" sz="1800" dirty="0" err="1">
                <a:latin typeface="Century Gothic" panose="020B0502020202020204" pitchFamily="34" charset="0"/>
              </a:rPr>
              <a:t>Analisis</a:t>
            </a:r>
            <a:r>
              <a:rPr lang="en-ID" sz="1800" dirty="0">
                <a:latin typeface="Century Gothic" panose="020B0502020202020204" pitchFamily="34" charset="0"/>
              </a:rPr>
              <a:t> Isi </a:t>
            </a:r>
            <a:r>
              <a:rPr lang="en-ID" sz="1800" dirty="0" err="1">
                <a:latin typeface="Century Gothic" panose="020B0502020202020204" pitchFamily="34" charset="0"/>
              </a:rPr>
              <a:t>Pesan</a:t>
            </a:r>
            <a:r>
              <a:rPr lang="en-ID" sz="1800" dirty="0">
                <a:latin typeface="Century Gothic" panose="020B0502020202020204" pitchFamily="34" charset="0"/>
              </a:rPr>
              <a:t>, Email </a:t>
            </a:r>
            <a:r>
              <a:rPr lang="en-ID" sz="1800" dirty="0" err="1">
                <a:latin typeface="Century Gothic" panose="020B0502020202020204" pitchFamily="34" charset="0"/>
              </a:rPr>
              <a:t>resmi</a:t>
            </a:r>
            <a:r>
              <a:rPr lang="en-ID" sz="1800" dirty="0"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latin typeface="Century Gothic" panose="020B0502020202020204" pitchFamily="34" charset="0"/>
              </a:rPr>
              <a:t>selalu</a:t>
            </a:r>
            <a:r>
              <a:rPr lang="en-ID" sz="1800" dirty="0">
                <a:latin typeface="Century Gothic" panose="020B0502020202020204" pitchFamily="34" charset="0"/>
              </a:rPr>
              <a:t> dg nada </a:t>
            </a:r>
            <a:r>
              <a:rPr lang="en-ID" sz="1800" dirty="0" err="1">
                <a:latin typeface="Century Gothic" panose="020B0502020202020204" pitchFamily="34" charset="0"/>
              </a:rPr>
              <a:t>profesional</a:t>
            </a:r>
            <a:r>
              <a:rPr lang="en-ID" sz="1800" dirty="0">
                <a:latin typeface="Century Gothic" panose="020B0502020202020204" pitchFamily="34" charset="0"/>
              </a:rPr>
              <a:t>, </a:t>
            </a:r>
            <a:r>
              <a:rPr lang="en-ID" sz="1800" dirty="0" err="1">
                <a:latin typeface="Century Gothic" panose="020B0502020202020204" pitchFamily="34" charset="0"/>
              </a:rPr>
              <a:t>tidak</a:t>
            </a:r>
            <a:r>
              <a:rPr lang="en-ID" sz="1800" dirty="0"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latin typeface="Century Gothic" panose="020B0502020202020204" pitchFamily="34" charset="0"/>
              </a:rPr>
              <a:t>mendesak</a:t>
            </a:r>
            <a:r>
              <a:rPr lang="en-ID" sz="1800" dirty="0">
                <a:latin typeface="Century Gothic" panose="020B0502020202020204" pitchFamily="34" charset="0"/>
              </a:rPr>
              <a:t>, </a:t>
            </a:r>
            <a:r>
              <a:rPr lang="en-ID" sz="1800" dirty="0" err="1">
                <a:latin typeface="Century Gothic" panose="020B0502020202020204" pitchFamily="34" charset="0"/>
              </a:rPr>
              <a:t>tidak</a:t>
            </a:r>
            <a:r>
              <a:rPr lang="en-ID" sz="1800" dirty="0"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latin typeface="Century Gothic" panose="020B0502020202020204" pitchFamily="34" charset="0"/>
              </a:rPr>
              <a:t>minta</a:t>
            </a:r>
            <a:r>
              <a:rPr lang="en-ID" sz="1800" dirty="0">
                <a:latin typeface="Century Gothic" panose="020B0502020202020204" pitchFamily="34" charset="0"/>
              </a:rPr>
              <a:t> data </a:t>
            </a:r>
            <a:r>
              <a:rPr lang="en-ID" sz="1800" dirty="0" err="1">
                <a:latin typeface="Century Gothic" panose="020B0502020202020204" pitchFamily="34" charset="0"/>
              </a:rPr>
              <a:t>pribadi</a:t>
            </a:r>
            <a:r>
              <a:rPr lang="en-ID" sz="1800" dirty="0"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latin typeface="Century Gothic" panose="020B0502020202020204" pitchFamily="34" charset="0"/>
              </a:rPr>
              <a:t>atau</a:t>
            </a:r>
            <a:r>
              <a:rPr lang="en-ID" sz="1800" dirty="0"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latin typeface="Century Gothic" panose="020B0502020202020204" pitchFamily="34" charset="0"/>
              </a:rPr>
              <a:t>janji</a:t>
            </a:r>
            <a:r>
              <a:rPr lang="en-ID" sz="1800" dirty="0"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latin typeface="Century Gothic" panose="020B0502020202020204" pitchFamily="34" charset="0"/>
              </a:rPr>
              <a:t>hadiah</a:t>
            </a:r>
            <a:r>
              <a:rPr lang="en-ID" sz="1800" dirty="0"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8E62C37-262F-A127-1EC3-10F24819BC7D}"/>
              </a:ext>
            </a:extLst>
          </p:cNvPr>
          <p:cNvSpPr/>
          <p:nvPr/>
        </p:nvSpPr>
        <p:spPr>
          <a:xfrm>
            <a:off x="3986244" y="4926716"/>
            <a:ext cx="7757613" cy="834886"/>
          </a:xfrm>
          <a:prstGeom prst="roundRect">
            <a:avLst/>
          </a:prstGeom>
          <a:solidFill>
            <a:schemeClr val="bg1"/>
          </a:solidFill>
          <a:ln>
            <a:solidFill>
              <a:srgbClr val="F8CB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EAA1D21-74F4-6B8D-12B8-786CF1F9DEDC}"/>
              </a:ext>
            </a:extLst>
          </p:cNvPr>
          <p:cNvSpPr/>
          <p:nvPr/>
        </p:nvSpPr>
        <p:spPr>
          <a:xfrm>
            <a:off x="3437931" y="4986350"/>
            <a:ext cx="720000" cy="720000"/>
          </a:xfrm>
          <a:prstGeom prst="ellipse">
            <a:avLst/>
          </a:prstGeom>
          <a:solidFill>
            <a:srgbClr val="3982E3"/>
          </a:solidFill>
          <a:ln>
            <a:solidFill>
              <a:srgbClr val="F88C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982D25-6DCE-DCB9-9DBB-70C25124BD54}"/>
              </a:ext>
            </a:extLst>
          </p:cNvPr>
          <p:cNvSpPr txBox="1"/>
          <p:nvPr/>
        </p:nvSpPr>
        <p:spPr>
          <a:xfrm>
            <a:off x="4249038" y="5006228"/>
            <a:ext cx="72844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D" sz="1800" dirty="0" err="1">
                <a:latin typeface="Century Gothic" panose="020B0502020202020204" pitchFamily="34" charset="0"/>
              </a:rPr>
              <a:t>Gunakan</a:t>
            </a:r>
            <a:r>
              <a:rPr lang="en-ID" sz="1800" dirty="0">
                <a:latin typeface="Century Gothic" panose="020B0502020202020204" pitchFamily="34" charset="0"/>
              </a:rPr>
              <a:t> Fitur </a:t>
            </a:r>
            <a:r>
              <a:rPr lang="en-ID" sz="1800" dirty="0" err="1">
                <a:latin typeface="Century Gothic" panose="020B0502020202020204" pitchFamily="34" charset="0"/>
              </a:rPr>
              <a:t>Keamanan</a:t>
            </a:r>
            <a:r>
              <a:rPr lang="en-ID" sz="1800" dirty="0"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latin typeface="Century Gothic" panose="020B0502020202020204" pitchFamily="34" charset="0"/>
              </a:rPr>
              <a:t>Tambahan</a:t>
            </a:r>
            <a:r>
              <a:rPr lang="en-ID" sz="1800" dirty="0">
                <a:latin typeface="Century Gothic" panose="020B0502020202020204" pitchFamily="34" charset="0"/>
              </a:rPr>
              <a:t>, </a:t>
            </a:r>
            <a:r>
              <a:rPr lang="en-ID" sz="1800" dirty="0" err="1">
                <a:latin typeface="Century Gothic" panose="020B0502020202020204" pitchFamily="34" charset="0"/>
              </a:rPr>
              <a:t>Aktifkan</a:t>
            </a:r>
            <a:r>
              <a:rPr lang="en-ID" sz="1800" dirty="0">
                <a:latin typeface="Century Gothic" panose="020B0502020202020204" pitchFamily="34" charset="0"/>
              </a:rPr>
              <a:t> 2FA, filter spam dan </a:t>
            </a:r>
            <a:r>
              <a:rPr lang="en-ID" sz="1800" dirty="0" err="1">
                <a:latin typeface="Century Gothic" panose="020B0502020202020204" pitchFamily="34" charset="0"/>
              </a:rPr>
              <a:t>pelaporan</a:t>
            </a:r>
            <a:r>
              <a:rPr lang="en-ID" sz="1800" dirty="0">
                <a:latin typeface="Century Gothic" panose="020B0502020202020204" pitchFamily="34" charset="0"/>
              </a:rPr>
              <a:t> phishing (</a:t>
            </a:r>
            <a:r>
              <a:rPr lang="en-ID" sz="1800" dirty="0" err="1">
                <a:latin typeface="Century Gothic" panose="020B0502020202020204" pitchFamily="34" charset="0"/>
              </a:rPr>
              <a:t>tersedia</a:t>
            </a:r>
            <a:r>
              <a:rPr lang="en-ID" sz="1800" dirty="0">
                <a:latin typeface="Century Gothic" panose="020B0502020202020204" pitchFamily="34" charset="0"/>
              </a:rPr>
              <a:t> di Gmail, Outlook, </a:t>
            </a:r>
            <a:r>
              <a:rPr lang="en-ID" sz="1800" dirty="0" err="1">
                <a:latin typeface="Century Gothic" panose="020B0502020202020204" pitchFamily="34" charset="0"/>
              </a:rPr>
              <a:t>dll</a:t>
            </a:r>
            <a:r>
              <a:rPr lang="en-ID" sz="1800" dirty="0">
                <a:latin typeface="Century Gothic" panose="020B0502020202020204" pitchFamily="34" charset="0"/>
              </a:rPr>
              <a:t>).</a:t>
            </a:r>
          </a:p>
        </p:txBody>
      </p:sp>
      <p:pic>
        <p:nvPicPr>
          <p:cNvPr id="18" name="Picture 2" descr="Email Address Icon SVG Vector &amp; PNG Free Download | UXWing">
            <a:extLst>
              <a:ext uri="{FF2B5EF4-FFF2-40B4-BE49-F238E27FC236}">
                <a16:creationId xmlns:a16="http://schemas.microsoft.com/office/drawing/2014/main" id="{890AD906-5872-0CE0-23C6-9384107B0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084" b="98238" l="1351" r="99550">
                        <a14:foregroundMark x1="44595" y1="36123" x2="47297" y2="60352"/>
                        <a14:foregroundMark x1="50450" y1="8811" x2="65315" y2="11013"/>
                        <a14:foregroundMark x1="86486" y1="67841" x2="98649" y2="81938"/>
                        <a14:foregroundMark x1="35586" y1="91630" x2="59459" y2="98678"/>
                        <a14:foregroundMark x1="59459" y1="98678" x2="59459" y2="98678"/>
                        <a14:foregroundMark x1="10360" y1="83260" x2="9459" y2="62555"/>
                        <a14:foregroundMark x1="9459" y1="62555" x2="8108" y2="59471"/>
                        <a14:foregroundMark x1="6757" y1="35242" x2="9910" y2="36123"/>
                        <a14:foregroundMark x1="9910" y1="22907" x2="9910" y2="22907"/>
                        <a14:foregroundMark x1="24324" y1="15419" x2="24324" y2="15419"/>
                        <a14:foregroundMark x1="45946" y1="14537" x2="54955" y2="9251"/>
                        <a14:foregroundMark x1="44595" y1="10573" x2="60360" y2="15859"/>
                        <a14:foregroundMark x1="11712" y1="15419" x2="34685" y2="14978"/>
                        <a14:foregroundMark x1="34685" y1="14978" x2="46847" y2="14978"/>
                        <a14:foregroundMark x1="46396" y1="7930" x2="50450" y2="3084"/>
                        <a14:foregroundMark x1="64414" y1="13216" x2="90090" y2="14978"/>
                        <a14:foregroundMark x1="90090" y1="16300" x2="89189" y2="37445"/>
                        <a14:foregroundMark x1="89189" y1="37445" x2="90541" y2="40969"/>
                        <a14:foregroundMark x1="11261" y1="40088" x2="12162" y2="17181"/>
                        <a14:foregroundMark x1="1802" y1="49339" x2="28378" y2="71806"/>
                        <a14:foregroundMark x1="34685" y1="90749" x2="68468" y2="92070"/>
                        <a14:foregroundMark x1="72523" y1="77974" x2="99550" y2="51542"/>
                        <a14:foregroundMark x1="84234" y1="68282" x2="95495" y2="90308"/>
                        <a14:foregroundMark x1="95495" y1="90308" x2="96847" y2="91189"/>
                        <a14:foregroundMark x1="28829" y1="88106" x2="60811" y2="89427"/>
                        <a14:foregroundMark x1="60811" y1="89427" x2="64414" y2="87665"/>
                        <a14:foregroundMark x1="59009" y1="81938" x2="83333" y2="96035"/>
                        <a14:foregroundMark x1="32883" y1="87225" x2="13063" y2="96476"/>
                        <a14:foregroundMark x1="49099" y1="36564" x2="59910" y2="55947"/>
                        <a14:foregroundMark x1="59910" y1="55947" x2="59910" y2="55947"/>
                        <a14:foregroundMark x1="54505" y1="25991" x2="69369" y2="48899"/>
                        <a14:foregroundMark x1="69369" y1="48899" x2="52703" y2="62996"/>
                        <a14:foregroundMark x1="53153" y1="29075" x2="27477" y2="44493"/>
                        <a14:foregroundMark x1="27477" y1="44493" x2="36036" y2="66960"/>
                        <a14:foregroundMark x1="36036" y1="66960" x2="42342" y2="68282"/>
                        <a14:foregroundMark x1="36036" y1="40088" x2="40991" y2="68282"/>
                        <a14:foregroundMark x1="40991" y1="68282" x2="40991" y2="67841"/>
                        <a14:foregroundMark x1="35135" y1="41410" x2="53604" y2="26872"/>
                        <a14:foregroundMark x1="4054" y1="69604" x2="18018" y2="80617"/>
                        <a14:foregroundMark x1="12613" y1="70925" x2="9910" y2="87665"/>
                        <a14:foregroundMark x1="4955" y1="73568" x2="1351" y2="89427"/>
                        <a14:foregroundMark x1="36486" y1="38767" x2="53153" y2="26872"/>
                        <a14:backgroundMark x1="35135" y1="5286" x2="4505" y2="70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728" y="1204951"/>
            <a:ext cx="508405" cy="519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Mail Checkmark Icon SVG Vector &amp; PNG Free Download | UXWing">
            <a:extLst>
              <a:ext uri="{FF2B5EF4-FFF2-40B4-BE49-F238E27FC236}">
                <a16:creationId xmlns:a16="http://schemas.microsoft.com/office/drawing/2014/main" id="{ED62D163-5359-824F-35A6-0887A35AD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2618" b="95812" l="758" r="98485">
                        <a14:foregroundMark x1="19318" y1="13613" x2="67803" y2="27225"/>
                        <a14:foregroundMark x1="19318" y1="22513" x2="17424" y2="49738"/>
                        <a14:foregroundMark x1="17424" y1="49738" x2="9848" y2="63351"/>
                        <a14:foregroundMark x1="1515" y1="10471" x2="4167" y2="74346"/>
                        <a14:foregroundMark x1="4167" y1="74346" x2="53030" y2="79581"/>
                        <a14:foregroundMark x1="6439" y1="72775" x2="22727" y2="46597"/>
                        <a14:foregroundMark x1="22727" y1="46597" x2="34470" y2="37173"/>
                        <a14:foregroundMark x1="2273" y1="8901" x2="1515" y2="70157"/>
                        <a14:foregroundMark x1="1515" y1="70157" x2="20833" y2="79058"/>
                        <a14:foregroundMark x1="20833" y1="79058" x2="24242" y2="78534"/>
                        <a14:foregroundMark x1="2273" y1="7330" x2="46212" y2="2618"/>
                        <a14:foregroundMark x1="46212" y1="2618" x2="71591" y2="3141"/>
                        <a14:foregroundMark x1="71591" y1="3141" x2="85985" y2="27225"/>
                        <a14:foregroundMark x1="85985" y1="27225" x2="85985" y2="34555"/>
                        <a14:foregroundMark x1="85227" y1="8901" x2="84848" y2="23560"/>
                        <a14:foregroundMark x1="84848" y1="4712" x2="53409" y2="40838"/>
                        <a14:foregroundMark x1="53409" y1="40838" x2="41288" y2="43455"/>
                        <a14:foregroundMark x1="5303" y1="8377" x2="50379" y2="49215"/>
                        <a14:foregroundMark x1="66032" y1="76757" x2="65530" y2="80628"/>
                        <a14:foregroundMark x1="70076" y1="45550" x2="68054" y2="61151"/>
                        <a14:foregroundMark x1="65530" y1="80628" x2="65152" y2="81152"/>
                        <a14:foregroundMark x1="67803" y1="46073" x2="61364" y2="75393"/>
                        <a14:foregroundMark x1="61364" y1="75393" x2="61364" y2="65445"/>
                        <a14:foregroundMark x1="66667" y1="41885" x2="60864" y2="76973"/>
                        <a14:foregroundMark x1="60339" y1="78165" x2="60227" y2="78010"/>
                        <a14:foregroundMark x1="61997" y1="79936" x2="61742" y2="87435"/>
                        <a14:foregroundMark x1="63258" y1="42932" x2="62202" y2="73937"/>
                        <a14:foregroundMark x1="65731" y1="77441" x2="79167" y2="90576"/>
                        <a14:foregroundMark x1="67424" y1="91623" x2="85227" y2="85340"/>
                        <a14:foregroundMark x1="73485" y1="95812" x2="88636" y2="74346"/>
                        <a14:foregroundMark x1="90909" y1="62827" x2="76515" y2="94764"/>
                        <a14:foregroundMark x1="76515" y1="94764" x2="79545" y2="83770"/>
                        <a14:foregroundMark x1="96212" y1="64398" x2="90152" y2="91623"/>
                        <a14:foregroundMark x1="90152" y1="91623" x2="85985" y2="94241"/>
                        <a14:foregroundMark x1="67803" y1="46597" x2="90152" y2="52356"/>
                        <a14:foregroundMark x1="90152" y1="52356" x2="93939" y2="68586"/>
                        <a14:foregroundMark x1="91288" y1="50785" x2="98485" y2="70157"/>
                        <a14:foregroundMark x1="62879" y1="68586" x2="65530" y2="71728"/>
                        <a14:backgroundMark x1="4545" y1="90052" x2="51515" y2="96859"/>
                        <a14:backgroundMark x1="51515" y1="96859" x2="60227" y2="96859"/>
                        <a14:backgroundMark x1="66659" y1="70382" x2="68939" y2="701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728" y="2249136"/>
            <a:ext cx="552124" cy="399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 descr="Link Email Icons - Free SVG &amp; PNG Link Email Images - Noun Project">
            <a:extLst>
              <a:ext uri="{FF2B5EF4-FFF2-40B4-BE49-F238E27FC236}">
                <a16:creationId xmlns:a16="http://schemas.microsoft.com/office/drawing/2014/main" id="{76A032C8-9E32-F058-5ED5-3B3E4094E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97" y="3123848"/>
            <a:ext cx="614633" cy="614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8" descr="Mail Search Icon | Line Iconpack | IconsMind">
            <a:extLst>
              <a:ext uri="{FF2B5EF4-FFF2-40B4-BE49-F238E27FC236}">
                <a16:creationId xmlns:a16="http://schemas.microsoft.com/office/drawing/2014/main" id="{21EA8F0D-C56B-4FB2-F276-A3A4E3B7B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98" y="4107703"/>
            <a:ext cx="568196" cy="568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 descr="Two Factor Authentication 2FA Icon SVG Vector &amp; PNG Free Download | UXWing">
            <a:extLst>
              <a:ext uri="{FF2B5EF4-FFF2-40B4-BE49-F238E27FC236}">
                <a16:creationId xmlns:a16="http://schemas.microsoft.com/office/drawing/2014/main" id="{28A485BE-6331-7D11-CEBD-A503D9586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2905" b="96266" l="1914" r="97608">
                        <a14:foregroundMark x1="3349" y1="17012" x2="11005" y2="52282"/>
                        <a14:foregroundMark x1="11005" y1="52282" x2="43062" y2="94191"/>
                        <a14:foregroundMark x1="7177" y1="97095" x2="74641" y2="85062"/>
                        <a14:foregroundMark x1="74641" y1="85062" x2="92344" y2="72199"/>
                        <a14:foregroundMark x1="92344" y1="72199" x2="93301" y2="69295"/>
                        <a14:foregroundMark x1="93780" y1="95021" x2="57416" y2="56846"/>
                        <a14:foregroundMark x1="57416" y1="56846" x2="55981" y2="51452"/>
                        <a14:foregroundMark x1="84689" y1="79668" x2="86124" y2="47718"/>
                        <a14:foregroundMark x1="81340" y1="97925" x2="86603" y2="74689"/>
                        <a14:foregroundMark x1="78947" y1="93361" x2="29665" y2="90456"/>
                        <a14:foregroundMark x1="13397" y1="97095" x2="16268" y2="72614"/>
                        <a14:foregroundMark x1="16268" y1="72614" x2="39713" y2="67635"/>
                        <a14:foregroundMark x1="39713" y1="67635" x2="72249" y2="67635"/>
                        <a14:foregroundMark x1="11483" y1="64315" x2="6220" y2="83402"/>
                        <a14:foregroundMark x1="6220" y1="83402" x2="10048" y2="96266"/>
                        <a14:foregroundMark x1="33014" y1="84647" x2="69378" y2="78423"/>
                        <a14:foregroundMark x1="69378" y1="78423" x2="69378" y2="78423"/>
                        <a14:foregroundMark x1="59809" y1="75104" x2="72727" y2="85477"/>
                        <a14:foregroundMark x1="72727" y1="85477" x2="72727" y2="85477"/>
                        <a14:foregroundMark x1="66507" y1="76763" x2="71292" y2="95436"/>
                        <a14:foregroundMark x1="478" y1="15768" x2="1914" y2="36100"/>
                        <a14:foregroundMark x1="1914" y1="36100" x2="6220" y2="43983"/>
                        <a14:foregroundMark x1="6699" y1="15768" x2="32536" y2="12448"/>
                        <a14:foregroundMark x1="32536" y1="12448" x2="49761" y2="4564"/>
                        <a14:foregroundMark x1="49761" y1="4564" x2="63158" y2="13278"/>
                        <a14:foregroundMark x1="63158" y1="13278" x2="98086" y2="21577"/>
                        <a14:foregroundMark x1="98086" y1="21577" x2="86603" y2="69710"/>
                        <a14:foregroundMark x1="49761" y1="13278" x2="55024" y2="75934"/>
                        <a14:foregroundMark x1="55024" y1="75934" x2="53110" y2="75104"/>
                        <a14:foregroundMark x1="45455" y1="24066" x2="58373" y2="69710"/>
                        <a14:foregroundMark x1="58373" y1="69710" x2="57895" y2="68880"/>
                        <a14:foregroundMark x1="52632" y1="9544" x2="63158" y2="57261"/>
                        <a14:foregroundMark x1="63158" y1="57261" x2="61722" y2="55602"/>
                        <a14:foregroundMark x1="52632" y1="24896" x2="46411" y2="66390"/>
                        <a14:foregroundMark x1="46411" y1="66390" x2="41627" y2="56432"/>
                        <a14:foregroundMark x1="40670" y1="19917" x2="43062" y2="58091"/>
                        <a14:foregroundMark x1="43062" y1="58091" x2="41627" y2="52282"/>
                        <a14:foregroundMark x1="37799" y1="21162" x2="50718" y2="59336"/>
                        <a14:foregroundMark x1="50718" y1="2905" x2="58373" y2="8299"/>
                        <a14:foregroundMark x1="34928" y1="17012" x2="21053" y2="63071"/>
                        <a14:foregroundMark x1="21053" y1="63071" x2="21053" y2="63071"/>
                        <a14:foregroundMark x1="14354" y1="21162" x2="22010" y2="48133"/>
                        <a14:foregroundMark x1="56938" y1="14938" x2="94737" y2="36929"/>
                        <a14:foregroundMark x1="94737" y1="36929" x2="93780" y2="36929"/>
                        <a14:foregroundMark x1="90431" y1="28216" x2="77033" y2="68880"/>
                        <a14:foregroundMark x1="77033" y1="68880" x2="76555" y2="6763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97" y="5083147"/>
            <a:ext cx="492716" cy="522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7A8C8E7-DD62-13AE-72AA-834EF24E52DE}"/>
              </a:ext>
            </a:extLst>
          </p:cNvPr>
          <p:cNvSpPr txBox="1"/>
          <p:nvPr/>
        </p:nvSpPr>
        <p:spPr>
          <a:xfrm>
            <a:off x="186012" y="4625714"/>
            <a:ext cx="30973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Sans Black" panose="020B0A03050000020004" pitchFamily="34" charset="0"/>
              </a:rPr>
              <a:t>VERIFIKASI</a:t>
            </a:r>
            <a:br>
              <a:rPr lang="en-US" sz="28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Sans Black" panose="020B0A03050000020004" pitchFamily="34" charset="0"/>
              </a:rPr>
            </a:br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Sans Black" panose="020B0A03050000020004" pitchFamily="34" charset="0"/>
              </a:rPr>
              <a:t>FAKE EMAIL</a:t>
            </a:r>
            <a:endParaRPr lang="en-ID" sz="44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ira Sans Black" panose="020B0A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441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60FFC-497D-0C41-88BE-07F14A93C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D40A68FE-3B10-F92A-9553-DFCE5B229FD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80132" y="280819"/>
            <a:ext cx="1689834" cy="3421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4444D7-F871-36E5-59DC-8231767AF723}"/>
              </a:ext>
            </a:extLst>
          </p:cNvPr>
          <p:cNvSpPr txBox="1"/>
          <p:nvPr/>
        </p:nvSpPr>
        <p:spPr>
          <a:xfrm>
            <a:off x="446100" y="250385"/>
            <a:ext cx="35445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Sans Black" panose="020B0A03050000020004" pitchFamily="34" charset="0"/>
              </a:rPr>
              <a:t>TIPS </a:t>
            </a:r>
            <a:r>
              <a:rPr lang="en-US" sz="5400" b="1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Sans Black" panose="020B0A03050000020004" pitchFamily="34" charset="0"/>
              </a:rPr>
              <a:t>cepat</a:t>
            </a:r>
            <a:endParaRPr lang="en-ID" sz="54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ira Sans Black" panose="020B0A030500000200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829952-15A9-9297-9747-F5FFDFB0847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6397" y="1173715"/>
            <a:ext cx="11953072" cy="48012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1626F4-1D4E-104E-0A56-62F5500E028C}"/>
              </a:ext>
            </a:extLst>
          </p:cNvPr>
          <p:cNvSpPr txBox="1"/>
          <p:nvPr/>
        </p:nvSpPr>
        <p:spPr>
          <a:xfrm>
            <a:off x="1204334" y="2486722"/>
            <a:ext cx="17459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Fira Sans Black" panose="020B0A03050000020004" pitchFamily="34" charset="0"/>
              </a:rPr>
              <a:t>LANGKAH</a:t>
            </a:r>
            <a:endParaRPr lang="en-ID" sz="2800" dirty="0">
              <a:solidFill>
                <a:schemeClr val="bg1"/>
              </a:solidFill>
              <a:latin typeface="Fira Sans Black" panose="020B0A030500000200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A8167B-5A9C-66CE-A374-D2D2C8E6C9E4}"/>
              </a:ext>
            </a:extLst>
          </p:cNvPr>
          <p:cNvSpPr txBox="1"/>
          <p:nvPr/>
        </p:nvSpPr>
        <p:spPr>
          <a:xfrm>
            <a:off x="5047783" y="2460706"/>
            <a:ext cx="16017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Fira Sans Black" panose="020B0A03050000020004" pitchFamily="34" charset="0"/>
              </a:rPr>
              <a:t>WEBSITE</a:t>
            </a:r>
            <a:endParaRPr lang="en-ID" sz="2800" dirty="0">
              <a:solidFill>
                <a:schemeClr val="bg1"/>
              </a:solidFill>
              <a:latin typeface="Fira Sans Black" panose="020B0A030500000200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17BDDC-49F9-6F93-CDDE-53BF03FD515E}"/>
              </a:ext>
            </a:extLst>
          </p:cNvPr>
          <p:cNvSpPr txBox="1"/>
          <p:nvPr/>
        </p:nvSpPr>
        <p:spPr>
          <a:xfrm>
            <a:off x="8824323" y="2479294"/>
            <a:ext cx="11624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Fira Sans Black" panose="020B0A03050000020004" pitchFamily="34" charset="0"/>
              </a:rPr>
              <a:t>EMAIL</a:t>
            </a:r>
            <a:endParaRPr lang="en-ID" sz="2800" dirty="0">
              <a:solidFill>
                <a:schemeClr val="bg1"/>
              </a:solidFill>
              <a:latin typeface="Fira Sans Black" panose="020B0A030500000200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DF03FC-CF26-7B6F-FB8E-D115008134DE}"/>
              </a:ext>
            </a:extLst>
          </p:cNvPr>
          <p:cNvSpPr txBox="1"/>
          <p:nvPr/>
        </p:nvSpPr>
        <p:spPr>
          <a:xfrm>
            <a:off x="1480051" y="3716060"/>
            <a:ext cx="14334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3982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Periksa</a:t>
            </a:r>
            <a:r>
              <a:rPr lang="en-US" sz="1600" b="1" dirty="0">
                <a:solidFill>
                  <a:srgbClr val="3982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Alamat</a:t>
            </a:r>
            <a:endParaRPr lang="en-ID" sz="1600" b="1" dirty="0">
              <a:solidFill>
                <a:srgbClr val="3982E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B65AD7-4F0B-5173-23EF-E3B34073ED9A}"/>
              </a:ext>
            </a:extLst>
          </p:cNvPr>
          <p:cNvSpPr txBox="1"/>
          <p:nvPr/>
        </p:nvSpPr>
        <p:spPr>
          <a:xfrm>
            <a:off x="5312351" y="3701193"/>
            <a:ext cx="172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3982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URL </a:t>
            </a:r>
            <a:r>
              <a:rPr lang="en-US" sz="1600" b="1" dirty="0" err="1">
                <a:solidFill>
                  <a:srgbClr val="3982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harus</a:t>
            </a:r>
            <a:r>
              <a:rPr lang="en-US" sz="1600" b="1" dirty="0">
                <a:solidFill>
                  <a:srgbClr val="3982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https://</a:t>
            </a:r>
            <a:endParaRPr lang="en-ID" sz="1600" b="1" dirty="0">
              <a:solidFill>
                <a:srgbClr val="3982E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E2E95E-560C-A2F9-994F-D457F1DBEF87}"/>
              </a:ext>
            </a:extLst>
          </p:cNvPr>
          <p:cNvSpPr txBox="1"/>
          <p:nvPr/>
        </p:nvSpPr>
        <p:spPr>
          <a:xfrm>
            <a:off x="8821268" y="3675175"/>
            <a:ext cx="26548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3982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Domain </a:t>
            </a:r>
            <a:r>
              <a:rPr lang="en-US" sz="1600" b="1" dirty="0" err="1">
                <a:solidFill>
                  <a:srgbClr val="3982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pengirim</a:t>
            </a:r>
            <a:r>
              <a:rPr lang="en-US" sz="1600" b="1" dirty="0">
                <a:solidFill>
                  <a:srgbClr val="3982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b="1" dirty="0" err="1">
                <a:solidFill>
                  <a:srgbClr val="3982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harus</a:t>
            </a:r>
            <a:r>
              <a:rPr lang="en-US" sz="1600" b="1" dirty="0">
                <a:solidFill>
                  <a:srgbClr val="3982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b="1" dirty="0" err="1">
                <a:solidFill>
                  <a:srgbClr val="3982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resmi</a:t>
            </a:r>
            <a:endParaRPr lang="en-ID" sz="1600" b="1" dirty="0">
              <a:solidFill>
                <a:srgbClr val="3982E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1F26BD-20BB-F7AD-79B3-A3FF098EF108}"/>
              </a:ext>
            </a:extLst>
          </p:cNvPr>
          <p:cNvSpPr txBox="1"/>
          <p:nvPr/>
        </p:nvSpPr>
        <p:spPr>
          <a:xfrm>
            <a:off x="1331370" y="4180694"/>
            <a:ext cx="16385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3982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Check </a:t>
            </a:r>
            <a:r>
              <a:rPr lang="en-US" sz="1600" b="1" dirty="0" err="1">
                <a:solidFill>
                  <a:srgbClr val="3982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Keamanan</a:t>
            </a:r>
            <a:endParaRPr lang="en-ID" sz="1600" b="1" dirty="0">
              <a:solidFill>
                <a:srgbClr val="3982E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4B4773-8111-2235-5930-EF5D93DBCCF5}"/>
              </a:ext>
            </a:extLst>
          </p:cNvPr>
          <p:cNvSpPr txBox="1"/>
          <p:nvPr/>
        </p:nvSpPr>
        <p:spPr>
          <a:xfrm>
            <a:off x="5163670" y="4165827"/>
            <a:ext cx="16546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3982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Klik</a:t>
            </a:r>
            <a:r>
              <a:rPr lang="en-US" sz="1600" b="1" dirty="0">
                <a:solidFill>
                  <a:srgbClr val="3982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icon </a:t>
            </a:r>
            <a:r>
              <a:rPr lang="en-US" sz="1600" b="1" dirty="0" err="1">
                <a:solidFill>
                  <a:srgbClr val="3982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Gembok</a:t>
            </a:r>
            <a:endParaRPr lang="en-ID" sz="1600" b="1" dirty="0">
              <a:solidFill>
                <a:srgbClr val="3982E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BDBEF2-AC50-9C33-0EEB-FE79B5FB5114}"/>
              </a:ext>
            </a:extLst>
          </p:cNvPr>
          <p:cNvSpPr txBox="1"/>
          <p:nvPr/>
        </p:nvSpPr>
        <p:spPr>
          <a:xfrm>
            <a:off x="8672587" y="4139809"/>
            <a:ext cx="26933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3982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Jangan</a:t>
            </a:r>
            <a:r>
              <a:rPr lang="en-US" sz="1600" b="1" dirty="0">
                <a:solidFill>
                  <a:srgbClr val="3982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b="1" dirty="0" err="1">
                <a:solidFill>
                  <a:srgbClr val="3982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Klik</a:t>
            </a:r>
            <a:r>
              <a:rPr lang="en-US" sz="1600" b="1" dirty="0">
                <a:solidFill>
                  <a:srgbClr val="3982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link </a:t>
            </a:r>
            <a:r>
              <a:rPr lang="en-US" sz="1600" b="1" dirty="0" err="1">
                <a:solidFill>
                  <a:srgbClr val="3982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mencurigakan</a:t>
            </a:r>
            <a:endParaRPr lang="en-ID" sz="1600" b="1" dirty="0">
              <a:solidFill>
                <a:srgbClr val="3982E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5465CB-1BC4-FDBC-32D9-5646C2882BFF}"/>
              </a:ext>
            </a:extLst>
          </p:cNvPr>
          <p:cNvSpPr txBox="1"/>
          <p:nvPr/>
        </p:nvSpPr>
        <p:spPr>
          <a:xfrm>
            <a:off x="1115784" y="4634179"/>
            <a:ext cx="14766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3982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Check Isi </a:t>
            </a:r>
            <a:r>
              <a:rPr lang="en-US" sz="1600" b="1" dirty="0" err="1">
                <a:solidFill>
                  <a:srgbClr val="3982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pesan</a:t>
            </a:r>
            <a:endParaRPr lang="en-ID" sz="1600" b="1" dirty="0">
              <a:solidFill>
                <a:srgbClr val="3982E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9744DC-EE53-C61F-6A26-358A57F17C70}"/>
              </a:ext>
            </a:extLst>
          </p:cNvPr>
          <p:cNvSpPr txBox="1"/>
          <p:nvPr/>
        </p:nvSpPr>
        <p:spPr>
          <a:xfrm>
            <a:off x="4892329" y="4619312"/>
            <a:ext cx="28472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3982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Desain, Tata Bahasa </a:t>
            </a:r>
            <a:r>
              <a:rPr lang="en-US" sz="1600" b="1" dirty="0" err="1">
                <a:solidFill>
                  <a:srgbClr val="3982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profesional</a:t>
            </a:r>
            <a:endParaRPr lang="en-ID" sz="1600" b="1" dirty="0">
              <a:solidFill>
                <a:srgbClr val="3982E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CD9D59-1BEB-BA94-16B7-34652CD91EAC}"/>
              </a:ext>
            </a:extLst>
          </p:cNvPr>
          <p:cNvSpPr txBox="1"/>
          <p:nvPr/>
        </p:nvSpPr>
        <p:spPr>
          <a:xfrm>
            <a:off x="8457001" y="4593294"/>
            <a:ext cx="2563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3982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Tidak </a:t>
            </a:r>
            <a:r>
              <a:rPr lang="en-US" sz="1600" b="1" dirty="0" err="1">
                <a:solidFill>
                  <a:srgbClr val="3982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meminta</a:t>
            </a:r>
            <a:r>
              <a:rPr lang="en-US" sz="1600" b="1" dirty="0">
                <a:solidFill>
                  <a:srgbClr val="3982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data </a:t>
            </a:r>
            <a:r>
              <a:rPr lang="en-US" sz="1600" b="1" dirty="0" err="1">
                <a:solidFill>
                  <a:srgbClr val="3982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probadi</a:t>
            </a:r>
            <a:endParaRPr lang="en-ID" sz="1600" b="1" dirty="0">
              <a:solidFill>
                <a:srgbClr val="3982E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8E17E3-B729-B14E-5DDD-B97D5367ED57}"/>
              </a:ext>
            </a:extLst>
          </p:cNvPr>
          <p:cNvSpPr txBox="1"/>
          <p:nvPr/>
        </p:nvSpPr>
        <p:spPr>
          <a:xfrm>
            <a:off x="866741" y="5098812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3982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Gunakan</a:t>
            </a:r>
            <a:r>
              <a:rPr lang="en-US" sz="1600" b="1" dirty="0">
                <a:solidFill>
                  <a:srgbClr val="3982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Alat Bantu</a:t>
            </a:r>
            <a:endParaRPr lang="en-ID" sz="1600" b="1" dirty="0">
              <a:solidFill>
                <a:srgbClr val="3982E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BA2F35-9729-A742-75BE-1DCE7AAF4326}"/>
              </a:ext>
            </a:extLst>
          </p:cNvPr>
          <p:cNvSpPr txBox="1"/>
          <p:nvPr/>
        </p:nvSpPr>
        <p:spPr>
          <a:xfrm>
            <a:off x="4643286" y="5083945"/>
            <a:ext cx="17411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3982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Who.is   </a:t>
            </a:r>
            <a:r>
              <a:rPr lang="en-US" sz="1600" b="1" dirty="0" err="1">
                <a:solidFill>
                  <a:srgbClr val="3982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VirusTotal</a:t>
            </a:r>
            <a:endParaRPr lang="en-ID" sz="1600" b="1" dirty="0">
              <a:solidFill>
                <a:srgbClr val="3982E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855695-9F1C-0908-2A9E-AC9C74B33292}"/>
              </a:ext>
            </a:extLst>
          </p:cNvPr>
          <p:cNvSpPr txBox="1"/>
          <p:nvPr/>
        </p:nvSpPr>
        <p:spPr>
          <a:xfrm>
            <a:off x="8207958" y="5057927"/>
            <a:ext cx="21675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3982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Laporkan</a:t>
            </a:r>
            <a:r>
              <a:rPr lang="en-US" sz="1600" b="1" dirty="0">
                <a:solidFill>
                  <a:srgbClr val="3982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b="1" dirty="0" err="1">
                <a:solidFill>
                  <a:srgbClr val="3982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phising</a:t>
            </a:r>
            <a:r>
              <a:rPr lang="en-US" sz="1600" b="1" dirty="0">
                <a:solidFill>
                  <a:srgbClr val="3982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spam</a:t>
            </a:r>
            <a:endParaRPr lang="en-ID" sz="1600" b="1" dirty="0">
              <a:solidFill>
                <a:srgbClr val="3982E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25069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ECAEE-4265-70EE-E871-2045E3363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BE2EC2-EDD8-E9C0-80E9-073E07A9E9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/>
          <a:lstStyle/>
          <a:p>
            <a:fld id="{DBE5F007-28FD-B845-A833-24BC97E499D9}" type="slidenum">
              <a:rPr lang="uk-UA" altLang="en-US" smtClean="0"/>
              <a:pPr/>
              <a:t>16</a:t>
            </a:fld>
            <a:endParaRPr lang="uk-UA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790DB8-A85D-5038-27FF-84AE67A214D2}"/>
              </a:ext>
            </a:extLst>
          </p:cNvPr>
          <p:cNvSpPr txBox="1"/>
          <p:nvPr/>
        </p:nvSpPr>
        <p:spPr>
          <a:xfrm>
            <a:off x="511169" y="361670"/>
            <a:ext cx="306205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rgbClr val="23366E"/>
                </a:solidFill>
                <a:latin typeface="Fira Sans Black" panose="020B0A03050000020004" pitchFamily="34" charset="0"/>
              </a:rPr>
              <a:t>PHISING</a:t>
            </a:r>
            <a:endParaRPr lang="en-ID" sz="6000" dirty="0">
              <a:solidFill>
                <a:srgbClr val="23366E"/>
              </a:solidFill>
              <a:latin typeface="Fira Sans Black" panose="020B0A030500000200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5B303A-F922-CAB7-E362-158C40C8B05D}"/>
              </a:ext>
            </a:extLst>
          </p:cNvPr>
          <p:cNvSpPr txBox="1"/>
          <p:nvPr/>
        </p:nvSpPr>
        <p:spPr>
          <a:xfrm>
            <a:off x="511169" y="1181506"/>
            <a:ext cx="804324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D" sz="2800" dirty="0">
                <a:solidFill>
                  <a:srgbClr val="3982E3"/>
                </a:solidFill>
                <a:latin typeface="Century Gothic" panose="020B0502020202020204" pitchFamily="34" charset="0"/>
              </a:rPr>
              <a:t>Upaya </a:t>
            </a:r>
            <a:r>
              <a:rPr lang="en-ID" sz="28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mengambil</a:t>
            </a:r>
            <a:r>
              <a:rPr lang="en-ID" sz="2800" dirty="0">
                <a:solidFill>
                  <a:srgbClr val="3982E3"/>
                </a:solidFill>
                <a:latin typeface="Century Gothic" panose="020B0502020202020204" pitchFamily="34" charset="0"/>
              </a:rPr>
              <a:t> </a:t>
            </a:r>
            <a:r>
              <a:rPr lang="en-ID" sz="28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alih</a:t>
            </a:r>
            <a:r>
              <a:rPr lang="en-ID" sz="2800" dirty="0">
                <a:solidFill>
                  <a:srgbClr val="3982E3"/>
                </a:solidFill>
                <a:latin typeface="Century Gothic" panose="020B0502020202020204" pitchFamily="34" charset="0"/>
              </a:rPr>
              <a:t> </a:t>
            </a:r>
            <a:r>
              <a:rPr lang="en-ID" sz="28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akun</a:t>
            </a:r>
            <a:r>
              <a:rPr lang="en-ID" sz="2800" dirty="0">
                <a:solidFill>
                  <a:srgbClr val="3982E3"/>
                </a:solidFill>
                <a:latin typeface="Century Gothic" panose="020B0502020202020204" pitchFamily="34" charset="0"/>
              </a:rPr>
              <a:t> </a:t>
            </a:r>
            <a:r>
              <a:rPr lang="en-ID" sz="28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untuk</a:t>
            </a:r>
            <a:r>
              <a:rPr lang="en-ID" sz="2800" dirty="0">
                <a:solidFill>
                  <a:srgbClr val="3982E3"/>
                </a:solidFill>
                <a:latin typeface="Century Gothic" panose="020B0502020202020204" pitchFamily="34" charset="0"/>
              </a:rPr>
              <a:t> </a:t>
            </a:r>
            <a:r>
              <a:rPr lang="en-ID" sz="28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dapat</a:t>
            </a:r>
            <a:r>
              <a:rPr lang="en-ID" sz="2800" dirty="0">
                <a:solidFill>
                  <a:srgbClr val="3982E3"/>
                </a:solidFill>
                <a:latin typeface="Century Gothic" panose="020B0502020202020204" pitchFamily="34" charset="0"/>
              </a:rPr>
              <a:t> </a:t>
            </a:r>
            <a:r>
              <a:rPr lang="en-ID" sz="28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kuasai</a:t>
            </a:r>
            <a:r>
              <a:rPr lang="en-ID" sz="2800" dirty="0">
                <a:solidFill>
                  <a:srgbClr val="3982E3"/>
                </a:solidFill>
                <a:latin typeface="Century Gothic" panose="020B0502020202020204" pitchFamily="34" charset="0"/>
              </a:rPr>
              <a:t> asset digital </a:t>
            </a:r>
            <a:r>
              <a:rPr lang="en-ID" sz="2800" dirty="0" err="1">
                <a:solidFill>
                  <a:srgbClr val="3982E3"/>
                </a:solidFill>
                <a:latin typeface="Century Gothic" panose="020B0502020202020204" pitchFamily="34" charset="0"/>
              </a:rPr>
              <a:t>melalui</a:t>
            </a:r>
            <a:r>
              <a:rPr lang="en-ID" sz="2800" dirty="0">
                <a:solidFill>
                  <a:srgbClr val="3982E3"/>
                </a:solidFill>
                <a:latin typeface="Century Gothic" panose="020B0502020202020204" pitchFamily="34" charset="0"/>
              </a:rPr>
              <a:t> media digital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74425D-50E6-2AFC-EE04-7B8941B388AB}"/>
              </a:ext>
            </a:extLst>
          </p:cNvPr>
          <p:cNvSpPr txBox="1"/>
          <p:nvPr/>
        </p:nvSpPr>
        <p:spPr>
          <a:xfrm>
            <a:off x="878839" y="3950201"/>
            <a:ext cx="21227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SMS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Email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Website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entury Gothic" panose="020B0502020202020204" pitchFamily="34" charset="0"/>
              </a:rPr>
              <a:t>Aplikasi</a:t>
            </a:r>
            <a:endParaRPr lang="en-US" sz="2000" dirty="0">
              <a:latin typeface="Century Gothic" panose="020B0502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5377DE4-54E1-CFF2-253C-D0E006491166}"/>
              </a:ext>
            </a:extLst>
          </p:cNvPr>
          <p:cNvSpPr txBox="1"/>
          <p:nvPr/>
        </p:nvSpPr>
        <p:spPr>
          <a:xfrm>
            <a:off x="4245558" y="3950201"/>
            <a:ext cx="424555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User Name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Password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Gambar, Video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Data </a:t>
            </a:r>
            <a:r>
              <a:rPr lang="en-US" sz="2000" dirty="0" err="1">
                <a:latin typeface="Century Gothic" panose="020B0502020202020204" pitchFamily="34" charset="0"/>
              </a:rPr>
              <a:t>Perbankan</a:t>
            </a:r>
            <a:endParaRPr lang="en-US" sz="2000" dirty="0">
              <a:latin typeface="Century Gothic" panose="020B0502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Data </a:t>
            </a:r>
            <a:r>
              <a:rPr lang="en-US" sz="2000" dirty="0" err="1">
                <a:latin typeface="Century Gothic" panose="020B0502020202020204" pitchFamily="34" charset="0"/>
              </a:rPr>
              <a:t>Pribadi</a:t>
            </a:r>
            <a:r>
              <a:rPr lang="en-US" sz="2000" dirty="0"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latin typeface="Century Gothic" panose="020B0502020202020204" pitchFamily="34" charset="0"/>
              </a:rPr>
              <a:t>lainnya</a:t>
            </a:r>
            <a:endParaRPr lang="en-ID" sz="2000" dirty="0">
              <a:latin typeface="Century Gothic" panose="020B0502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363CD8-DCCA-0A63-E532-447190752E3F}"/>
              </a:ext>
            </a:extLst>
          </p:cNvPr>
          <p:cNvSpPr txBox="1"/>
          <p:nvPr/>
        </p:nvSpPr>
        <p:spPr>
          <a:xfrm>
            <a:off x="7946443" y="3950201"/>
            <a:ext cx="424555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entury Gothic" panose="020B0502020202020204" pitchFamily="34" charset="0"/>
              </a:rPr>
              <a:t>Menguasai</a:t>
            </a:r>
            <a:r>
              <a:rPr lang="en-US" sz="2000" dirty="0">
                <a:latin typeface="Century Gothic" panose="020B0502020202020204" pitchFamily="34" charset="0"/>
              </a:rPr>
              <a:t>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entury Gothic" panose="020B0502020202020204" pitchFamily="34" charset="0"/>
              </a:rPr>
              <a:t>Membobol</a:t>
            </a:r>
            <a:r>
              <a:rPr lang="en-US" sz="2000" dirty="0"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latin typeface="Century Gothic" panose="020B0502020202020204" pitchFamily="34" charset="0"/>
              </a:rPr>
              <a:t>rekening</a:t>
            </a:r>
            <a:endParaRPr lang="en-US" sz="2000" dirty="0">
              <a:latin typeface="Century Gothic" panose="020B0502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entury Gothic" panose="020B0502020202020204" pitchFamily="34" charset="0"/>
              </a:rPr>
              <a:t>Cemarkan</a:t>
            </a:r>
            <a:r>
              <a:rPr lang="en-US" sz="2000" dirty="0">
                <a:latin typeface="Century Gothic" panose="020B0502020202020204" pitchFamily="34" charset="0"/>
              </a:rPr>
              <a:t> nama </a:t>
            </a:r>
            <a:r>
              <a:rPr lang="en-US" sz="2000" dirty="0" err="1">
                <a:latin typeface="Century Gothic" panose="020B0502020202020204" pitchFamily="34" charset="0"/>
              </a:rPr>
              <a:t>baik</a:t>
            </a:r>
            <a:endParaRPr lang="en-US" sz="2000" dirty="0">
              <a:latin typeface="Century Gothic" panose="020B0502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entury Gothic" panose="020B0502020202020204" pitchFamily="34" charset="0"/>
              </a:rPr>
              <a:t>Penyalahgunaan</a:t>
            </a:r>
            <a:r>
              <a:rPr lang="en-US" sz="2000" dirty="0"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latin typeface="Century Gothic" panose="020B0502020202020204" pitchFamily="34" charset="0"/>
              </a:rPr>
              <a:t>Identitas</a:t>
            </a:r>
            <a:endParaRPr lang="en-US" sz="2000" dirty="0">
              <a:latin typeface="Century Gothic" panose="020B0502020202020204" pitchFamily="34" charset="0"/>
            </a:endParaRPr>
          </a:p>
        </p:txBody>
      </p:sp>
      <p:graphicFrame>
        <p:nvGraphicFramePr>
          <p:cNvPr id="45" name="Diagram 44">
            <a:extLst>
              <a:ext uri="{FF2B5EF4-FFF2-40B4-BE49-F238E27FC236}">
                <a16:creationId xmlns:a16="http://schemas.microsoft.com/office/drawing/2014/main" id="{FCC76571-16E7-F2C1-EEF0-1CAAEEBD87C8}"/>
              </a:ext>
            </a:extLst>
          </p:cNvPr>
          <p:cNvGraphicFramePr/>
          <p:nvPr/>
        </p:nvGraphicFramePr>
        <p:xfrm>
          <a:off x="715618" y="2889739"/>
          <a:ext cx="10267122" cy="9541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1" name="Picture 50">
            <a:extLst>
              <a:ext uri="{FF2B5EF4-FFF2-40B4-BE49-F238E27FC236}">
                <a16:creationId xmlns:a16="http://schemas.microsoft.com/office/drawing/2014/main" id="{B8E16B5E-0275-2393-6882-FD2D11226B08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17785" y="184928"/>
            <a:ext cx="1689834" cy="34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75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94C648-DEC9-FFC8-77F5-AB81E66A3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B2BAB-DEF1-A60E-C0F8-94E34FF5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188" y="557309"/>
            <a:ext cx="8170657" cy="4563512"/>
          </a:xfrm>
        </p:spPr>
        <p:txBody>
          <a:bodyPr/>
          <a:lstStyle/>
          <a:p>
            <a:r>
              <a:rPr lang="en-US" b="1" dirty="0">
                <a:solidFill>
                  <a:srgbClr val="23366E"/>
                </a:solidFill>
              </a:rPr>
              <a:t>Jejak Digital</a:t>
            </a:r>
            <a:br>
              <a:rPr lang="en-US" b="1" dirty="0">
                <a:solidFill>
                  <a:srgbClr val="23366E"/>
                </a:solidFill>
              </a:rPr>
            </a:br>
            <a:br>
              <a:rPr lang="en-US" b="1" dirty="0">
                <a:solidFill>
                  <a:srgbClr val="23366E"/>
                </a:solidFill>
              </a:rPr>
            </a:br>
            <a:endParaRPr lang="en-US" b="1" dirty="0">
              <a:solidFill>
                <a:srgbClr val="23366E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D924E-6BF0-AABF-988F-6C90949CA9E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191250"/>
            <a:ext cx="2743200" cy="365125"/>
          </a:xfrm>
        </p:spPr>
        <p:txBody>
          <a:bodyPr/>
          <a:lstStyle/>
          <a:p>
            <a:fld id="{DBE5F007-28FD-B845-A833-24BC97E499D9}" type="slidenum">
              <a:rPr lang="uk-UA" altLang="en-US" smtClean="0"/>
              <a:pPr/>
              <a:t>17</a:t>
            </a:fld>
            <a:endParaRPr lang="uk-UA" altLang="en-US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02EC4A-7760-0D0B-9650-9F6962A23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4852" y="3509877"/>
            <a:ext cx="8396800" cy="858650"/>
          </a:xfrm>
        </p:spPr>
        <p:txBody>
          <a:bodyPr>
            <a:noAutofit/>
          </a:bodyPr>
          <a:lstStyle/>
          <a:p>
            <a:r>
              <a:rPr lang="en-US" dirty="0" err="1">
                <a:solidFill>
                  <a:srgbClr val="3982E3"/>
                </a:solidFill>
              </a:rPr>
              <a:t>Phising</a:t>
            </a:r>
            <a:r>
              <a:rPr lang="en-US" dirty="0">
                <a:solidFill>
                  <a:srgbClr val="3982E3"/>
                </a:solidFill>
              </a:rPr>
              <a:t>, Malware, </a:t>
            </a:r>
            <a:r>
              <a:rPr lang="en-US" dirty="0" err="1">
                <a:solidFill>
                  <a:srgbClr val="3982E3"/>
                </a:solidFill>
              </a:rPr>
              <a:t>Penipuan</a:t>
            </a:r>
            <a:r>
              <a:rPr lang="en-US" dirty="0">
                <a:solidFill>
                  <a:srgbClr val="3982E3"/>
                </a:solidFill>
              </a:rPr>
              <a:t>, Hoax</a:t>
            </a:r>
          </a:p>
        </p:txBody>
      </p:sp>
    </p:spTree>
    <p:extLst>
      <p:ext uri="{BB962C8B-B14F-4D97-AF65-F5344CB8AC3E}">
        <p14:creationId xmlns:p14="http://schemas.microsoft.com/office/powerpoint/2010/main" val="4106971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1E256-FD64-A987-96E3-C0FFA52D8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0A1AD4C2-B2CA-FFC3-BD72-DE5A4907944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80132" y="280819"/>
            <a:ext cx="1689834" cy="342178"/>
          </a:xfrm>
          <a:prstGeom prst="rect">
            <a:avLst/>
          </a:prstGeom>
        </p:spPr>
      </p:pic>
      <p:sp>
        <p:nvSpPr>
          <p:cNvPr id="2" name="Google Shape;191;p6">
            <a:extLst>
              <a:ext uri="{FF2B5EF4-FFF2-40B4-BE49-F238E27FC236}">
                <a16:creationId xmlns:a16="http://schemas.microsoft.com/office/drawing/2014/main" id="{B6F80B9B-4442-0C76-4AFE-18E21939927B}"/>
              </a:ext>
            </a:extLst>
          </p:cNvPr>
          <p:cNvSpPr txBox="1"/>
          <p:nvPr/>
        </p:nvSpPr>
        <p:spPr>
          <a:xfrm>
            <a:off x="639532" y="636531"/>
            <a:ext cx="577408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23366E"/>
                </a:solidFill>
                <a:latin typeface="Fira Sans Black" panose="020B0A03050000020004" pitchFamily="34" charset="0"/>
                <a:ea typeface="Open Sans"/>
                <a:cs typeface="Open Sans"/>
                <a:sym typeface="Open Sans"/>
              </a:rPr>
              <a:t>JEJAK DIGITAL</a:t>
            </a:r>
            <a:endParaRPr sz="3200" b="0" i="0" u="none" strike="noStrike" cap="none" dirty="0">
              <a:solidFill>
                <a:srgbClr val="23366E"/>
              </a:solidFill>
              <a:latin typeface="Fira Sans Black" panose="020B0A03050000020004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3" name="Google Shape;192;p6">
            <a:extLst>
              <a:ext uri="{FF2B5EF4-FFF2-40B4-BE49-F238E27FC236}">
                <a16:creationId xmlns:a16="http://schemas.microsoft.com/office/drawing/2014/main" id="{618C3E1C-80B4-3B08-41A2-90F25D07E202}"/>
              </a:ext>
            </a:extLst>
          </p:cNvPr>
          <p:cNvSpPr txBox="1"/>
          <p:nvPr/>
        </p:nvSpPr>
        <p:spPr>
          <a:xfrm>
            <a:off x="616886" y="1313789"/>
            <a:ext cx="6776775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Semua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data dan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informasi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netizen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sebagai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tapak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langkah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di dunia online yang di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REKAM PERMANEN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secara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otomatis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,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baik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rekan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jejak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PASIF (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hasil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aktifitas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browsing)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ataupun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rekam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jejak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AKTIF (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sengaja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meninggalkan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konten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),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Jejak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Digital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Bersifat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Kekal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Abadi</a:t>
            </a:r>
            <a:endParaRPr lang="id-ID" sz="2000" i="0" dirty="0">
              <a:solidFill>
                <a:schemeClr val="accent1">
                  <a:lumMod val="7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sp>
        <p:nvSpPr>
          <p:cNvPr id="4" name="Google Shape;193;p6">
            <a:extLst>
              <a:ext uri="{FF2B5EF4-FFF2-40B4-BE49-F238E27FC236}">
                <a16:creationId xmlns:a16="http://schemas.microsoft.com/office/drawing/2014/main" id="{C1BB16F6-0656-A8A7-63E1-B023AD4F847B}"/>
              </a:ext>
            </a:extLst>
          </p:cNvPr>
          <p:cNvSpPr/>
          <p:nvPr/>
        </p:nvSpPr>
        <p:spPr>
          <a:xfrm>
            <a:off x="7581996" y="1168517"/>
            <a:ext cx="4042277" cy="913182"/>
          </a:xfrm>
          <a:custGeom>
            <a:avLst/>
            <a:gdLst/>
            <a:ahLst/>
            <a:cxnLst/>
            <a:rect l="l" t="t" r="r" b="b"/>
            <a:pathLst>
              <a:path w="7066131" h="1233792" extrusionOk="0">
                <a:moveTo>
                  <a:pt x="6941671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6941671" y="0"/>
                </a:lnTo>
                <a:cubicBezTo>
                  <a:pt x="7010251" y="0"/>
                  <a:pt x="7066131" y="55880"/>
                  <a:pt x="7066131" y="124460"/>
                </a:cubicBezTo>
                <a:lnTo>
                  <a:pt x="7066131" y="1109332"/>
                </a:lnTo>
                <a:cubicBezTo>
                  <a:pt x="7066131" y="1177912"/>
                  <a:pt x="7010251" y="1233792"/>
                  <a:pt x="6941671" y="1233792"/>
                </a:cubicBezTo>
                <a:close/>
              </a:path>
            </a:pathLst>
          </a:custGeom>
          <a:solidFill>
            <a:srgbClr val="2336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JENIS </a:t>
            </a:r>
            <a:r>
              <a:rPr lang="en-US" sz="2000" b="1" i="0" u="none" strike="noStrike" cap="none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JENIS</a:t>
            </a:r>
            <a:br>
              <a:rPr lang="en-US" sz="2000" b="1" i="0" u="none" strike="noStrike" cap="none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2000" b="1" i="0" u="none" strike="noStrike" cap="none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JEJAK DIGITAL</a:t>
            </a:r>
            <a:endParaRPr sz="2000" b="1" i="0" u="none" strike="noStrike" cap="none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" name="Google Shape;194;p6">
            <a:extLst>
              <a:ext uri="{FF2B5EF4-FFF2-40B4-BE49-F238E27FC236}">
                <a16:creationId xmlns:a16="http://schemas.microsoft.com/office/drawing/2014/main" id="{932202FC-6B1A-4C24-5546-7E6D2A83BDB0}"/>
              </a:ext>
            </a:extLst>
          </p:cNvPr>
          <p:cNvSpPr/>
          <p:nvPr/>
        </p:nvSpPr>
        <p:spPr>
          <a:xfrm>
            <a:off x="7660658" y="2208640"/>
            <a:ext cx="288000" cy="2880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2336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Google Shape;195;p6">
            <a:extLst>
              <a:ext uri="{FF2B5EF4-FFF2-40B4-BE49-F238E27FC236}">
                <a16:creationId xmlns:a16="http://schemas.microsoft.com/office/drawing/2014/main" id="{030D8835-01DC-DFC5-030D-43E7BCE516D1}"/>
              </a:ext>
            </a:extLst>
          </p:cNvPr>
          <p:cNvSpPr/>
          <p:nvPr/>
        </p:nvSpPr>
        <p:spPr>
          <a:xfrm>
            <a:off x="7998779" y="2194182"/>
            <a:ext cx="4042277" cy="331049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rgbClr val="EDF0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b="1" i="0" u="none" strike="noStrike" cap="none" dirty="0" err="1">
                <a:solidFill>
                  <a:srgbClr val="3982E3"/>
                </a:solidFill>
                <a:latin typeface="Open Sans"/>
                <a:ea typeface="Open Sans"/>
                <a:cs typeface="Open Sans"/>
                <a:sym typeface="Open Sans"/>
              </a:rPr>
              <a:t>Pencarian</a:t>
            </a:r>
            <a:r>
              <a:rPr lang="en-US" sz="1600" b="1" i="0" u="none" strike="noStrike" cap="none" dirty="0">
                <a:solidFill>
                  <a:srgbClr val="3982E3"/>
                </a:solidFill>
                <a:latin typeface="Open Sans"/>
                <a:ea typeface="Open Sans"/>
                <a:cs typeface="Open Sans"/>
                <a:sym typeface="Open Sans"/>
              </a:rPr>
              <a:t> di </a:t>
            </a:r>
            <a:r>
              <a:rPr lang="en-US" sz="1600" b="1" i="0" u="none" strike="noStrike" cap="none" dirty="0" err="1">
                <a:solidFill>
                  <a:srgbClr val="3982E3"/>
                </a:solidFill>
                <a:latin typeface="Open Sans"/>
                <a:ea typeface="Open Sans"/>
                <a:cs typeface="Open Sans"/>
                <a:sym typeface="Open Sans"/>
              </a:rPr>
              <a:t>mesin</a:t>
            </a:r>
            <a:r>
              <a:rPr lang="en-US" sz="1600" b="1" i="0" u="none" strike="noStrike" cap="none" dirty="0">
                <a:solidFill>
                  <a:srgbClr val="3982E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3982E3"/>
                </a:solidFill>
                <a:latin typeface="Open Sans"/>
                <a:ea typeface="Open Sans"/>
                <a:cs typeface="Open Sans"/>
                <a:sym typeface="Open Sans"/>
              </a:rPr>
              <a:t>pencari</a:t>
            </a:r>
            <a:endParaRPr sz="2000" b="1" i="0" u="none" strike="noStrike" cap="none" dirty="0">
              <a:solidFill>
                <a:srgbClr val="3982E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" name="Google Shape;194;p6">
            <a:extLst>
              <a:ext uri="{FF2B5EF4-FFF2-40B4-BE49-F238E27FC236}">
                <a16:creationId xmlns:a16="http://schemas.microsoft.com/office/drawing/2014/main" id="{BD0E55A3-8D22-9A01-446E-47F05B941F9F}"/>
              </a:ext>
            </a:extLst>
          </p:cNvPr>
          <p:cNvSpPr/>
          <p:nvPr/>
        </p:nvSpPr>
        <p:spPr>
          <a:xfrm>
            <a:off x="7665577" y="2606849"/>
            <a:ext cx="288000" cy="2880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2336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i="0" u="none" strike="noStrike" cap="none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" name="Google Shape;195;p6">
            <a:extLst>
              <a:ext uri="{FF2B5EF4-FFF2-40B4-BE49-F238E27FC236}">
                <a16:creationId xmlns:a16="http://schemas.microsoft.com/office/drawing/2014/main" id="{F5D8B847-C9A4-3EBA-0090-7F5289F3BB6B}"/>
              </a:ext>
            </a:extLst>
          </p:cNvPr>
          <p:cNvSpPr/>
          <p:nvPr/>
        </p:nvSpPr>
        <p:spPr>
          <a:xfrm>
            <a:off x="8003698" y="2592391"/>
            <a:ext cx="4042277" cy="331049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rgbClr val="EDF0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b="1" i="0" u="none" strike="noStrike" cap="none" dirty="0" err="1">
                <a:solidFill>
                  <a:srgbClr val="3982E3"/>
                </a:solidFill>
                <a:latin typeface="Open Sans"/>
                <a:ea typeface="Open Sans"/>
                <a:cs typeface="Open Sans"/>
                <a:sym typeface="Open Sans"/>
              </a:rPr>
              <a:t>Postingan</a:t>
            </a:r>
            <a:r>
              <a:rPr lang="en-US" sz="1600" b="1" i="0" u="none" strike="noStrike" cap="none" dirty="0">
                <a:solidFill>
                  <a:srgbClr val="3982E3"/>
                </a:solidFill>
                <a:latin typeface="Open Sans"/>
                <a:ea typeface="Open Sans"/>
                <a:cs typeface="Open Sans"/>
                <a:sym typeface="Open Sans"/>
              </a:rPr>
              <a:t> di social media</a:t>
            </a:r>
            <a:endParaRPr sz="2000" b="1" i="0" u="none" strike="noStrike" cap="none" dirty="0">
              <a:solidFill>
                <a:srgbClr val="3982E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" name="Google Shape;194;p6">
            <a:extLst>
              <a:ext uri="{FF2B5EF4-FFF2-40B4-BE49-F238E27FC236}">
                <a16:creationId xmlns:a16="http://schemas.microsoft.com/office/drawing/2014/main" id="{E298C90A-A0A2-1459-7EC7-E9CF8479666D}"/>
              </a:ext>
            </a:extLst>
          </p:cNvPr>
          <p:cNvSpPr/>
          <p:nvPr/>
        </p:nvSpPr>
        <p:spPr>
          <a:xfrm>
            <a:off x="7675404" y="3000139"/>
            <a:ext cx="288000" cy="2880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2336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b="1" i="0" u="none" strike="noStrike" cap="none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Google Shape;195;p6">
            <a:extLst>
              <a:ext uri="{FF2B5EF4-FFF2-40B4-BE49-F238E27FC236}">
                <a16:creationId xmlns:a16="http://schemas.microsoft.com/office/drawing/2014/main" id="{D5F9CE4F-3E38-D96B-0D54-53BD1BE35C24}"/>
              </a:ext>
            </a:extLst>
          </p:cNvPr>
          <p:cNvSpPr/>
          <p:nvPr/>
        </p:nvSpPr>
        <p:spPr>
          <a:xfrm>
            <a:off x="8013525" y="2985681"/>
            <a:ext cx="4042277" cy="331049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rgbClr val="EDF0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b="1" i="0" u="none" strike="noStrike" cap="none" dirty="0" err="1">
                <a:solidFill>
                  <a:srgbClr val="3982E3"/>
                </a:solidFill>
                <a:latin typeface="Open Sans"/>
                <a:ea typeface="Open Sans"/>
                <a:cs typeface="Open Sans"/>
                <a:sym typeface="Open Sans"/>
              </a:rPr>
              <a:t>Tontonan</a:t>
            </a:r>
            <a:r>
              <a:rPr lang="en-US" sz="1600" b="1" i="0" u="none" strike="noStrike" cap="none" dirty="0">
                <a:solidFill>
                  <a:srgbClr val="3982E3"/>
                </a:solidFill>
                <a:latin typeface="Open Sans"/>
                <a:ea typeface="Open Sans"/>
                <a:cs typeface="Open Sans"/>
                <a:sym typeface="Open Sans"/>
              </a:rPr>
              <a:t> di </a:t>
            </a:r>
            <a:r>
              <a:rPr lang="en-US" sz="1600" b="1" i="0" u="none" strike="noStrike" cap="none" dirty="0" err="1">
                <a:solidFill>
                  <a:srgbClr val="3982E3"/>
                </a:solidFill>
                <a:latin typeface="Open Sans"/>
                <a:ea typeface="Open Sans"/>
                <a:cs typeface="Open Sans"/>
                <a:sym typeface="Open Sans"/>
              </a:rPr>
              <a:t>Youtube</a:t>
            </a:r>
            <a:endParaRPr sz="2000" b="1" i="0" u="none" strike="noStrike" cap="none" dirty="0">
              <a:solidFill>
                <a:srgbClr val="3982E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Google Shape;194;p6">
            <a:extLst>
              <a:ext uri="{FF2B5EF4-FFF2-40B4-BE49-F238E27FC236}">
                <a16:creationId xmlns:a16="http://schemas.microsoft.com/office/drawing/2014/main" id="{C39D6D78-4265-7896-2370-39E30874D5F8}"/>
              </a:ext>
            </a:extLst>
          </p:cNvPr>
          <p:cNvSpPr/>
          <p:nvPr/>
        </p:nvSpPr>
        <p:spPr>
          <a:xfrm>
            <a:off x="7680323" y="3398348"/>
            <a:ext cx="288000" cy="2880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2336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i="0" u="none" strike="noStrike" cap="none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b="1" i="0" u="none" strike="noStrike" cap="none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" name="Google Shape;195;p6">
            <a:extLst>
              <a:ext uri="{FF2B5EF4-FFF2-40B4-BE49-F238E27FC236}">
                <a16:creationId xmlns:a16="http://schemas.microsoft.com/office/drawing/2014/main" id="{F88082A0-FFCF-4A34-27B1-DE4D2C89D6A1}"/>
              </a:ext>
            </a:extLst>
          </p:cNvPr>
          <p:cNvSpPr/>
          <p:nvPr/>
        </p:nvSpPr>
        <p:spPr>
          <a:xfrm>
            <a:off x="8018444" y="3383890"/>
            <a:ext cx="4042277" cy="331049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rgbClr val="EDF0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b="1" i="0" u="none" strike="noStrike" cap="none" dirty="0" err="1">
                <a:solidFill>
                  <a:srgbClr val="3982E3"/>
                </a:solidFill>
                <a:latin typeface="Open Sans"/>
                <a:ea typeface="Open Sans"/>
                <a:cs typeface="Open Sans"/>
                <a:sym typeface="Open Sans"/>
              </a:rPr>
              <a:t>Pembelian</a:t>
            </a:r>
            <a:r>
              <a:rPr lang="en-US" sz="1600" b="1" i="0" u="none" strike="noStrike" cap="none" dirty="0">
                <a:solidFill>
                  <a:srgbClr val="3982E3"/>
                </a:solidFill>
                <a:latin typeface="Open Sans"/>
                <a:ea typeface="Open Sans"/>
                <a:cs typeface="Open Sans"/>
                <a:sym typeface="Open Sans"/>
              </a:rPr>
              <a:t> di marketplace</a:t>
            </a:r>
            <a:endParaRPr sz="2000" b="1" i="0" u="none" strike="noStrike" cap="none" dirty="0">
              <a:solidFill>
                <a:srgbClr val="3982E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" name="Google Shape;194;p6">
            <a:extLst>
              <a:ext uri="{FF2B5EF4-FFF2-40B4-BE49-F238E27FC236}">
                <a16:creationId xmlns:a16="http://schemas.microsoft.com/office/drawing/2014/main" id="{536A563B-B267-3D6D-FD7B-3E224E3A4EDC}"/>
              </a:ext>
            </a:extLst>
          </p:cNvPr>
          <p:cNvSpPr/>
          <p:nvPr/>
        </p:nvSpPr>
        <p:spPr>
          <a:xfrm>
            <a:off x="7672423" y="3768662"/>
            <a:ext cx="288000" cy="2880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2336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b="1" i="0" u="none" strike="noStrike" cap="none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195;p6">
            <a:extLst>
              <a:ext uri="{FF2B5EF4-FFF2-40B4-BE49-F238E27FC236}">
                <a16:creationId xmlns:a16="http://schemas.microsoft.com/office/drawing/2014/main" id="{0C96CC9E-4ED1-456A-BF71-C6B1C5A42C21}"/>
              </a:ext>
            </a:extLst>
          </p:cNvPr>
          <p:cNvSpPr/>
          <p:nvPr/>
        </p:nvSpPr>
        <p:spPr>
          <a:xfrm>
            <a:off x="8010544" y="3754204"/>
            <a:ext cx="4042277" cy="331049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rgbClr val="EDF0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3982E3"/>
                </a:solidFill>
                <a:latin typeface="Open Sans"/>
                <a:ea typeface="Open Sans"/>
                <a:cs typeface="Open Sans"/>
                <a:sym typeface="Open Sans"/>
              </a:rPr>
              <a:t>Jalur Ojek Online</a:t>
            </a:r>
            <a:endParaRPr sz="2000" b="1" i="0" u="none" strike="noStrike" cap="none" dirty="0">
              <a:solidFill>
                <a:srgbClr val="3982E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" name="Google Shape;194;p6">
            <a:extLst>
              <a:ext uri="{FF2B5EF4-FFF2-40B4-BE49-F238E27FC236}">
                <a16:creationId xmlns:a16="http://schemas.microsoft.com/office/drawing/2014/main" id="{48B09AD9-DD0E-D304-0E53-962881967C6A}"/>
              </a:ext>
            </a:extLst>
          </p:cNvPr>
          <p:cNvSpPr/>
          <p:nvPr/>
        </p:nvSpPr>
        <p:spPr>
          <a:xfrm>
            <a:off x="7677342" y="4166871"/>
            <a:ext cx="288000" cy="2880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2336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i="0" u="none" strike="noStrike" cap="none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b="1" i="0" u="none" strike="noStrike" cap="none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" name="Google Shape;195;p6">
            <a:extLst>
              <a:ext uri="{FF2B5EF4-FFF2-40B4-BE49-F238E27FC236}">
                <a16:creationId xmlns:a16="http://schemas.microsoft.com/office/drawing/2014/main" id="{08DEBB55-70A5-86AD-BA03-DFFB3CEE786D}"/>
              </a:ext>
            </a:extLst>
          </p:cNvPr>
          <p:cNvSpPr/>
          <p:nvPr/>
        </p:nvSpPr>
        <p:spPr>
          <a:xfrm>
            <a:off x="8015463" y="4152413"/>
            <a:ext cx="4042277" cy="331049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rgbClr val="EDF0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b="1" i="0" u="none" strike="noStrike" cap="none" dirty="0" err="1">
                <a:solidFill>
                  <a:srgbClr val="3982E3"/>
                </a:solidFill>
                <a:latin typeface="Open Sans"/>
                <a:ea typeface="Open Sans"/>
                <a:cs typeface="Open Sans"/>
                <a:sym typeface="Open Sans"/>
              </a:rPr>
              <a:t>Kunjungan</a:t>
            </a:r>
            <a:r>
              <a:rPr lang="en-US" sz="1600" b="1" i="0" u="none" strike="noStrike" cap="none" dirty="0">
                <a:solidFill>
                  <a:srgbClr val="3982E3"/>
                </a:solidFill>
                <a:latin typeface="Open Sans"/>
                <a:ea typeface="Open Sans"/>
                <a:cs typeface="Open Sans"/>
                <a:sym typeface="Open Sans"/>
              </a:rPr>
              <a:t> situs web</a:t>
            </a:r>
            <a:endParaRPr sz="2000" b="1" i="0" u="none" strike="noStrike" cap="none" dirty="0">
              <a:solidFill>
                <a:srgbClr val="3982E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" name="Google Shape;194;p6">
            <a:extLst>
              <a:ext uri="{FF2B5EF4-FFF2-40B4-BE49-F238E27FC236}">
                <a16:creationId xmlns:a16="http://schemas.microsoft.com/office/drawing/2014/main" id="{EDA301D6-881C-357A-B22A-2D6124B4C9C5}"/>
              </a:ext>
            </a:extLst>
          </p:cNvPr>
          <p:cNvSpPr/>
          <p:nvPr/>
        </p:nvSpPr>
        <p:spPr>
          <a:xfrm>
            <a:off x="7687169" y="4560161"/>
            <a:ext cx="288000" cy="2880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2336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i="0" u="none" strike="noStrike" cap="none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b="1" i="0" u="none" strike="noStrike" cap="none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" name="Google Shape;195;p6">
            <a:extLst>
              <a:ext uri="{FF2B5EF4-FFF2-40B4-BE49-F238E27FC236}">
                <a16:creationId xmlns:a16="http://schemas.microsoft.com/office/drawing/2014/main" id="{154BBD2F-4196-50E8-0EAB-FD4C759C208F}"/>
              </a:ext>
            </a:extLst>
          </p:cNvPr>
          <p:cNvSpPr/>
          <p:nvPr/>
        </p:nvSpPr>
        <p:spPr>
          <a:xfrm>
            <a:off x="8025290" y="4545703"/>
            <a:ext cx="4042277" cy="331049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rgbClr val="EDF0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3982E3"/>
                </a:solidFill>
                <a:latin typeface="Open Sans"/>
                <a:ea typeface="Open Sans"/>
                <a:cs typeface="Open Sans"/>
                <a:sym typeface="Open Sans"/>
              </a:rPr>
              <a:t>Music </a:t>
            </a:r>
            <a:r>
              <a:rPr lang="en-US" sz="1600" b="1" i="0" u="none" strike="noStrike" cap="none" dirty="0" err="1">
                <a:solidFill>
                  <a:srgbClr val="3982E3"/>
                </a:solidFill>
                <a:latin typeface="Open Sans"/>
                <a:ea typeface="Open Sans"/>
                <a:cs typeface="Open Sans"/>
                <a:sym typeface="Open Sans"/>
              </a:rPr>
              <a:t>yg</a:t>
            </a:r>
            <a:r>
              <a:rPr lang="en-US" sz="1600" b="1" i="0" u="none" strike="noStrike" cap="none" dirty="0">
                <a:solidFill>
                  <a:srgbClr val="3982E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3982E3"/>
                </a:solidFill>
                <a:latin typeface="Open Sans"/>
                <a:ea typeface="Open Sans"/>
                <a:cs typeface="Open Sans"/>
                <a:sym typeface="Open Sans"/>
              </a:rPr>
              <a:t>sering</a:t>
            </a:r>
            <a:r>
              <a:rPr lang="en-US" sz="1600" b="1" i="0" u="none" strike="noStrike" cap="none" dirty="0">
                <a:solidFill>
                  <a:srgbClr val="3982E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3982E3"/>
                </a:solidFill>
                <a:latin typeface="Open Sans"/>
                <a:ea typeface="Open Sans"/>
                <a:cs typeface="Open Sans"/>
                <a:sym typeface="Open Sans"/>
              </a:rPr>
              <a:t>dipilih</a:t>
            </a:r>
            <a:endParaRPr sz="2000" b="1" i="0" u="none" strike="noStrike" cap="none" dirty="0">
              <a:solidFill>
                <a:srgbClr val="3982E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" name="Google Shape;194;p6">
            <a:extLst>
              <a:ext uri="{FF2B5EF4-FFF2-40B4-BE49-F238E27FC236}">
                <a16:creationId xmlns:a16="http://schemas.microsoft.com/office/drawing/2014/main" id="{DB8385E0-0BAA-374D-2420-5EDCE913686C}"/>
              </a:ext>
            </a:extLst>
          </p:cNvPr>
          <p:cNvSpPr/>
          <p:nvPr/>
        </p:nvSpPr>
        <p:spPr>
          <a:xfrm>
            <a:off x="7692088" y="4958370"/>
            <a:ext cx="288000" cy="2880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2336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endParaRPr b="1" i="0" u="none" strike="noStrike" cap="none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" name="Google Shape;195;p6">
            <a:extLst>
              <a:ext uri="{FF2B5EF4-FFF2-40B4-BE49-F238E27FC236}">
                <a16:creationId xmlns:a16="http://schemas.microsoft.com/office/drawing/2014/main" id="{9C6C77B7-E9CA-3EA9-3089-A2F4A997E67F}"/>
              </a:ext>
            </a:extLst>
          </p:cNvPr>
          <p:cNvSpPr/>
          <p:nvPr/>
        </p:nvSpPr>
        <p:spPr>
          <a:xfrm>
            <a:off x="8030209" y="4943912"/>
            <a:ext cx="4042277" cy="331049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rgbClr val="EDF0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3982E3"/>
                </a:solidFill>
                <a:latin typeface="Open Sans"/>
                <a:ea typeface="Open Sans"/>
                <a:cs typeface="Open Sans"/>
                <a:sym typeface="Open Sans"/>
              </a:rPr>
              <a:t>Game online yang </a:t>
            </a:r>
            <a:r>
              <a:rPr lang="en-US" sz="1600" b="1" i="0" u="none" strike="noStrike" cap="none" dirty="0" err="1">
                <a:solidFill>
                  <a:srgbClr val="3982E3"/>
                </a:solidFill>
                <a:latin typeface="Open Sans"/>
                <a:ea typeface="Open Sans"/>
                <a:cs typeface="Open Sans"/>
                <a:sym typeface="Open Sans"/>
              </a:rPr>
              <a:t>sering</a:t>
            </a:r>
            <a:r>
              <a:rPr lang="en-US" sz="1600" b="1" i="0" u="none" strike="noStrike" cap="none" dirty="0">
                <a:solidFill>
                  <a:srgbClr val="3982E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3982E3"/>
                </a:solidFill>
                <a:latin typeface="Open Sans"/>
                <a:ea typeface="Open Sans"/>
                <a:cs typeface="Open Sans"/>
                <a:sym typeface="Open Sans"/>
              </a:rPr>
              <a:t>dimainkan</a:t>
            </a:r>
            <a:endParaRPr sz="2000" b="1" i="0" u="none" strike="noStrike" cap="none" dirty="0">
              <a:solidFill>
                <a:srgbClr val="3982E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" name="Google Shape;194;p6">
            <a:extLst>
              <a:ext uri="{FF2B5EF4-FFF2-40B4-BE49-F238E27FC236}">
                <a16:creationId xmlns:a16="http://schemas.microsoft.com/office/drawing/2014/main" id="{9995E60B-8EB1-9070-7B2E-83A827422186}"/>
              </a:ext>
            </a:extLst>
          </p:cNvPr>
          <p:cNvSpPr/>
          <p:nvPr/>
        </p:nvSpPr>
        <p:spPr>
          <a:xfrm>
            <a:off x="7706837" y="5346747"/>
            <a:ext cx="288000" cy="2880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2336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i="0" u="none" strike="noStrike" cap="none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  <a:endParaRPr b="1" i="0" u="none" strike="noStrike" cap="none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" name="Google Shape;195;p6">
            <a:extLst>
              <a:ext uri="{FF2B5EF4-FFF2-40B4-BE49-F238E27FC236}">
                <a16:creationId xmlns:a16="http://schemas.microsoft.com/office/drawing/2014/main" id="{0C555F36-7FDB-47AB-2B9C-E2534BE3389A}"/>
              </a:ext>
            </a:extLst>
          </p:cNvPr>
          <p:cNvSpPr/>
          <p:nvPr/>
        </p:nvSpPr>
        <p:spPr>
          <a:xfrm>
            <a:off x="8044958" y="5332289"/>
            <a:ext cx="4042277" cy="331049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rgbClr val="EDF0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b="1" i="0" u="none" strike="noStrike" cap="none" dirty="0" err="1">
                <a:solidFill>
                  <a:srgbClr val="3982E3"/>
                </a:solidFill>
                <a:latin typeface="Open Sans"/>
                <a:ea typeface="Open Sans"/>
                <a:cs typeface="Open Sans"/>
                <a:sym typeface="Open Sans"/>
              </a:rPr>
              <a:t>Jenis</a:t>
            </a:r>
            <a:r>
              <a:rPr lang="en-US" sz="1600" b="1" i="0" u="none" strike="noStrike" cap="none" dirty="0">
                <a:solidFill>
                  <a:srgbClr val="3982E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3982E3"/>
                </a:solidFill>
                <a:latin typeface="Open Sans"/>
                <a:ea typeface="Open Sans"/>
                <a:cs typeface="Open Sans"/>
                <a:sym typeface="Open Sans"/>
              </a:rPr>
              <a:t>postingan</a:t>
            </a:r>
            <a:r>
              <a:rPr lang="en-US" sz="1600" b="1" i="0" u="none" strike="noStrike" cap="none" dirty="0">
                <a:solidFill>
                  <a:srgbClr val="3982E3"/>
                </a:solidFill>
                <a:latin typeface="Open Sans"/>
                <a:ea typeface="Open Sans"/>
                <a:cs typeface="Open Sans"/>
                <a:sym typeface="Open Sans"/>
              </a:rPr>
              <a:t> yang </a:t>
            </a:r>
            <a:r>
              <a:rPr lang="en-US" sz="1600" b="1" i="0" u="none" strike="noStrike" cap="none" dirty="0" err="1">
                <a:solidFill>
                  <a:srgbClr val="3982E3"/>
                </a:solidFill>
                <a:latin typeface="Open Sans"/>
                <a:ea typeface="Open Sans"/>
                <a:cs typeface="Open Sans"/>
                <a:sym typeface="Open Sans"/>
              </a:rPr>
              <a:t>sering</a:t>
            </a:r>
            <a:r>
              <a:rPr lang="en-US" sz="1600" b="1" i="0" u="none" strike="noStrike" cap="none" dirty="0">
                <a:solidFill>
                  <a:srgbClr val="3982E3"/>
                </a:solidFill>
                <a:latin typeface="Open Sans"/>
                <a:ea typeface="Open Sans"/>
                <a:cs typeface="Open Sans"/>
                <a:sym typeface="Open Sans"/>
              </a:rPr>
              <a:t> di like</a:t>
            </a:r>
            <a:endParaRPr sz="2000" b="1" i="0" u="none" strike="noStrike" cap="none" dirty="0">
              <a:solidFill>
                <a:srgbClr val="3982E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" name="Google Shape;194;p6">
            <a:extLst>
              <a:ext uri="{FF2B5EF4-FFF2-40B4-BE49-F238E27FC236}">
                <a16:creationId xmlns:a16="http://schemas.microsoft.com/office/drawing/2014/main" id="{130A86F3-FA4D-E14E-75DA-8055BCC929B2}"/>
              </a:ext>
            </a:extLst>
          </p:cNvPr>
          <p:cNvSpPr/>
          <p:nvPr/>
        </p:nvSpPr>
        <p:spPr>
          <a:xfrm>
            <a:off x="7701920" y="5744955"/>
            <a:ext cx="288000" cy="2880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2336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200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  <a:r>
              <a:rPr lang="en-US" sz="1000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\</a:t>
            </a:r>
            <a:endParaRPr lang="en-US" sz="1200" b="1" i="0" u="none" strike="noStrike" cap="none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" name="Google Shape;195;p6">
            <a:extLst>
              <a:ext uri="{FF2B5EF4-FFF2-40B4-BE49-F238E27FC236}">
                <a16:creationId xmlns:a16="http://schemas.microsoft.com/office/drawing/2014/main" id="{9A1CA1A6-99FA-D43D-43FC-9EF9D958A07E}"/>
              </a:ext>
            </a:extLst>
          </p:cNvPr>
          <p:cNvSpPr/>
          <p:nvPr/>
        </p:nvSpPr>
        <p:spPr>
          <a:xfrm>
            <a:off x="8040041" y="5730497"/>
            <a:ext cx="4042277" cy="331049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rgbClr val="EDF0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3982E3"/>
                </a:solidFill>
                <a:latin typeface="Open Sans"/>
                <a:ea typeface="Open Sans"/>
                <a:cs typeface="Open Sans"/>
                <a:sym typeface="Open Sans"/>
              </a:rPr>
              <a:t>Circle yang </a:t>
            </a:r>
            <a:r>
              <a:rPr lang="en-US" sz="1600" b="1" i="0" u="none" strike="noStrike" cap="none" dirty="0" err="1">
                <a:solidFill>
                  <a:srgbClr val="3982E3"/>
                </a:solidFill>
                <a:latin typeface="Open Sans"/>
                <a:ea typeface="Open Sans"/>
                <a:cs typeface="Open Sans"/>
                <a:sym typeface="Open Sans"/>
              </a:rPr>
              <a:t>sering</a:t>
            </a:r>
            <a:r>
              <a:rPr lang="en-US" sz="1600" b="1" i="0" u="none" strike="noStrike" cap="none" dirty="0">
                <a:solidFill>
                  <a:srgbClr val="3982E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3982E3"/>
                </a:solidFill>
                <a:latin typeface="Open Sans"/>
                <a:ea typeface="Open Sans"/>
                <a:cs typeface="Open Sans"/>
                <a:sym typeface="Open Sans"/>
              </a:rPr>
              <a:t>berkolaborasi</a:t>
            </a:r>
            <a:endParaRPr sz="2000" b="1" i="0" u="none" strike="noStrike" cap="none" dirty="0">
              <a:solidFill>
                <a:srgbClr val="3982E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" name="Google Shape;192;p6">
            <a:extLst>
              <a:ext uri="{FF2B5EF4-FFF2-40B4-BE49-F238E27FC236}">
                <a16:creationId xmlns:a16="http://schemas.microsoft.com/office/drawing/2014/main" id="{D389EE75-B70E-5E08-9345-F759D26D3415}"/>
              </a:ext>
            </a:extLst>
          </p:cNvPr>
          <p:cNvSpPr txBox="1"/>
          <p:nvPr/>
        </p:nvSpPr>
        <p:spPr>
          <a:xfrm>
            <a:off x="616886" y="3024917"/>
            <a:ext cx="677677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Hasil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perekaman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dapat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DILACAK DAN DIANALISA,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digunakan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utk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mendapatkn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GAMBARAN PROFILE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tentang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identitas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Netizen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sesuai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lokasi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,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kelompok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social,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prilaku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dan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minat</a:t>
            </a:r>
            <a:endParaRPr lang="id-ID" sz="2000" i="0" dirty="0">
              <a:solidFill>
                <a:schemeClr val="accent1">
                  <a:lumMod val="7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sp>
        <p:nvSpPr>
          <p:cNvPr id="26" name="Google Shape;192;p6">
            <a:extLst>
              <a:ext uri="{FF2B5EF4-FFF2-40B4-BE49-F238E27FC236}">
                <a16:creationId xmlns:a16="http://schemas.microsoft.com/office/drawing/2014/main" id="{A2E24FFA-01DB-C2E9-AF55-8F4210D4ED8A}"/>
              </a:ext>
            </a:extLst>
          </p:cNvPr>
          <p:cNvSpPr txBox="1"/>
          <p:nvPr/>
        </p:nvSpPr>
        <p:spPr>
          <a:xfrm>
            <a:off x="639532" y="4153774"/>
            <a:ext cx="677677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Pemanfaatan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positif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atas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Analisa data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Rekam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Jejak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Netizen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misalnya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membantu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percepatan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pencarian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data dan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informasi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berdasarkan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kebiasaan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netizen</a:t>
            </a:r>
            <a:endParaRPr lang="id-ID" sz="2000" i="0" dirty="0">
              <a:solidFill>
                <a:schemeClr val="accent1">
                  <a:lumMod val="7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sp>
        <p:nvSpPr>
          <p:cNvPr id="27" name="Google Shape;192;p6">
            <a:extLst>
              <a:ext uri="{FF2B5EF4-FFF2-40B4-BE49-F238E27FC236}">
                <a16:creationId xmlns:a16="http://schemas.microsoft.com/office/drawing/2014/main" id="{DC979030-F323-BBFC-86BC-5BE72BF5D7A6}"/>
              </a:ext>
            </a:extLst>
          </p:cNvPr>
          <p:cNvSpPr txBox="1"/>
          <p:nvPr/>
        </p:nvSpPr>
        <p:spPr>
          <a:xfrm>
            <a:off x="639532" y="5279118"/>
            <a:ext cx="6883472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Pemanfaatan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Negatif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atas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Analisa data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Rekam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Jejak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Netizen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misalnya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Pemerasan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,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Penipuan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bahkan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Pencemaran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 Nama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baik</a:t>
            </a:r>
            <a:endParaRPr lang="id-ID" sz="2000" i="0" dirty="0">
              <a:solidFill>
                <a:schemeClr val="accent1">
                  <a:lumMod val="7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031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8CC0E-9105-130A-2966-3EBF01270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D63136FF-952C-FC01-B8F3-04128719F2D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80132" y="280819"/>
            <a:ext cx="1689834" cy="342178"/>
          </a:xfrm>
          <a:prstGeom prst="rect">
            <a:avLst/>
          </a:prstGeom>
        </p:spPr>
      </p:pic>
      <p:sp>
        <p:nvSpPr>
          <p:cNvPr id="28" name="Google Shape;191;p6">
            <a:extLst>
              <a:ext uri="{FF2B5EF4-FFF2-40B4-BE49-F238E27FC236}">
                <a16:creationId xmlns:a16="http://schemas.microsoft.com/office/drawing/2014/main" id="{7995A5A1-D02A-2CCC-D4D7-C7C5480E540C}"/>
              </a:ext>
            </a:extLst>
          </p:cNvPr>
          <p:cNvSpPr txBox="1"/>
          <p:nvPr/>
        </p:nvSpPr>
        <p:spPr>
          <a:xfrm>
            <a:off x="561815" y="348991"/>
            <a:ext cx="6885772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3982E3"/>
                </a:solidFill>
                <a:latin typeface="Fira Sans Black" panose="020B0A03050000020004" pitchFamily="34" charset="0"/>
                <a:ea typeface="Open Sans"/>
                <a:cs typeface="Open Sans"/>
                <a:sym typeface="Open Sans"/>
              </a:rPr>
              <a:t>DAMPAK NEGATIF</a:t>
            </a:r>
            <a:r>
              <a:rPr lang="id-ID" sz="2400" b="1" i="0" u="none" strike="noStrike" cap="none" dirty="0">
                <a:solidFill>
                  <a:srgbClr val="3982E3"/>
                </a:solidFill>
                <a:latin typeface="Fira Sans Black" panose="020B0A03050000020004" pitchFamily="34" charset="0"/>
                <a:ea typeface="Open Sans"/>
                <a:cs typeface="Open Sans"/>
                <a:sym typeface="Open Sans"/>
              </a:rPr>
              <a:t> </a:t>
            </a:r>
            <a:r>
              <a:rPr lang="en-US" sz="4000" b="1" i="0" u="none" strike="noStrike" cap="none" dirty="0">
                <a:solidFill>
                  <a:srgbClr val="23366E"/>
                </a:solidFill>
                <a:latin typeface="Fira Sans Black" panose="020B0A03050000020004" pitchFamily="34" charset="0"/>
                <a:ea typeface="Open Sans"/>
                <a:cs typeface="Open Sans"/>
                <a:sym typeface="Open Sans"/>
              </a:rPr>
              <a:t>JEJAK DIGITAL</a:t>
            </a:r>
            <a:endParaRPr sz="2400" b="0" i="0" u="none" strike="noStrike" cap="none" dirty="0">
              <a:solidFill>
                <a:srgbClr val="23366E"/>
              </a:solidFill>
              <a:latin typeface="Fira Sans Black" panose="020B0A03050000020004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29" name="Google Shape;194;p6">
            <a:extLst>
              <a:ext uri="{FF2B5EF4-FFF2-40B4-BE49-F238E27FC236}">
                <a16:creationId xmlns:a16="http://schemas.microsoft.com/office/drawing/2014/main" id="{C7D96CFB-2EBD-DF6F-D2C5-D8EEC6043E17}"/>
              </a:ext>
            </a:extLst>
          </p:cNvPr>
          <p:cNvSpPr/>
          <p:nvPr/>
        </p:nvSpPr>
        <p:spPr>
          <a:xfrm>
            <a:off x="561815" y="1154786"/>
            <a:ext cx="288000" cy="2880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" name="Google Shape;195;p6">
            <a:extLst>
              <a:ext uri="{FF2B5EF4-FFF2-40B4-BE49-F238E27FC236}">
                <a16:creationId xmlns:a16="http://schemas.microsoft.com/office/drawing/2014/main" id="{ECED6DE3-EF64-841E-7C0E-79217249C211}"/>
              </a:ext>
            </a:extLst>
          </p:cNvPr>
          <p:cNvSpPr/>
          <p:nvPr/>
        </p:nvSpPr>
        <p:spPr>
          <a:xfrm>
            <a:off x="899936" y="1091169"/>
            <a:ext cx="10641522" cy="615554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rgbClr val="EDF0F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Terkuaknya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sejarah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lampau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yang </a:t>
            </a: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merugikan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catatan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Langkah posting yang </a:t>
            </a: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tidak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bijak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di </a:t>
            </a: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masalalu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dan </a:t>
            </a: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akan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membawa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dampak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sangat negative pada masa </a:t>
            </a: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depan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Netizen</a:t>
            </a:r>
            <a:endParaRPr sz="2000" b="1" i="0" u="none" strike="noStrike" cap="none" dirty="0">
              <a:solidFill>
                <a:srgbClr val="2336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" name="Google Shape;194;p6">
            <a:extLst>
              <a:ext uri="{FF2B5EF4-FFF2-40B4-BE49-F238E27FC236}">
                <a16:creationId xmlns:a16="http://schemas.microsoft.com/office/drawing/2014/main" id="{EA4A8F68-D9A4-2B2F-D396-B192E11F9757}"/>
              </a:ext>
            </a:extLst>
          </p:cNvPr>
          <p:cNvSpPr/>
          <p:nvPr/>
        </p:nvSpPr>
        <p:spPr>
          <a:xfrm>
            <a:off x="561815" y="1820425"/>
            <a:ext cx="288000" cy="2880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i="0" u="none" strike="noStrike" cap="none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" name="Google Shape;195;p6">
            <a:extLst>
              <a:ext uri="{FF2B5EF4-FFF2-40B4-BE49-F238E27FC236}">
                <a16:creationId xmlns:a16="http://schemas.microsoft.com/office/drawing/2014/main" id="{9A117843-E171-21BB-BE5B-41112EFFCA57}"/>
              </a:ext>
            </a:extLst>
          </p:cNvPr>
          <p:cNvSpPr/>
          <p:nvPr/>
        </p:nvSpPr>
        <p:spPr>
          <a:xfrm>
            <a:off x="899935" y="1707648"/>
            <a:ext cx="10641521" cy="1323825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rgbClr val="EDF0F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Kemunculan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rekam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jejak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lalu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salahsatunya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disebabkan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karena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terjadinya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pembobolan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identitas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digital, </a:t>
            </a: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jika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hal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ini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terjadi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maka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akan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menimbulkan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hal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yang sangat </a:t>
            </a: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serius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: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Penguasaan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akun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digital, </a:t>
            </a: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penggantian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akses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ke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social media, </a:t>
            </a: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beraktifitas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seolah-olah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sebagai</a:t>
            </a:r>
            <a:r>
              <a:rPr lang="en-US" sz="1600" b="1" i="0" u="none" strike="noStrike" cap="none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kita</a:t>
            </a:r>
            <a:endParaRPr lang="en-US" sz="1600" b="1" i="0" u="none" strike="noStrike" cap="none" dirty="0">
              <a:solidFill>
                <a:srgbClr val="23366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Penguasaan</a:t>
            </a:r>
            <a:r>
              <a:rPr lang="en-US" sz="1600" b="1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asset digital, </a:t>
            </a:r>
            <a:r>
              <a:rPr lang="en-US" sz="1600" b="1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diikuti</a:t>
            </a:r>
            <a:r>
              <a:rPr lang="en-US" sz="1600" b="1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dengan</a:t>
            </a:r>
            <a:r>
              <a:rPr lang="en-US" sz="1600" b="1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penggantian</a:t>
            </a:r>
            <a:r>
              <a:rPr lang="en-US" sz="1600" b="1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password/</a:t>
            </a:r>
            <a:r>
              <a:rPr lang="en-US" sz="1600" b="1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PINberdampak</a:t>
            </a:r>
            <a:r>
              <a:rPr lang="en-US" sz="1600" b="1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pengurasan</a:t>
            </a:r>
            <a:r>
              <a:rPr lang="en-US" sz="1600" b="1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saldo</a:t>
            </a:r>
            <a:r>
              <a:rPr lang="en-US" sz="1600" b="1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wallet, </a:t>
            </a:r>
            <a:r>
              <a:rPr lang="en-US" sz="1600" b="1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saldo</a:t>
            </a:r>
            <a:r>
              <a:rPr lang="en-US" sz="1600" b="1" dirty="0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dirty="0" err="1">
                <a:solidFill>
                  <a:srgbClr val="23366E"/>
                </a:solidFill>
                <a:latin typeface="Open Sans"/>
                <a:ea typeface="Open Sans"/>
                <a:cs typeface="Open Sans"/>
                <a:sym typeface="Open Sans"/>
              </a:rPr>
              <a:t>rekening</a:t>
            </a:r>
            <a:endParaRPr sz="1600" b="1" i="0" u="none" strike="noStrike" cap="none" dirty="0">
              <a:solidFill>
                <a:srgbClr val="2336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" name="Google Shape;191;p6">
            <a:extLst>
              <a:ext uri="{FF2B5EF4-FFF2-40B4-BE49-F238E27FC236}">
                <a16:creationId xmlns:a16="http://schemas.microsoft.com/office/drawing/2014/main" id="{EFCEAA3D-8071-52DC-E461-198DEAF54EB8}"/>
              </a:ext>
            </a:extLst>
          </p:cNvPr>
          <p:cNvSpPr txBox="1"/>
          <p:nvPr/>
        </p:nvSpPr>
        <p:spPr>
          <a:xfrm>
            <a:off x="2997638" y="3236334"/>
            <a:ext cx="577408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3982E3"/>
                </a:solidFill>
                <a:latin typeface="Fira Sans Black" panose="020B0A03050000020004" pitchFamily="34" charset="0"/>
                <a:ea typeface="Open Sans"/>
                <a:cs typeface="Open Sans"/>
                <a:sym typeface="Open Sans"/>
              </a:rPr>
              <a:t>MENJAGA</a:t>
            </a:r>
            <a:r>
              <a:rPr lang="en-US" sz="2400" b="1" i="0" u="none" strike="noStrike" cap="none" dirty="0">
                <a:solidFill>
                  <a:srgbClr val="4472C4"/>
                </a:solidFill>
                <a:latin typeface="Fira Sans Black" panose="020B0A03050000020004" pitchFamily="34" charset="0"/>
                <a:ea typeface="Open Sans"/>
                <a:cs typeface="Open Sans"/>
                <a:sym typeface="Open Sans"/>
              </a:rPr>
              <a:t> </a:t>
            </a:r>
            <a:r>
              <a:rPr lang="en-US" sz="2400" b="1" i="0" u="none" strike="noStrike" cap="none" dirty="0">
                <a:solidFill>
                  <a:srgbClr val="23366E"/>
                </a:solidFill>
                <a:latin typeface="Fira Sans Black" panose="020B0A03050000020004" pitchFamily="34" charset="0"/>
                <a:ea typeface="Open Sans"/>
                <a:cs typeface="Open Sans"/>
                <a:sym typeface="Open Sans"/>
              </a:rPr>
              <a:t>JEJAK DIGITAL</a:t>
            </a:r>
            <a:endParaRPr sz="2400" b="0" i="0" u="none" strike="noStrike" cap="none" dirty="0">
              <a:solidFill>
                <a:srgbClr val="23366E"/>
              </a:solidFill>
              <a:latin typeface="Fira Sans Black" panose="020B0A03050000020004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34" name="Google Shape;194;p6">
            <a:extLst>
              <a:ext uri="{FF2B5EF4-FFF2-40B4-BE49-F238E27FC236}">
                <a16:creationId xmlns:a16="http://schemas.microsoft.com/office/drawing/2014/main" id="{CA59942C-862F-47E1-C73B-0522016D0614}"/>
              </a:ext>
            </a:extLst>
          </p:cNvPr>
          <p:cNvSpPr/>
          <p:nvPr/>
        </p:nvSpPr>
        <p:spPr>
          <a:xfrm>
            <a:off x="2997638" y="3872071"/>
            <a:ext cx="288000" cy="2880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" name="Google Shape;195;p6">
            <a:extLst>
              <a:ext uri="{FF2B5EF4-FFF2-40B4-BE49-F238E27FC236}">
                <a16:creationId xmlns:a16="http://schemas.microsoft.com/office/drawing/2014/main" id="{A673A3DC-BA61-D80E-1385-B21BF1DF8820}"/>
              </a:ext>
            </a:extLst>
          </p:cNvPr>
          <p:cNvSpPr/>
          <p:nvPr/>
        </p:nvSpPr>
        <p:spPr>
          <a:xfrm>
            <a:off x="3325927" y="3857613"/>
            <a:ext cx="8254856" cy="331049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rgbClr val="EDF0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Gunakan</a:t>
            </a:r>
            <a:r>
              <a:rPr lang="en-US" sz="160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Password yang </a:t>
            </a:r>
            <a:r>
              <a:rPr lang="en-US" sz="160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kuat</a:t>
            </a:r>
            <a:r>
              <a:rPr lang="en-US" sz="160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60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selalu</a:t>
            </a:r>
            <a:r>
              <a:rPr lang="en-US" sz="160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ganti</a:t>
            </a:r>
            <a:r>
              <a:rPr lang="en-US" sz="160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secara</a:t>
            </a:r>
            <a:r>
              <a:rPr lang="en-US" sz="160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berkala</a:t>
            </a:r>
            <a:endParaRPr sz="200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" name="Google Shape;194;p6">
            <a:extLst>
              <a:ext uri="{FF2B5EF4-FFF2-40B4-BE49-F238E27FC236}">
                <a16:creationId xmlns:a16="http://schemas.microsoft.com/office/drawing/2014/main" id="{D27FDBA5-8ABF-BC7B-416E-4F80E5AB7F0A}"/>
              </a:ext>
            </a:extLst>
          </p:cNvPr>
          <p:cNvSpPr/>
          <p:nvPr/>
        </p:nvSpPr>
        <p:spPr>
          <a:xfrm>
            <a:off x="2997638" y="4240782"/>
            <a:ext cx="288000" cy="2880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i="0" u="none" strike="noStrike" cap="none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" name="Google Shape;195;p6">
            <a:extLst>
              <a:ext uri="{FF2B5EF4-FFF2-40B4-BE49-F238E27FC236}">
                <a16:creationId xmlns:a16="http://schemas.microsoft.com/office/drawing/2014/main" id="{5C0A04D6-F000-35CA-C80D-42ED9AB85DC9}"/>
              </a:ext>
            </a:extLst>
          </p:cNvPr>
          <p:cNvSpPr/>
          <p:nvPr/>
        </p:nvSpPr>
        <p:spPr>
          <a:xfrm>
            <a:off x="3330846" y="4226324"/>
            <a:ext cx="8254856" cy="331049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rgbClr val="EDF0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Jangan</a:t>
            </a:r>
            <a:r>
              <a:rPr lang="en-US" sz="160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sebar</a:t>
            </a:r>
            <a:r>
              <a:rPr lang="en-US" sz="160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identitas</a:t>
            </a:r>
            <a:r>
              <a:rPr lang="en-US" sz="160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pribadi</a:t>
            </a:r>
            <a:r>
              <a:rPr lang="en-US" sz="160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termasuk</a:t>
            </a:r>
            <a:r>
              <a:rPr lang="en-US" sz="160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share </a:t>
            </a:r>
            <a:r>
              <a:rPr lang="en-US" sz="160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lokasi</a:t>
            </a:r>
            <a:endParaRPr sz="200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" name="Google Shape;194;p6">
            <a:extLst>
              <a:ext uri="{FF2B5EF4-FFF2-40B4-BE49-F238E27FC236}">
                <a16:creationId xmlns:a16="http://schemas.microsoft.com/office/drawing/2014/main" id="{AB775956-3824-C521-5D3B-2814EF058B7D}"/>
              </a:ext>
            </a:extLst>
          </p:cNvPr>
          <p:cNvSpPr/>
          <p:nvPr/>
        </p:nvSpPr>
        <p:spPr>
          <a:xfrm>
            <a:off x="2997638" y="4594746"/>
            <a:ext cx="288000" cy="2880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b="1" i="0" u="none" strike="noStrike" cap="none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" name="Google Shape;195;p6">
            <a:extLst>
              <a:ext uri="{FF2B5EF4-FFF2-40B4-BE49-F238E27FC236}">
                <a16:creationId xmlns:a16="http://schemas.microsoft.com/office/drawing/2014/main" id="{56810212-34A5-B972-C4E3-3A51835092C0}"/>
              </a:ext>
            </a:extLst>
          </p:cNvPr>
          <p:cNvSpPr/>
          <p:nvPr/>
        </p:nvSpPr>
        <p:spPr>
          <a:xfrm>
            <a:off x="3340673" y="4580288"/>
            <a:ext cx="8254856" cy="331049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rgbClr val="EDF0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Pahami</a:t>
            </a:r>
            <a:r>
              <a:rPr lang="en-US" sz="160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pengamanan</a:t>
            </a:r>
            <a:r>
              <a:rPr lang="en-US" sz="160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identitas</a:t>
            </a:r>
            <a:r>
              <a:rPr lang="en-US" sz="160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digital dan </a:t>
            </a:r>
            <a:r>
              <a:rPr lang="en-US" sz="160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pengaturan</a:t>
            </a:r>
            <a:r>
              <a:rPr lang="en-US" sz="160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privasi</a:t>
            </a:r>
            <a:r>
              <a:rPr lang="en-US" sz="160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pada </a:t>
            </a:r>
            <a:r>
              <a:rPr lang="en-US" sz="160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perangkat</a:t>
            </a:r>
            <a:r>
              <a:rPr lang="en-US" sz="160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digital</a:t>
            </a:r>
            <a:endParaRPr sz="200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" name="Google Shape;194;p6">
            <a:extLst>
              <a:ext uri="{FF2B5EF4-FFF2-40B4-BE49-F238E27FC236}">
                <a16:creationId xmlns:a16="http://schemas.microsoft.com/office/drawing/2014/main" id="{A4EDB233-6AED-1AD1-898D-F8C790B85772}"/>
              </a:ext>
            </a:extLst>
          </p:cNvPr>
          <p:cNvSpPr/>
          <p:nvPr/>
        </p:nvSpPr>
        <p:spPr>
          <a:xfrm>
            <a:off x="2997638" y="4953623"/>
            <a:ext cx="288000" cy="2880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i="0" u="none" strike="noStrike" cap="none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b="1" i="0" u="none" strike="noStrike" cap="none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" name="Google Shape;195;p6">
            <a:extLst>
              <a:ext uri="{FF2B5EF4-FFF2-40B4-BE49-F238E27FC236}">
                <a16:creationId xmlns:a16="http://schemas.microsoft.com/office/drawing/2014/main" id="{54EA8492-8C1B-1A0C-7296-50AB31B07C52}"/>
              </a:ext>
            </a:extLst>
          </p:cNvPr>
          <p:cNvSpPr/>
          <p:nvPr/>
        </p:nvSpPr>
        <p:spPr>
          <a:xfrm>
            <a:off x="3345592" y="4939165"/>
            <a:ext cx="8254856" cy="331049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rgbClr val="EDF0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Perhatika</a:t>
            </a:r>
            <a:r>
              <a:rPr lang="en-US" sz="1600" dirty="0" err="1"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16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latin typeface="Open Sans"/>
                <a:ea typeface="Open Sans"/>
                <a:cs typeface="Open Sans"/>
                <a:sym typeface="Open Sans"/>
              </a:rPr>
              <a:t>tatakrama</a:t>
            </a:r>
            <a:r>
              <a:rPr lang="en-US" sz="16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latin typeface="Open Sans"/>
                <a:ea typeface="Open Sans"/>
                <a:cs typeface="Open Sans"/>
                <a:sym typeface="Open Sans"/>
              </a:rPr>
              <a:t>berinteraksi</a:t>
            </a:r>
            <a:r>
              <a:rPr lang="en-US" sz="1600" dirty="0"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600" dirty="0" err="1">
                <a:latin typeface="Open Sans"/>
                <a:ea typeface="Open Sans"/>
                <a:cs typeface="Open Sans"/>
                <a:sym typeface="Open Sans"/>
              </a:rPr>
              <a:t>tetep</a:t>
            </a:r>
            <a:r>
              <a:rPr lang="en-US" sz="16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latin typeface="Open Sans"/>
                <a:ea typeface="Open Sans"/>
                <a:cs typeface="Open Sans"/>
                <a:sym typeface="Open Sans"/>
              </a:rPr>
              <a:t>sebagai</a:t>
            </a:r>
            <a:r>
              <a:rPr lang="en-US" sz="1600" dirty="0">
                <a:latin typeface="Open Sans"/>
                <a:ea typeface="Open Sans"/>
                <a:cs typeface="Open Sans"/>
                <a:sym typeface="Open Sans"/>
              </a:rPr>
              <a:t> Netizen Indonesia</a:t>
            </a:r>
            <a:endParaRPr sz="200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" name="Google Shape;194;p6">
            <a:extLst>
              <a:ext uri="{FF2B5EF4-FFF2-40B4-BE49-F238E27FC236}">
                <a16:creationId xmlns:a16="http://schemas.microsoft.com/office/drawing/2014/main" id="{CBE0EEE8-5AAA-A59C-2938-A00C15B9CFE4}"/>
              </a:ext>
            </a:extLst>
          </p:cNvPr>
          <p:cNvSpPr/>
          <p:nvPr/>
        </p:nvSpPr>
        <p:spPr>
          <a:xfrm>
            <a:off x="2997638" y="5333773"/>
            <a:ext cx="288000" cy="2880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b="1" i="0" u="none" strike="noStrike" cap="none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" name="Google Shape;195;p6">
            <a:extLst>
              <a:ext uri="{FF2B5EF4-FFF2-40B4-BE49-F238E27FC236}">
                <a16:creationId xmlns:a16="http://schemas.microsoft.com/office/drawing/2014/main" id="{D8B5F145-4241-ADBD-7619-265E87F0C3BA}"/>
              </a:ext>
            </a:extLst>
          </p:cNvPr>
          <p:cNvSpPr/>
          <p:nvPr/>
        </p:nvSpPr>
        <p:spPr>
          <a:xfrm>
            <a:off x="3337692" y="5319315"/>
            <a:ext cx="8254856" cy="331049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rgbClr val="EDF0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Ciptakan</a:t>
            </a:r>
            <a:r>
              <a:rPr lang="en-US" sz="160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dan </a:t>
            </a:r>
            <a:r>
              <a:rPr lang="en-US" sz="160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sebar</a:t>
            </a:r>
            <a:r>
              <a:rPr lang="en-US" sz="160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konten-konten</a:t>
            </a:r>
            <a:r>
              <a:rPr lang="en-US" sz="160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positif</a:t>
            </a:r>
            <a:r>
              <a:rPr lang="en-US" sz="160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yang </a:t>
            </a:r>
            <a:r>
              <a:rPr lang="en-US" sz="160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mendukung</a:t>
            </a:r>
            <a:r>
              <a:rPr lang="en-US" sz="160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personal Branding</a:t>
            </a:r>
            <a:endParaRPr sz="200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" name="Google Shape;194;p6">
            <a:extLst>
              <a:ext uri="{FF2B5EF4-FFF2-40B4-BE49-F238E27FC236}">
                <a16:creationId xmlns:a16="http://schemas.microsoft.com/office/drawing/2014/main" id="{31247447-1ADD-2157-A1CD-7E8FD442BC61}"/>
              </a:ext>
            </a:extLst>
          </p:cNvPr>
          <p:cNvSpPr/>
          <p:nvPr/>
        </p:nvSpPr>
        <p:spPr>
          <a:xfrm>
            <a:off x="2992723" y="5731975"/>
            <a:ext cx="288000" cy="2880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i="0" u="none" strike="noStrike" cap="none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b="1" i="0" u="none" strike="noStrike" cap="none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" name="Google Shape;195;p6">
            <a:extLst>
              <a:ext uri="{FF2B5EF4-FFF2-40B4-BE49-F238E27FC236}">
                <a16:creationId xmlns:a16="http://schemas.microsoft.com/office/drawing/2014/main" id="{69E1DFBA-F2E3-61CD-42D6-65707B0750B7}"/>
              </a:ext>
            </a:extLst>
          </p:cNvPr>
          <p:cNvSpPr/>
          <p:nvPr/>
        </p:nvSpPr>
        <p:spPr>
          <a:xfrm>
            <a:off x="3332777" y="5717517"/>
            <a:ext cx="8254856" cy="331049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rgbClr val="EDF0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Menghapus</a:t>
            </a:r>
            <a:r>
              <a:rPr lang="en-US" sz="160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akun</a:t>
            </a:r>
            <a:r>
              <a:rPr lang="en-US" sz="160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digital dan </a:t>
            </a:r>
            <a:r>
              <a:rPr lang="en-US" sz="160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aplikasi</a:t>
            </a:r>
            <a:r>
              <a:rPr lang="en-US" sz="160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yang </a:t>
            </a:r>
            <a:r>
              <a:rPr lang="en-US" sz="160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sudah</a:t>
            </a:r>
            <a:r>
              <a:rPr lang="en-US" sz="160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tidak</a:t>
            </a:r>
            <a:r>
              <a:rPr lang="en-US" sz="160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digunakan</a:t>
            </a:r>
            <a:endParaRPr sz="200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7" name="Picture 2" descr="4,908 Digital Footprint Images, Stock Photos &amp; Vectors | Shutterstock">
            <a:extLst>
              <a:ext uri="{FF2B5EF4-FFF2-40B4-BE49-F238E27FC236}">
                <a16:creationId xmlns:a16="http://schemas.microsoft.com/office/drawing/2014/main" id="{15A397EF-C09C-54EF-86DF-BB006EB03D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74" t="20498" r="14268" b="30369"/>
          <a:stretch/>
        </p:blipFill>
        <p:spPr bwMode="auto">
          <a:xfrm>
            <a:off x="459846" y="3424209"/>
            <a:ext cx="1939225" cy="1420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6621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5E2B9-8936-9FB0-15C9-70A164935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8369BFF1-B472-D9F9-6B95-E6254E56E30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80132" y="280819"/>
            <a:ext cx="1689834" cy="342178"/>
          </a:xfrm>
          <a:prstGeom prst="rect">
            <a:avLst/>
          </a:prstGeom>
        </p:spPr>
      </p:pic>
      <p:pic>
        <p:nvPicPr>
          <p:cNvPr id="2" name="Picture 2" descr="Potensi Bahaya Rekam Jejak Digital - WARTAEVENT.COM">
            <a:extLst>
              <a:ext uri="{FF2B5EF4-FFF2-40B4-BE49-F238E27FC236}">
                <a16:creationId xmlns:a16="http://schemas.microsoft.com/office/drawing/2014/main" id="{6092BCC5-C028-FBDA-DC07-EFD34AC2D9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371" b="99551" l="10000" r="90000">
                        <a14:foregroundMark x1="42375" y1="3371" x2="49250" y2="39551"/>
                        <a14:foregroundMark x1="49250" y1="39551" x2="49250" y2="49213"/>
                        <a14:foregroundMark x1="49250" y1="19775" x2="53500" y2="21573"/>
                        <a14:foregroundMark x1="52500" y1="16854" x2="53750" y2="23371"/>
                        <a14:foregroundMark x1="53000" y1="15506" x2="54000" y2="22022"/>
                        <a14:foregroundMark x1="46125" y1="18202" x2="52125" y2="15955"/>
                        <a14:foregroundMark x1="52125" y1="15955" x2="52250" y2="15955"/>
                        <a14:foregroundMark x1="48750" y1="18427" x2="49625" y2="23371"/>
                        <a14:foregroundMark x1="47625" y1="3820" x2="48125" y2="15506"/>
                        <a14:foregroundMark x1="48125" y1="15506" x2="48750" y2="13258"/>
                        <a14:foregroundMark x1="49000" y1="7191" x2="50500" y2="16629"/>
                        <a14:foregroundMark x1="50500" y1="16629" x2="50875" y2="17303"/>
                        <a14:foregroundMark x1="36875" y1="4045" x2="42125" y2="5618"/>
                        <a14:foregroundMark x1="39000" y1="63371" x2="33250" y2="99551"/>
                        <a14:foregroundMark x1="33250" y1="99551" x2="33250" y2="99551"/>
                        <a14:foregroundMark x1="49250" y1="15281" x2="54500" y2="22247"/>
                        <a14:foregroundMark x1="53250" y1="15281" x2="54125" y2="19775"/>
                        <a14:foregroundMark x1="54000" y1="16854" x2="54875" y2="21348"/>
                        <a14:foregroundMark x1="53125" y1="14831" x2="53625" y2="20899"/>
                        <a14:foregroundMark x1="54125" y1="16629" x2="54125" y2="23146"/>
                        <a14:foregroundMark x1="54125" y1="15955" x2="54250" y2="26292"/>
                        <a14:foregroundMark x1="54250" y1="26292" x2="54125" y2="260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6698" r="34567"/>
          <a:stretch/>
        </p:blipFill>
        <p:spPr bwMode="auto">
          <a:xfrm>
            <a:off x="220807" y="613088"/>
            <a:ext cx="3852262" cy="5532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D65473-E608-B197-DA16-A0A8157E34FB}"/>
              </a:ext>
            </a:extLst>
          </p:cNvPr>
          <p:cNvSpPr txBox="1"/>
          <p:nvPr/>
        </p:nvSpPr>
        <p:spPr>
          <a:xfrm>
            <a:off x="3336587" y="660648"/>
            <a:ext cx="78041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AMAN BERJEJARING, </a:t>
            </a:r>
          </a:p>
          <a:p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WASPADA DENGAN REKAM JEJAK</a:t>
            </a:r>
            <a:endParaRPr lang="en-ID" sz="3600" b="1" dirty="0">
              <a:solidFill>
                <a:schemeClr val="accent1">
                  <a:lumMod val="50000"/>
                </a:schemeClr>
              </a:solidFill>
              <a:latin typeface="Fira Sans Black" panose="020B0A030500000200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90E33B-950E-D463-E15B-EC7AD1A1159A}"/>
              </a:ext>
            </a:extLst>
          </p:cNvPr>
          <p:cNvSpPr txBox="1"/>
          <p:nvPr/>
        </p:nvSpPr>
        <p:spPr>
          <a:xfrm>
            <a:off x="4004158" y="1970244"/>
            <a:ext cx="78041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Tatakrama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berjejaring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 yang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akan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terekam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secara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otomatis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dengan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sengaja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ataupun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tidak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sengaja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akan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mempengaruhi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banyak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hal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64862C-E44B-2BA5-8BBA-15697D2CC817}"/>
              </a:ext>
            </a:extLst>
          </p:cNvPr>
          <p:cNvSpPr txBox="1"/>
          <p:nvPr/>
        </p:nvSpPr>
        <p:spPr>
          <a:xfrm>
            <a:off x="5390082" y="3418018"/>
            <a:ext cx="523252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Personal Brand Image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Citra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Individu</a:t>
            </a:r>
            <a:endParaRPr lang="en-US" sz="2400" b="1" dirty="0">
              <a:solidFill>
                <a:schemeClr val="accent1">
                  <a:lumMod val="50000"/>
                </a:schemeClr>
              </a:solidFill>
              <a:latin typeface="Fira Sans Black" panose="020B0A030500000200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Daily Story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Jebakan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Lingkaran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Jejaring</a:t>
            </a:r>
            <a:endParaRPr lang="en-US" sz="2400" b="1" dirty="0">
              <a:solidFill>
                <a:schemeClr val="accent1">
                  <a:lumMod val="50000"/>
                </a:schemeClr>
              </a:solidFill>
              <a:latin typeface="Fira Sans Black" panose="020B0A030500000200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Perubahan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Sikap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 &amp;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Prilaku</a:t>
            </a:r>
            <a:endParaRPr lang="en-US" sz="2400" b="1" dirty="0">
              <a:solidFill>
                <a:schemeClr val="accent1">
                  <a:lumMod val="50000"/>
                </a:schemeClr>
              </a:solidFill>
              <a:latin typeface="Fira Sans Black" panose="020B0A030500000200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Catatan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Histori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Perjalanan</a:t>
            </a:r>
            <a:endParaRPr lang="en-US" sz="2400" b="1" dirty="0">
              <a:solidFill>
                <a:schemeClr val="accent1">
                  <a:lumMod val="50000"/>
                </a:schemeClr>
              </a:solidFill>
              <a:latin typeface="Fira Sans Black" panose="020B0A030500000200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Catatan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Histori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aktifitas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lainnya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1">
                  <a:lumMod val="50000"/>
                </a:schemeClr>
              </a:solidFill>
              <a:latin typeface="Fira Sans Black" panose="020B0A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374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F18D0-7754-69B1-EF16-F24F66A83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7E8EDAC5-76C0-13B8-0C9B-5F845EB319C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80132" y="280819"/>
            <a:ext cx="1689834" cy="342178"/>
          </a:xfrm>
          <a:prstGeom prst="rect">
            <a:avLst/>
          </a:prstGeom>
        </p:spPr>
      </p:pic>
      <p:sp>
        <p:nvSpPr>
          <p:cNvPr id="2" name="Google Shape;230;p9">
            <a:extLst>
              <a:ext uri="{FF2B5EF4-FFF2-40B4-BE49-F238E27FC236}">
                <a16:creationId xmlns:a16="http://schemas.microsoft.com/office/drawing/2014/main" id="{46E71A33-2F1C-7FA8-2530-E5431F03DB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3704" y="938931"/>
            <a:ext cx="10515600" cy="849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</a:pPr>
            <a:r>
              <a:rPr lang="en-US" sz="4400" dirty="0">
                <a:solidFill>
                  <a:srgbClr val="123F7C"/>
                </a:solidFill>
                <a:latin typeface="Fira Sans Black" panose="020B0A03050000020004" pitchFamily="34" charset="0"/>
                <a:ea typeface="Open Sans"/>
                <a:cs typeface="Open Sans"/>
                <a:sym typeface="Open Sans"/>
              </a:rPr>
              <a:t>Tips</a:t>
            </a:r>
            <a:r>
              <a:rPr lang="en-US" sz="4400" dirty="0">
                <a:solidFill>
                  <a:schemeClr val="accent5">
                    <a:lumMod val="75000"/>
                  </a:schemeClr>
                </a:solidFill>
                <a:latin typeface="Fira Sans Black" panose="020B0A03050000020004" pitchFamily="34" charset="0"/>
                <a:ea typeface="Open Sans"/>
                <a:cs typeface="Open Sans"/>
                <a:sym typeface="Open Sans"/>
              </a:rPr>
              <a:t> </a:t>
            </a:r>
            <a:br>
              <a:rPr lang="en-US" sz="4400" dirty="0">
                <a:solidFill>
                  <a:schemeClr val="accent5">
                    <a:lumMod val="75000"/>
                  </a:schemeClr>
                </a:solidFill>
                <a:latin typeface="Fira Sans Black" panose="020B0A03050000020004" pitchFamily="34" charset="0"/>
                <a:ea typeface="Open Sans"/>
                <a:cs typeface="Open Sans"/>
                <a:sym typeface="Open Sans"/>
              </a:rPr>
            </a:br>
            <a:r>
              <a:rPr lang="en-US" sz="4400" dirty="0" err="1">
                <a:solidFill>
                  <a:srgbClr val="123F7C"/>
                </a:solidFill>
                <a:latin typeface="Fira Sans Black" panose="020B0A03050000020004" pitchFamily="34" charset="0"/>
                <a:ea typeface="Open Sans"/>
                <a:cs typeface="Open Sans"/>
                <a:sym typeface="Open Sans"/>
              </a:rPr>
              <a:t>Amankan</a:t>
            </a:r>
            <a:r>
              <a:rPr lang="en-US" sz="4400" dirty="0">
                <a:solidFill>
                  <a:srgbClr val="123F7C"/>
                </a:solidFill>
                <a:latin typeface="Fira Sans Black" panose="020B0A03050000020004" pitchFamily="34" charset="0"/>
                <a:ea typeface="Open Sans"/>
                <a:cs typeface="Open Sans"/>
                <a:sym typeface="Open Sans"/>
              </a:rPr>
              <a:t> Akun SOSMED</a:t>
            </a:r>
            <a:endParaRPr sz="4400" dirty="0">
              <a:solidFill>
                <a:srgbClr val="123F7C"/>
              </a:solidFill>
              <a:latin typeface="Fira Sans Black" panose="020B0A03050000020004" pitchFamily="34" charset="0"/>
            </a:endParaRPr>
          </a:p>
        </p:txBody>
      </p:sp>
      <p:sp>
        <p:nvSpPr>
          <p:cNvPr id="3" name="Google Shape;192;p6">
            <a:extLst>
              <a:ext uri="{FF2B5EF4-FFF2-40B4-BE49-F238E27FC236}">
                <a16:creationId xmlns:a16="http://schemas.microsoft.com/office/drawing/2014/main" id="{F0468B68-ACEE-F8D1-3A18-0F7E0FD5F06C}"/>
              </a:ext>
            </a:extLst>
          </p:cNvPr>
          <p:cNvSpPr txBox="1"/>
          <p:nvPr/>
        </p:nvSpPr>
        <p:spPr>
          <a:xfrm>
            <a:off x="544716" y="2174469"/>
            <a:ext cx="10654225" cy="406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200" b="1" dirty="0" err="1">
                <a:solidFill>
                  <a:srgbClr val="3982E3"/>
                </a:solidFill>
                <a:latin typeface="Fira Sans Black" panose="020B0A03050000020004" pitchFamily="34" charset="0"/>
              </a:rPr>
              <a:t>Bijak</a:t>
            </a:r>
            <a:r>
              <a:rPr lang="en-US" sz="2200" b="1" dirty="0">
                <a:solidFill>
                  <a:srgbClr val="3982E3"/>
                </a:solidFill>
                <a:latin typeface="Fira Sans Black" panose="020B0A03050000020004" pitchFamily="34" charset="0"/>
              </a:rPr>
              <a:t> </a:t>
            </a:r>
            <a:r>
              <a:rPr lang="en-US" sz="2200" b="1" dirty="0" err="1">
                <a:solidFill>
                  <a:srgbClr val="3982E3"/>
                </a:solidFill>
                <a:latin typeface="Fira Sans Black" panose="020B0A03050000020004" pitchFamily="34" charset="0"/>
              </a:rPr>
              <a:t>dalam</a:t>
            </a:r>
            <a:r>
              <a:rPr lang="en-US" sz="2200" b="1" dirty="0">
                <a:solidFill>
                  <a:srgbClr val="3982E3"/>
                </a:solidFill>
                <a:latin typeface="Fira Sans Black" panose="020B0A03050000020004" pitchFamily="34" charset="0"/>
              </a:rPr>
              <a:t> </a:t>
            </a:r>
            <a:r>
              <a:rPr lang="en-US" sz="2200" b="1" dirty="0" err="1">
                <a:solidFill>
                  <a:srgbClr val="3982E3"/>
                </a:solidFill>
                <a:latin typeface="Fira Sans Black" panose="020B0A03050000020004" pitchFamily="34" charset="0"/>
              </a:rPr>
              <a:t>serap</a:t>
            </a:r>
            <a:r>
              <a:rPr lang="en-US" sz="2200" b="1" dirty="0">
                <a:solidFill>
                  <a:srgbClr val="3982E3"/>
                </a:solidFill>
                <a:latin typeface="Fira Sans Black" panose="020B0A03050000020004" pitchFamily="34" charset="0"/>
              </a:rPr>
              <a:t>, </a:t>
            </a:r>
            <a:r>
              <a:rPr lang="en-US" sz="2200" b="1" dirty="0" err="1">
                <a:solidFill>
                  <a:srgbClr val="3982E3"/>
                </a:solidFill>
                <a:latin typeface="Fira Sans Black" panose="020B0A03050000020004" pitchFamily="34" charset="0"/>
              </a:rPr>
              <a:t>simpan</a:t>
            </a:r>
            <a:r>
              <a:rPr lang="en-US" sz="2200" b="1" dirty="0">
                <a:solidFill>
                  <a:srgbClr val="3982E3"/>
                </a:solidFill>
                <a:latin typeface="Fira Sans Black" panose="020B0A03050000020004" pitchFamily="34" charset="0"/>
              </a:rPr>
              <a:t>, </a:t>
            </a:r>
            <a:r>
              <a:rPr lang="en-US" sz="2200" b="1" dirty="0" err="1">
                <a:solidFill>
                  <a:srgbClr val="3982E3"/>
                </a:solidFill>
                <a:latin typeface="Fira Sans Black" panose="020B0A03050000020004" pitchFamily="34" charset="0"/>
              </a:rPr>
              <a:t>olah</a:t>
            </a:r>
            <a:r>
              <a:rPr lang="en-US" sz="2200" b="1" dirty="0">
                <a:solidFill>
                  <a:srgbClr val="3982E3"/>
                </a:solidFill>
                <a:latin typeface="Fira Sans Black" panose="020B0A03050000020004" pitchFamily="34" charset="0"/>
              </a:rPr>
              <a:t> dan </a:t>
            </a:r>
            <a:r>
              <a:rPr lang="en-US" sz="2200" b="1" dirty="0" err="1">
                <a:solidFill>
                  <a:srgbClr val="3982E3"/>
                </a:solidFill>
                <a:latin typeface="Fira Sans Black" panose="020B0A03050000020004" pitchFamily="34" charset="0"/>
              </a:rPr>
              <a:t>sebar</a:t>
            </a:r>
            <a:r>
              <a:rPr lang="en-US" sz="2200" b="1" dirty="0">
                <a:solidFill>
                  <a:srgbClr val="3982E3"/>
                </a:solidFill>
                <a:latin typeface="Fira Sans Black" panose="020B0A03050000020004" pitchFamily="34" charset="0"/>
              </a:rPr>
              <a:t> </a:t>
            </a:r>
            <a:r>
              <a:rPr lang="en-US" sz="2200" b="1" dirty="0" err="1">
                <a:solidFill>
                  <a:srgbClr val="3982E3"/>
                </a:solidFill>
                <a:latin typeface="Fira Sans Black" panose="020B0A03050000020004" pitchFamily="34" charset="0"/>
              </a:rPr>
              <a:t>Informasi</a:t>
            </a:r>
            <a:endParaRPr lang="en-US" sz="2200" b="1" dirty="0">
              <a:solidFill>
                <a:srgbClr val="3982E3"/>
              </a:solidFill>
              <a:latin typeface="Fira Sans Black" panose="020B0A03050000020004" pitchFamily="34" charset="0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200" b="1" dirty="0" err="1">
                <a:solidFill>
                  <a:srgbClr val="3982E3"/>
                </a:solidFill>
                <a:latin typeface="Fira Sans Black" panose="020B0A03050000020004" pitchFamily="34" charset="0"/>
              </a:rPr>
              <a:t>Selalu</a:t>
            </a:r>
            <a:r>
              <a:rPr lang="en-US" sz="2200" b="1" dirty="0">
                <a:solidFill>
                  <a:srgbClr val="3982E3"/>
                </a:solidFill>
                <a:latin typeface="Fira Sans Black" panose="020B0A03050000020004" pitchFamily="34" charset="0"/>
              </a:rPr>
              <a:t> </a:t>
            </a:r>
            <a:r>
              <a:rPr lang="en-US" sz="2200" b="1" dirty="0" err="1">
                <a:solidFill>
                  <a:srgbClr val="3982E3"/>
                </a:solidFill>
                <a:latin typeface="Fira Sans Black" panose="020B0A03050000020004" pitchFamily="34" charset="0"/>
              </a:rPr>
              <a:t>gunakan</a:t>
            </a:r>
            <a:r>
              <a:rPr lang="en-US" sz="2200" b="1" dirty="0">
                <a:solidFill>
                  <a:srgbClr val="3982E3"/>
                </a:solidFill>
                <a:latin typeface="Fira Sans Black" panose="020B0A03050000020004" pitchFamily="34" charset="0"/>
              </a:rPr>
              <a:t> password </a:t>
            </a:r>
            <a:r>
              <a:rPr lang="en-US" sz="2200" b="1" dirty="0" err="1">
                <a:solidFill>
                  <a:srgbClr val="3982E3"/>
                </a:solidFill>
                <a:latin typeface="Fira Sans Black" panose="020B0A03050000020004" pitchFamily="34" charset="0"/>
              </a:rPr>
              <a:t>dengan</a:t>
            </a:r>
            <a:r>
              <a:rPr lang="en-US" sz="2200" b="1" dirty="0">
                <a:solidFill>
                  <a:srgbClr val="3982E3"/>
                </a:solidFill>
                <a:latin typeface="Fira Sans Black" panose="020B0A03050000020004" pitchFamily="34" charset="0"/>
              </a:rPr>
              <a:t> </a:t>
            </a:r>
            <a:r>
              <a:rPr lang="en-US" sz="2200" b="1" dirty="0" err="1">
                <a:solidFill>
                  <a:srgbClr val="3982E3"/>
                </a:solidFill>
                <a:latin typeface="Fira Sans Black" panose="020B0A03050000020004" pitchFamily="34" charset="0"/>
              </a:rPr>
              <a:t>kekuatan</a:t>
            </a:r>
            <a:r>
              <a:rPr lang="en-US" sz="2200" b="1" dirty="0">
                <a:solidFill>
                  <a:srgbClr val="3982E3"/>
                </a:solidFill>
                <a:latin typeface="Fira Sans Black" panose="020B0A03050000020004" pitchFamily="34" charset="0"/>
              </a:rPr>
              <a:t> </a:t>
            </a:r>
            <a:r>
              <a:rPr lang="en-US" sz="2200" b="1" dirty="0" err="1">
                <a:solidFill>
                  <a:srgbClr val="3982E3"/>
                </a:solidFill>
                <a:latin typeface="Fira Sans Black" panose="020B0A03050000020004" pitchFamily="34" charset="0"/>
              </a:rPr>
              <a:t>tinggi</a:t>
            </a:r>
            <a:r>
              <a:rPr lang="en-US" sz="2200" b="1" dirty="0">
                <a:solidFill>
                  <a:srgbClr val="3982E3"/>
                </a:solidFill>
                <a:latin typeface="Fira Sans Black" panose="020B0A03050000020004" pitchFamily="34" charset="0"/>
              </a:rPr>
              <a:t>, </a:t>
            </a:r>
            <a:r>
              <a:rPr lang="en-US" sz="2200" b="1" dirty="0" err="1">
                <a:solidFill>
                  <a:srgbClr val="3982E3"/>
                </a:solidFill>
                <a:latin typeface="Fira Sans Black" panose="020B0A03050000020004" pitchFamily="34" charset="0"/>
              </a:rPr>
              <a:t>ganti</a:t>
            </a:r>
            <a:r>
              <a:rPr lang="en-US" sz="2200" b="1" dirty="0">
                <a:solidFill>
                  <a:srgbClr val="3982E3"/>
                </a:solidFill>
                <a:latin typeface="Fira Sans Black" panose="020B0A03050000020004" pitchFamily="34" charset="0"/>
              </a:rPr>
              <a:t> </a:t>
            </a:r>
            <a:r>
              <a:rPr lang="en-US" sz="2200" b="1" dirty="0" err="1">
                <a:solidFill>
                  <a:srgbClr val="3982E3"/>
                </a:solidFill>
                <a:latin typeface="Fira Sans Black" panose="020B0A03050000020004" pitchFamily="34" charset="0"/>
              </a:rPr>
              <a:t>secara</a:t>
            </a:r>
            <a:r>
              <a:rPr lang="en-US" sz="2200" b="1" dirty="0">
                <a:solidFill>
                  <a:srgbClr val="3982E3"/>
                </a:solidFill>
                <a:latin typeface="Fira Sans Black" panose="020B0A03050000020004" pitchFamily="34" charset="0"/>
              </a:rPr>
              <a:t> </a:t>
            </a:r>
            <a:r>
              <a:rPr lang="en-US" sz="2200" b="1" dirty="0" err="1">
                <a:solidFill>
                  <a:srgbClr val="3982E3"/>
                </a:solidFill>
                <a:latin typeface="Fira Sans Black" panose="020B0A03050000020004" pitchFamily="34" charset="0"/>
              </a:rPr>
              <a:t>berkala</a:t>
            </a:r>
            <a:endParaRPr lang="en-US" sz="2200" b="1" dirty="0">
              <a:solidFill>
                <a:srgbClr val="3982E3"/>
              </a:solidFill>
              <a:latin typeface="Fira Sans Black" panose="020B0A03050000020004" pitchFamily="34" charset="0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200" b="1" dirty="0" err="1">
                <a:solidFill>
                  <a:srgbClr val="3982E3"/>
                </a:solidFill>
                <a:latin typeface="Fira Sans Black" panose="020B0A03050000020004" pitchFamily="34" charset="0"/>
              </a:rPr>
              <a:t>Gunakan</a:t>
            </a:r>
            <a:r>
              <a:rPr lang="en-US" sz="2200" b="1" dirty="0">
                <a:solidFill>
                  <a:srgbClr val="3982E3"/>
                </a:solidFill>
                <a:latin typeface="Fira Sans Black" panose="020B0A03050000020004" pitchFamily="34" charset="0"/>
              </a:rPr>
              <a:t> Password Manager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200" b="1" dirty="0" err="1">
                <a:solidFill>
                  <a:srgbClr val="3982E3"/>
                </a:solidFill>
                <a:latin typeface="Fira Sans Black" panose="020B0A03050000020004" pitchFamily="34" charset="0"/>
              </a:rPr>
              <a:t>Pelajari</a:t>
            </a:r>
            <a:r>
              <a:rPr lang="en-US" sz="2200" b="1" dirty="0">
                <a:solidFill>
                  <a:srgbClr val="3982E3"/>
                </a:solidFill>
                <a:latin typeface="Fira Sans Black" panose="020B0A03050000020004" pitchFamily="34" charset="0"/>
              </a:rPr>
              <a:t> PRIVACY SETTING </a:t>
            </a:r>
            <a:r>
              <a:rPr lang="en-US" sz="2200" b="1" dirty="0" err="1">
                <a:solidFill>
                  <a:srgbClr val="3982E3"/>
                </a:solidFill>
                <a:latin typeface="Fira Sans Black" panose="020B0A03050000020004" pitchFamily="34" charset="0"/>
              </a:rPr>
              <a:t>Perangkat</a:t>
            </a:r>
            <a:r>
              <a:rPr lang="en-US" sz="2200" b="1" dirty="0">
                <a:solidFill>
                  <a:srgbClr val="3982E3"/>
                </a:solidFill>
                <a:latin typeface="Fira Sans Black" panose="020B0A03050000020004" pitchFamily="34" charset="0"/>
              </a:rPr>
              <a:t> Digital 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200" b="1" i="0" dirty="0" err="1">
                <a:solidFill>
                  <a:srgbClr val="3982E3"/>
                </a:solidFill>
                <a:effectLst/>
                <a:latin typeface="Fira Sans Black" panose="020B0A03050000020004" pitchFamily="34" charset="0"/>
              </a:rPr>
              <a:t>Tutup</a:t>
            </a:r>
            <a:r>
              <a:rPr lang="en-US" sz="2200" b="1" i="0" dirty="0">
                <a:solidFill>
                  <a:srgbClr val="3982E3"/>
                </a:solidFill>
                <a:effectLst/>
                <a:latin typeface="Fira Sans Black" panose="020B0A03050000020004" pitchFamily="34" charset="0"/>
              </a:rPr>
              <a:t> asset digital yang </a:t>
            </a:r>
            <a:r>
              <a:rPr lang="en-US" sz="2200" b="1" i="0" dirty="0" err="1">
                <a:solidFill>
                  <a:srgbClr val="3982E3"/>
                </a:solidFill>
                <a:effectLst/>
                <a:latin typeface="Fira Sans Black" panose="020B0A03050000020004" pitchFamily="34" charset="0"/>
              </a:rPr>
              <a:t>sudah</a:t>
            </a:r>
            <a:r>
              <a:rPr lang="en-US" sz="2200" b="1" i="0" dirty="0">
                <a:solidFill>
                  <a:srgbClr val="3982E3"/>
                </a:solidFill>
                <a:effectLst/>
                <a:latin typeface="Fira Sans Black" panose="020B0A03050000020004" pitchFamily="34" charset="0"/>
              </a:rPr>
              <a:t> </a:t>
            </a:r>
            <a:r>
              <a:rPr lang="en-US" sz="2200" b="1" i="0" dirty="0" err="1">
                <a:solidFill>
                  <a:srgbClr val="3982E3"/>
                </a:solidFill>
                <a:effectLst/>
                <a:latin typeface="Fira Sans Black" panose="020B0A03050000020004" pitchFamily="34" charset="0"/>
              </a:rPr>
              <a:t>tidak</a:t>
            </a:r>
            <a:r>
              <a:rPr lang="en-US" sz="2200" b="1" i="0" dirty="0">
                <a:solidFill>
                  <a:srgbClr val="3982E3"/>
                </a:solidFill>
                <a:effectLst/>
                <a:latin typeface="Fira Sans Black" panose="020B0A03050000020004" pitchFamily="34" charset="0"/>
              </a:rPr>
              <a:t> </a:t>
            </a:r>
            <a:r>
              <a:rPr lang="en-US" sz="2200" b="1" i="0" dirty="0" err="1">
                <a:solidFill>
                  <a:srgbClr val="3982E3"/>
                </a:solidFill>
                <a:effectLst/>
                <a:latin typeface="Fira Sans Black" panose="020B0A03050000020004" pitchFamily="34" charset="0"/>
              </a:rPr>
              <a:t>digunakan</a:t>
            </a:r>
            <a:endParaRPr lang="en-US" sz="2200" b="1" i="0" dirty="0">
              <a:solidFill>
                <a:srgbClr val="3982E3"/>
              </a:solidFill>
              <a:effectLst/>
              <a:latin typeface="Fira Sans Black" panose="020B0A03050000020004" pitchFamily="34" charset="0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200" b="1" dirty="0" err="1">
                <a:solidFill>
                  <a:srgbClr val="3982E3"/>
                </a:solidFill>
                <a:latin typeface="Fira Sans Black" panose="020B0A03050000020004" pitchFamily="34" charset="0"/>
              </a:rPr>
              <a:t>Selalu</a:t>
            </a:r>
            <a:r>
              <a:rPr lang="en-US" sz="2200" b="1" dirty="0">
                <a:solidFill>
                  <a:srgbClr val="3982E3"/>
                </a:solidFill>
                <a:latin typeface="Fira Sans Black" panose="020B0A03050000020004" pitchFamily="34" charset="0"/>
              </a:rPr>
              <a:t> </a:t>
            </a:r>
            <a:r>
              <a:rPr lang="en-US" sz="2200" b="1" dirty="0" err="1">
                <a:solidFill>
                  <a:srgbClr val="3982E3"/>
                </a:solidFill>
                <a:latin typeface="Fira Sans Black" panose="020B0A03050000020004" pitchFamily="34" charset="0"/>
              </a:rPr>
              <a:t>lakukan</a:t>
            </a:r>
            <a:r>
              <a:rPr lang="en-US" sz="2200" b="1" dirty="0">
                <a:solidFill>
                  <a:srgbClr val="3982E3"/>
                </a:solidFill>
                <a:latin typeface="Fira Sans Black" panose="020B0A03050000020004" pitchFamily="34" charset="0"/>
              </a:rPr>
              <a:t> backup data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200" b="1" i="0" dirty="0" err="1">
                <a:solidFill>
                  <a:srgbClr val="3982E3"/>
                </a:solidFill>
                <a:effectLst/>
                <a:latin typeface="Fira Sans Black" panose="020B0A03050000020004" pitchFamily="34" charset="0"/>
              </a:rPr>
              <a:t>Selalu</a:t>
            </a:r>
            <a:r>
              <a:rPr lang="en-US" sz="2200" b="1" i="0" dirty="0">
                <a:solidFill>
                  <a:srgbClr val="3982E3"/>
                </a:solidFill>
                <a:effectLst/>
                <a:latin typeface="Fira Sans Black" panose="020B0A03050000020004" pitchFamily="34" charset="0"/>
              </a:rPr>
              <a:t> </a:t>
            </a:r>
            <a:r>
              <a:rPr lang="en-US" sz="2200" b="1" i="0" dirty="0" err="1">
                <a:solidFill>
                  <a:srgbClr val="3982E3"/>
                </a:solidFill>
                <a:effectLst/>
                <a:latin typeface="Fira Sans Black" panose="020B0A03050000020004" pitchFamily="34" charset="0"/>
              </a:rPr>
              <a:t>bijak</a:t>
            </a:r>
            <a:r>
              <a:rPr lang="en-US" sz="2200" b="1" i="0" dirty="0">
                <a:solidFill>
                  <a:srgbClr val="3982E3"/>
                </a:solidFill>
                <a:effectLst/>
                <a:latin typeface="Fira Sans Black" panose="020B0A03050000020004" pitchFamily="34" charset="0"/>
              </a:rPr>
              <a:t> </a:t>
            </a:r>
            <a:r>
              <a:rPr lang="en-US" sz="2200" b="1" i="0" dirty="0" err="1">
                <a:solidFill>
                  <a:srgbClr val="3982E3"/>
                </a:solidFill>
                <a:effectLst/>
                <a:latin typeface="Fira Sans Black" panose="020B0A03050000020004" pitchFamily="34" charset="0"/>
              </a:rPr>
              <a:t>dalam</a:t>
            </a:r>
            <a:r>
              <a:rPr lang="en-US" sz="2200" b="1" i="0" dirty="0">
                <a:solidFill>
                  <a:srgbClr val="3982E3"/>
                </a:solidFill>
                <a:effectLst/>
                <a:latin typeface="Fira Sans Black" panose="020B0A03050000020004" pitchFamily="34" charset="0"/>
              </a:rPr>
              <a:t> </a:t>
            </a:r>
            <a:r>
              <a:rPr lang="en-US" sz="2200" b="1" i="0" dirty="0" err="1">
                <a:solidFill>
                  <a:srgbClr val="3982E3"/>
                </a:solidFill>
                <a:effectLst/>
                <a:latin typeface="Fira Sans Black" panose="020B0A03050000020004" pitchFamily="34" charset="0"/>
              </a:rPr>
              <a:t>adopsi</a:t>
            </a:r>
            <a:r>
              <a:rPr lang="en-US" sz="2200" b="1" i="0" dirty="0">
                <a:solidFill>
                  <a:srgbClr val="3982E3"/>
                </a:solidFill>
                <a:effectLst/>
                <a:latin typeface="Fira Sans Black" panose="020B0A03050000020004" pitchFamily="34" charset="0"/>
              </a:rPr>
              <a:t> </a:t>
            </a:r>
            <a:r>
              <a:rPr lang="en-US" sz="2200" b="1" i="0" dirty="0" err="1">
                <a:solidFill>
                  <a:srgbClr val="3982E3"/>
                </a:solidFill>
                <a:effectLst/>
                <a:latin typeface="Fira Sans Black" panose="020B0A03050000020004" pitchFamily="34" charset="0"/>
              </a:rPr>
              <a:t>informasi</a:t>
            </a:r>
            <a:r>
              <a:rPr lang="en-US" sz="2200" b="1" i="0" dirty="0">
                <a:solidFill>
                  <a:srgbClr val="3982E3"/>
                </a:solidFill>
                <a:effectLst/>
                <a:latin typeface="Fira Sans Black" panose="020B0A03050000020004" pitchFamily="34" charset="0"/>
              </a:rPr>
              <a:t> </a:t>
            </a:r>
            <a:r>
              <a:rPr lang="en-US" sz="2200" b="1" i="0" dirty="0" err="1">
                <a:solidFill>
                  <a:srgbClr val="3982E3"/>
                </a:solidFill>
                <a:effectLst/>
                <a:latin typeface="Fira Sans Black" panose="020B0A03050000020004" pitchFamily="34" charset="0"/>
              </a:rPr>
              <a:t>terutama</a:t>
            </a:r>
            <a:r>
              <a:rPr lang="en-US" sz="2200" b="1" i="0" dirty="0">
                <a:solidFill>
                  <a:srgbClr val="3982E3"/>
                </a:solidFill>
                <a:effectLst/>
                <a:latin typeface="Fira Sans Black" panose="020B0A03050000020004" pitchFamily="34" charset="0"/>
              </a:rPr>
              <a:t> yang </a:t>
            </a:r>
            <a:r>
              <a:rPr lang="en-US" sz="2200" b="1" i="0" dirty="0" err="1">
                <a:solidFill>
                  <a:srgbClr val="3982E3"/>
                </a:solidFill>
                <a:effectLst/>
                <a:latin typeface="Fira Sans Black" panose="020B0A03050000020004" pitchFamily="34" charset="0"/>
              </a:rPr>
              <a:t>berasal</a:t>
            </a:r>
            <a:r>
              <a:rPr lang="en-US" sz="2200" b="1" i="0" dirty="0">
                <a:solidFill>
                  <a:srgbClr val="3982E3"/>
                </a:solidFill>
                <a:effectLst/>
                <a:latin typeface="Fira Sans Black" panose="020B0A03050000020004" pitchFamily="34" charset="0"/>
              </a:rPr>
              <a:t> </a:t>
            </a:r>
            <a:r>
              <a:rPr lang="en-US" sz="2200" b="1" i="0" dirty="0" err="1">
                <a:solidFill>
                  <a:srgbClr val="3982E3"/>
                </a:solidFill>
                <a:effectLst/>
                <a:latin typeface="Fira Sans Black" panose="020B0A03050000020004" pitchFamily="34" charset="0"/>
              </a:rPr>
              <a:t>dari</a:t>
            </a:r>
            <a:r>
              <a:rPr lang="en-US" sz="2200" b="1" i="0" dirty="0">
                <a:solidFill>
                  <a:srgbClr val="3982E3"/>
                </a:solidFill>
                <a:effectLst/>
                <a:latin typeface="Fira Sans Black" panose="020B0A03050000020004" pitchFamily="34" charset="0"/>
              </a:rPr>
              <a:t> </a:t>
            </a:r>
            <a:r>
              <a:rPr lang="en-US" sz="2200" b="1" i="0" dirty="0" err="1">
                <a:solidFill>
                  <a:srgbClr val="3982E3"/>
                </a:solidFill>
                <a:effectLst/>
                <a:latin typeface="Fira Sans Black" panose="020B0A03050000020004" pitchFamily="34" charset="0"/>
              </a:rPr>
              <a:t>tautan</a:t>
            </a:r>
            <a:r>
              <a:rPr lang="en-US" sz="2200" b="1" i="0" dirty="0">
                <a:solidFill>
                  <a:srgbClr val="3982E3"/>
                </a:solidFill>
                <a:effectLst/>
                <a:latin typeface="Fira Sans Black" panose="020B0A03050000020004" pitchFamily="34" charset="0"/>
              </a:rPr>
              <a:t> yang </a:t>
            </a:r>
            <a:r>
              <a:rPr lang="en-US" sz="2200" b="1" i="0" dirty="0" err="1">
                <a:solidFill>
                  <a:srgbClr val="3982E3"/>
                </a:solidFill>
                <a:effectLst/>
                <a:latin typeface="Fira Sans Black" panose="020B0A03050000020004" pitchFamily="34" charset="0"/>
              </a:rPr>
              <a:t>tidak</a:t>
            </a:r>
            <a:r>
              <a:rPr lang="en-US" sz="2200" b="1" i="0" dirty="0">
                <a:solidFill>
                  <a:srgbClr val="3982E3"/>
                </a:solidFill>
                <a:effectLst/>
                <a:latin typeface="Fira Sans Black" panose="020B0A03050000020004" pitchFamily="34" charset="0"/>
              </a:rPr>
              <a:t> </a:t>
            </a:r>
            <a:r>
              <a:rPr lang="en-US" sz="2200" b="1" i="0" dirty="0" err="1">
                <a:solidFill>
                  <a:srgbClr val="3982E3"/>
                </a:solidFill>
                <a:effectLst/>
                <a:latin typeface="Fira Sans Black" panose="020B0A03050000020004" pitchFamily="34" charset="0"/>
              </a:rPr>
              <a:t>dikenal</a:t>
            </a:r>
            <a:endParaRPr lang="en-US" sz="2200" b="1" i="0" dirty="0">
              <a:solidFill>
                <a:srgbClr val="3982E3"/>
              </a:solidFill>
              <a:effectLst/>
              <a:latin typeface="Fira Sans Black" panose="020B0A03050000020004" pitchFamily="34" charset="0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200" b="1" dirty="0" err="1">
                <a:solidFill>
                  <a:srgbClr val="3982E3"/>
                </a:solidFill>
                <a:latin typeface="Fira Sans Black" panose="020B0A03050000020004" pitchFamily="34" charset="0"/>
              </a:rPr>
              <a:t>Pastikan</a:t>
            </a:r>
            <a:r>
              <a:rPr lang="en-US" sz="2200" b="1" dirty="0">
                <a:solidFill>
                  <a:srgbClr val="3982E3"/>
                </a:solidFill>
                <a:latin typeface="Fira Sans Black" panose="020B0A03050000020004" pitchFamily="34" charset="0"/>
              </a:rPr>
              <a:t> software </a:t>
            </a:r>
            <a:r>
              <a:rPr lang="en-US" sz="2200" b="1" dirty="0" err="1">
                <a:solidFill>
                  <a:srgbClr val="3982E3"/>
                </a:solidFill>
                <a:latin typeface="Fira Sans Black" panose="020B0A03050000020004" pitchFamily="34" charset="0"/>
              </a:rPr>
              <a:t>selalu</a:t>
            </a:r>
            <a:r>
              <a:rPr lang="en-US" sz="2200" b="1" dirty="0">
                <a:solidFill>
                  <a:srgbClr val="3982E3"/>
                </a:solidFill>
                <a:latin typeface="Fira Sans Black" panose="020B0A03050000020004" pitchFamily="34" charset="0"/>
              </a:rPr>
              <a:t> </a:t>
            </a:r>
            <a:r>
              <a:rPr lang="en-US" sz="2200" b="1" dirty="0" err="1">
                <a:solidFill>
                  <a:srgbClr val="3982E3"/>
                </a:solidFill>
                <a:latin typeface="Fira Sans Black" panose="020B0A03050000020004" pitchFamily="34" charset="0"/>
              </a:rPr>
              <a:t>uptodate</a:t>
            </a:r>
            <a:endParaRPr lang="en-US" sz="2200" b="1" dirty="0">
              <a:solidFill>
                <a:srgbClr val="3982E3"/>
              </a:solidFill>
              <a:latin typeface="Fira Sans Black" panose="020B0A03050000020004" pitchFamily="34" charset="0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200" b="1" i="0" dirty="0" err="1">
                <a:solidFill>
                  <a:srgbClr val="3982E3"/>
                </a:solidFill>
                <a:effectLst/>
                <a:latin typeface="Fira Sans Black" panose="020B0A03050000020004" pitchFamily="34" charset="0"/>
              </a:rPr>
              <a:t>Pahami</a:t>
            </a:r>
            <a:r>
              <a:rPr lang="en-US" sz="2200" b="1" i="0" dirty="0">
                <a:solidFill>
                  <a:srgbClr val="3982E3"/>
                </a:solidFill>
                <a:effectLst/>
                <a:latin typeface="Fira Sans Black" panose="020B0A03050000020004" pitchFamily="34" charset="0"/>
              </a:rPr>
              <a:t> </a:t>
            </a:r>
            <a:r>
              <a:rPr lang="en-US" sz="2200" b="1" i="0" dirty="0" err="1">
                <a:solidFill>
                  <a:srgbClr val="3982E3"/>
                </a:solidFill>
                <a:effectLst/>
                <a:latin typeface="Fira Sans Black" panose="020B0A03050000020004" pitchFamily="34" charset="0"/>
              </a:rPr>
              <a:t>pola-pola</a:t>
            </a:r>
            <a:r>
              <a:rPr lang="en-US" sz="2200" b="1" i="0" dirty="0">
                <a:solidFill>
                  <a:srgbClr val="3982E3"/>
                </a:solidFill>
                <a:effectLst/>
                <a:latin typeface="Fira Sans Black" panose="020B0A03050000020004" pitchFamily="34" charset="0"/>
              </a:rPr>
              <a:t> trend </a:t>
            </a:r>
            <a:r>
              <a:rPr lang="en-US" sz="2200" b="1" i="0" dirty="0" err="1">
                <a:solidFill>
                  <a:srgbClr val="3982E3"/>
                </a:solidFill>
                <a:effectLst/>
                <a:latin typeface="Fira Sans Black" panose="020B0A03050000020004" pitchFamily="34" charset="0"/>
              </a:rPr>
              <a:t>penipuan</a:t>
            </a:r>
            <a:r>
              <a:rPr lang="en-US" sz="2200" b="1" i="0" dirty="0">
                <a:solidFill>
                  <a:srgbClr val="3982E3"/>
                </a:solidFill>
                <a:effectLst/>
                <a:latin typeface="Fira Sans Black" panose="020B0A03050000020004" pitchFamily="34" charset="0"/>
              </a:rPr>
              <a:t> digital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982E3"/>
                </a:solidFill>
                <a:latin typeface="Fira Sans Black" panose="020B0A03050000020004" pitchFamily="34" charset="0"/>
              </a:rPr>
              <a:t>Hanya </a:t>
            </a:r>
            <a:r>
              <a:rPr lang="en-US" sz="2200" b="1" dirty="0" err="1">
                <a:solidFill>
                  <a:srgbClr val="3982E3"/>
                </a:solidFill>
                <a:latin typeface="Fira Sans Black" panose="020B0A03050000020004" pitchFamily="34" charset="0"/>
              </a:rPr>
              <a:t>memanfaatkan</a:t>
            </a:r>
            <a:r>
              <a:rPr lang="en-US" sz="2200" b="1" dirty="0">
                <a:solidFill>
                  <a:srgbClr val="3982E3"/>
                </a:solidFill>
                <a:latin typeface="Fira Sans Black" panose="020B0A03050000020004" pitchFamily="34" charset="0"/>
              </a:rPr>
              <a:t> platform </a:t>
            </a:r>
            <a:r>
              <a:rPr lang="en-US" sz="2200" b="1" dirty="0" err="1">
                <a:solidFill>
                  <a:srgbClr val="3982E3"/>
                </a:solidFill>
                <a:latin typeface="Fira Sans Black" panose="020B0A03050000020004" pitchFamily="34" charset="0"/>
              </a:rPr>
              <a:t>transaksi</a:t>
            </a:r>
            <a:r>
              <a:rPr lang="en-US" sz="2200" b="1" dirty="0">
                <a:solidFill>
                  <a:srgbClr val="3982E3"/>
                </a:solidFill>
                <a:latin typeface="Fira Sans Black" panose="020B0A03050000020004" pitchFamily="34" charset="0"/>
              </a:rPr>
              <a:t> digital yang legal</a:t>
            </a:r>
            <a:endParaRPr lang="en-US" sz="2200" b="1" i="0" dirty="0">
              <a:solidFill>
                <a:srgbClr val="3982E3"/>
              </a:solidFill>
              <a:effectLst/>
              <a:latin typeface="Fira Sans Black" panose="020B0A03050000020004" pitchFamily="34" charset="0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endParaRPr lang="id-ID" sz="2200" b="1" i="0" dirty="0">
              <a:solidFill>
                <a:srgbClr val="444444"/>
              </a:solidFill>
              <a:effectLst/>
              <a:latin typeface="Fira Sans Black" panose="020B0A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046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ISOC">
  <a:themeElements>
    <a:clrScheme name="2023 ISOC">
      <a:dk1>
        <a:srgbClr val="0C1C2C"/>
      </a:dk1>
      <a:lt1>
        <a:srgbClr val="EEF2EC"/>
      </a:lt1>
      <a:dk2>
        <a:srgbClr val="23366E"/>
      </a:dk2>
      <a:lt2>
        <a:srgbClr val="DEDAD0"/>
      </a:lt2>
      <a:accent1>
        <a:srgbClr val="3982E3"/>
      </a:accent1>
      <a:accent2>
        <a:srgbClr val="045856"/>
      </a:accent2>
      <a:accent3>
        <a:srgbClr val="40B2A4"/>
      </a:accent3>
      <a:accent4>
        <a:srgbClr val="7E245C"/>
      </a:accent4>
      <a:accent5>
        <a:srgbClr val="D25238"/>
      </a:accent5>
      <a:accent6>
        <a:srgbClr val="EECA4A"/>
      </a:accent6>
      <a:hlink>
        <a:srgbClr val="0C1C2C"/>
      </a:hlink>
      <a:folHlink>
        <a:srgbClr val="0C1C2C"/>
      </a:folHlink>
    </a:clrScheme>
    <a:fontScheme name="Office 2">
      <a:majorFont>
        <a:latin typeface="Hind Light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Hind Light"/>
        <a:ea typeface=""/>
        <a:cs typeface=""/>
        <a:font script="Jpan" typeface="ＭＳ Ｐ明朝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25_ISOC_Template.potx" id="{6FA21D9B-E016-DE4B-90EE-38AC46E94CCE}" vid="{D179CA0D-11EF-E749-AAB8-BEF65BEC590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2025_ISOC_Template</Template>
  <TotalTime>306</TotalTime>
  <Words>1298</Words>
  <Application>Microsoft Office PowerPoint</Application>
  <PresentationFormat>Widescreen</PresentationFormat>
  <Paragraphs>251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Abadi</vt:lpstr>
      <vt:lpstr>Arial</vt:lpstr>
      <vt:lpstr>Calibri</vt:lpstr>
      <vt:lpstr>Century Gothic</vt:lpstr>
      <vt:lpstr>Comic Sans MS</vt:lpstr>
      <vt:lpstr>Fira Sans Black</vt:lpstr>
      <vt:lpstr>Hind Light</vt:lpstr>
      <vt:lpstr>Open Sans</vt:lpstr>
      <vt:lpstr>ISOC</vt:lpstr>
      <vt:lpstr>PowerPoint Presentation</vt:lpstr>
      <vt:lpstr>Pentingnya Keamanan Online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Ancaman Digital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Jejak Digital  </vt:lpstr>
      <vt:lpstr>PowerPoint Presentation</vt:lpstr>
      <vt:lpstr>PowerPoint Presentation</vt:lpstr>
      <vt:lpstr>PowerPoint Presentation</vt:lpstr>
      <vt:lpstr>Tips  Amankan Akun SOSMED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Natalie Abendroth</dc:creator>
  <cp:lastModifiedBy>fajar eridianto</cp:lastModifiedBy>
  <cp:revision>6</cp:revision>
  <cp:lastPrinted>2016-06-14T17:50:38Z</cp:lastPrinted>
  <dcterms:created xsi:type="dcterms:W3CDTF">2025-05-28T16:44:10Z</dcterms:created>
  <dcterms:modified xsi:type="dcterms:W3CDTF">2026-09-06T15:35:25Z</dcterms:modified>
</cp:coreProperties>
</file>