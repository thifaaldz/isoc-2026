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96" r:id="rId1"/>
  </p:sldMasterIdLst>
  <p:notesMasterIdLst>
    <p:notesMasterId r:id="rId17"/>
  </p:notesMasterIdLst>
  <p:handoutMasterIdLst>
    <p:handoutMasterId r:id="rId18"/>
  </p:handoutMasterIdLst>
  <p:sldIdLst>
    <p:sldId id="370" r:id="rId2"/>
    <p:sldId id="355" r:id="rId3"/>
    <p:sldId id="356" r:id="rId4"/>
    <p:sldId id="387" r:id="rId5"/>
    <p:sldId id="388" r:id="rId6"/>
    <p:sldId id="389" r:id="rId7"/>
    <p:sldId id="390" r:id="rId8"/>
    <p:sldId id="391" r:id="rId9"/>
    <p:sldId id="366" r:id="rId10"/>
    <p:sldId id="371" r:id="rId11"/>
    <p:sldId id="392" r:id="rId12"/>
    <p:sldId id="393" r:id="rId13"/>
    <p:sldId id="394" r:id="rId14"/>
    <p:sldId id="396" r:id="rId15"/>
    <p:sldId id="395" r:id="rId16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Hind Light" charset="0"/>
        <a:ea typeface="ＭＳ Ｐゴシック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Hind Light" charset="0"/>
        <a:ea typeface="ＭＳ Ｐゴシック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Hind Light" charset="0"/>
        <a:ea typeface="ＭＳ Ｐゴシック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Hind Light" charset="0"/>
        <a:ea typeface="ＭＳ Ｐゴシック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Hind Light" charset="0"/>
        <a:ea typeface="ＭＳ Ｐゴシック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Hind Light" charset="0"/>
        <a:ea typeface="ＭＳ Ｐゴシック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Hind Light" charset="0"/>
        <a:ea typeface="ＭＳ Ｐゴシック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Hind Light" charset="0"/>
        <a:ea typeface="ＭＳ Ｐゴシック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Hind Light" charset="0"/>
        <a:ea typeface="ＭＳ Ｐゴシック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8AFEB110-B98B-5FC4-86D1-F7FB14FE8D37}" name="Andy Sauder" initials="AS" userId="S::andy@rule29.com::a9917daa-d182-4f6d-9c5f-fd037f44924a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23F7C"/>
    <a:srgbClr val="3982E3"/>
    <a:srgbClr val="23366E"/>
    <a:srgbClr val="FFFFFF"/>
    <a:srgbClr val="143E50"/>
    <a:srgbClr val="085856"/>
    <a:srgbClr val="D0E6DA"/>
    <a:srgbClr val="00000D"/>
    <a:srgbClr val="EEF2E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994" autoAdjust="0"/>
    <p:restoredTop sz="96287"/>
  </p:normalViewPr>
  <p:slideViewPr>
    <p:cSldViewPr snapToGrid="0" snapToObjects="1">
      <p:cViewPr varScale="1">
        <p:scale>
          <a:sx n="78" d="100"/>
          <a:sy n="78" d="100"/>
        </p:scale>
        <p:origin x="667" y="5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8" d="100"/>
        <a:sy n="88" d="100"/>
      </p:scale>
      <p:origin x="0" y="0"/>
    </p:cViewPr>
  </p:sorterViewPr>
  <p:notesViewPr>
    <p:cSldViewPr snapToGrid="0" snapToObjects="1">
      <p:cViewPr varScale="1">
        <p:scale>
          <a:sx n="117" d="100"/>
          <a:sy n="117" d="100"/>
        </p:scale>
        <p:origin x="4200" y="16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8/10/relationships/authors" Target="authors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E98BAE-C84A-694A-898B-5CF88760D6F5}" type="datetimeFigureOut">
              <a:rPr lang="en-US" smtClean="0"/>
              <a:t>9/4/2026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2F491E-6BDF-894F-89D9-4BED6DF379E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70020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dirty="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charset="0"/>
              </a:defRPr>
            </a:lvl1pPr>
          </a:lstStyle>
          <a:p>
            <a:fld id="{E74FA06C-4A8C-0E48-B922-007B77153C27}" type="datetimeFigureOut">
              <a:rPr lang="en-GB" altLang="en-US"/>
              <a:pPr/>
              <a:t>04/09/2026</a:t>
            </a:fld>
            <a:endParaRPr lang="en-GB" alt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GB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dirty="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charset="0"/>
              </a:defRPr>
            </a:lvl1pPr>
          </a:lstStyle>
          <a:p>
            <a:fld id="{B620D7F3-EDE1-C147-A04A-D4416A638280}" type="slidenum">
              <a:rPr lang="en-GB" altLang="en-US"/>
              <a:pPr/>
              <a:t>‹#›</a:t>
            </a:fld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192066350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20D7F3-EDE1-C147-A04A-D4416A638280}" type="slidenum">
              <a:rPr lang="en-GB" altLang="en-US" smtClean="0"/>
              <a:pPr/>
              <a:t>7</a:t>
            </a:fld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21407215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emf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emf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emf"/><Relationship Id="rId4" Type="http://schemas.openxmlformats.org/officeDocument/2006/relationships/image" Target="../media/image9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emf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emf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-Photo-Dar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Picture 87" descr="A person standing on a hill looking at a village&#10;&#10;AI-generated content may be incorrect.">
            <a:extLst>
              <a:ext uri="{FF2B5EF4-FFF2-40B4-BE49-F238E27FC236}">
                <a16:creationId xmlns:a16="http://schemas.microsoft.com/office/drawing/2014/main" id="{F8CACF1A-09CE-AFA4-2E2D-0B0D1FE8560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22154" b="33994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Round Same Side Corner Rectangle 7">
            <a:extLst>
              <a:ext uri="{FF2B5EF4-FFF2-40B4-BE49-F238E27FC236}">
                <a16:creationId xmlns:a16="http://schemas.microsoft.com/office/drawing/2014/main" id="{DC442162-B3CB-6A7E-EF9C-F6DA7DF2E8AC}"/>
              </a:ext>
            </a:extLst>
          </p:cNvPr>
          <p:cNvSpPr/>
          <p:nvPr userDrawn="1"/>
        </p:nvSpPr>
        <p:spPr>
          <a:xfrm rot="10800000">
            <a:off x="344627" y="2"/>
            <a:ext cx="6172200" cy="6076707"/>
          </a:xfrm>
          <a:prstGeom prst="round2SameRect">
            <a:avLst>
              <a:gd name="adj1" fmla="val 1101"/>
              <a:gd name="adj2" fmla="val 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04F635FF-42BE-CF49-96A5-805FC86C31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76825" y="1698297"/>
            <a:ext cx="4639770" cy="2491516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F487AA05-FC9A-27B8-7FD9-E1836DAB62B4}"/>
              </a:ext>
            </a:extLst>
          </p:cNvPr>
          <p:cNvSpPr/>
          <p:nvPr userDrawn="1"/>
        </p:nvSpPr>
        <p:spPr>
          <a:xfrm>
            <a:off x="6136186" y="3104882"/>
            <a:ext cx="106352" cy="10635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 baseline="0" dirty="0"/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4E20F40A-3A07-975F-E57D-1F813C41CAFF}"/>
              </a:ext>
            </a:extLst>
          </p:cNvPr>
          <p:cNvGrpSpPr/>
          <p:nvPr userDrawn="1"/>
        </p:nvGrpSpPr>
        <p:grpSpPr>
          <a:xfrm>
            <a:off x="5101312" y="298394"/>
            <a:ext cx="1141334" cy="1141334"/>
            <a:chOff x="7284254" y="4138271"/>
            <a:chExt cx="1141334" cy="1141334"/>
          </a:xfrm>
          <a:solidFill>
            <a:schemeClr val="accent1"/>
          </a:solidFill>
        </p:grpSpPr>
        <p:sp>
          <p:nvSpPr>
            <p:cNvPr id="38" name="Rectangle: Rounded Corners 37">
              <a:extLst>
                <a:ext uri="{FF2B5EF4-FFF2-40B4-BE49-F238E27FC236}">
                  <a16:creationId xmlns:a16="http://schemas.microsoft.com/office/drawing/2014/main" id="{641E380C-95BA-2C3D-7CCF-C514B4F7570A}"/>
                </a:ext>
              </a:extLst>
            </p:cNvPr>
            <p:cNvSpPr/>
            <p:nvPr userDrawn="1"/>
          </p:nvSpPr>
          <p:spPr>
            <a:xfrm rot="5400000">
              <a:off x="7801745" y="4655762"/>
              <a:ext cx="1141334" cy="10635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00"/>
            </a:p>
          </p:txBody>
        </p:sp>
        <p:sp>
          <p:nvSpPr>
            <p:cNvPr id="39" name="Rectangle: Rounded Corners 38">
              <a:extLst>
                <a:ext uri="{FF2B5EF4-FFF2-40B4-BE49-F238E27FC236}">
                  <a16:creationId xmlns:a16="http://schemas.microsoft.com/office/drawing/2014/main" id="{8989B12A-C785-3B07-2154-42A74B61D3BA}"/>
                </a:ext>
              </a:extLst>
            </p:cNvPr>
            <p:cNvSpPr/>
            <p:nvPr userDrawn="1"/>
          </p:nvSpPr>
          <p:spPr>
            <a:xfrm>
              <a:off x="7284254" y="4138271"/>
              <a:ext cx="1141334" cy="10635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00"/>
            </a:p>
          </p:txBody>
        </p:sp>
        <p:sp>
          <p:nvSpPr>
            <p:cNvPr id="40" name="Rectangle: Rounded Corners 39">
              <a:extLst>
                <a:ext uri="{FF2B5EF4-FFF2-40B4-BE49-F238E27FC236}">
                  <a16:creationId xmlns:a16="http://schemas.microsoft.com/office/drawing/2014/main" id="{C8D05490-8BB9-EC52-2D8E-52E58DFED016}"/>
                </a:ext>
              </a:extLst>
            </p:cNvPr>
            <p:cNvSpPr/>
            <p:nvPr userDrawn="1"/>
          </p:nvSpPr>
          <p:spPr>
            <a:xfrm>
              <a:off x="8343290" y="4138271"/>
              <a:ext cx="82298" cy="106352"/>
            </a:xfrm>
            <a:prstGeom prst="roundRect">
              <a:avLst>
                <a:gd name="adj" fmla="val 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00" dirty="0"/>
            </a:p>
          </p:txBody>
        </p:sp>
      </p:grpSp>
      <p:sp>
        <p:nvSpPr>
          <p:cNvPr id="55" name="Oval 54">
            <a:extLst>
              <a:ext uri="{FF2B5EF4-FFF2-40B4-BE49-F238E27FC236}">
                <a16:creationId xmlns:a16="http://schemas.microsoft.com/office/drawing/2014/main" id="{F4131632-A926-8BBE-7D09-B60050218C94}"/>
              </a:ext>
            </a:extLst>
          </p:cNvPr>
          <p:cNvSpPr/>
          <p:nvPr userDrawn="1"/>
        </p:nvSpPr>
        <p:spPr>
          <a:xfrm>
            <a:off x="6136186" y="2888699"/>
            <a:ext cx="106352" cy="10635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 baseline="0" dirty="0"/>
          </a:p>
        </p:txBody>
      </p: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10A7A421-CCC4-8E66-D308-17C50CB27F08}"/>
              </a:ext>
            </a:extLst>
          </p:cNvPr>
          <p:cNvSpPr/>
          <p:nvPr userDrawn="1"/>
        </p:nvSpPr>
        <p:spPr>
          <a:xfrm rot="5400000">
            <a:off x="5676534" y="2004969"/>
            <a:ext cx="1025657" cy="106352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AFE646C6-DC6F-45B3-216A-67735FDE626E}"/>
              </a:ext>
            </a:extLst>
          </p:cNvPr>
          <p:cNvSpPr/>
          <p:nvPr userDrawn="1"/>
        </p:nvSpPr>
        <p:spPr>
          <a:xfrm>
            <a:off x="3858449" y="5685020"/>
            <a:ext cx="1141334" cy="106352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/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9478FA1D-5F5A-ABEC-AD19-0CE3670FDE5F}"/>
              </a:ext>
            </a:extLst>
          </p:cNvPr>
          <p:cNvGrpSpPr/>
          <p:nvPr userDrawn="1"/>
        </p:nvGrpSpPr>
        <p:grpSpPr>
          <a:xfrm flipH="1">
            <a:off x="618808" y="298394"/>
            <a:ext cx="1141334" cy="1141334"/>
            <a:chOff x="7284254" y="4138271"/>
            <a:chExt cx="1141334" cy="1141334"/>
          </a:xfrm>
          <a:solidFill>
            <a:schemeClr val="accent1"/>
          </a:solidFill>
        </p:grpSpPr>
        <p:sp>
          <p:nvSpPr>
            <p:cNvPr id="75" name="Rectangle: Rounded Corners 74">
              <a:extLst>
                <a:ext uri="{FF2B5EF4-FFF2-40B4-BE49-F238E27FC236}">
                  <a16:creationId xmlns:a16="http://schemas.microsoft.com/office/drawing/2014/main" id="{528CED9C-61C2-3C3D-4841-4505DC4B2C05}"/>
                </a:ext>
              </a:extLst>
            </p:cNvPr>
            <p:cNvSpPr/>
            <p:nvPr userDrawn="1"/>
          </p:nvSpPr>
          <p:spPr>
            <a:xfrm rot="5400000">
              <a:off x="7801745" y="4655762"/>
              <a:ext cx="1141334" cy="10635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00"/>
            </a:p>
          </p:txBody>
        </p:sp>
        <p:sp>
          <p:nvSpPr>
            <p:cNvPr id="76" name="Rectangle: Rounded Corners 75">
              <a:extLst>
                <a:ext uri="{FF2B5EF4-FFF2-40B4-BE49-F238E27FC236}">
                  <a16:creationId xmlns:a16="http://schemas.microsoft.com/office/drawing/2014/main" id="{6DD802E4-B314-3370-9A44-DDA007E74E08}"/>
                </a:ext>
              </a:extLst>
            </p:cNvPr>
            <p:cNvSpPr/>
            <p:nvPr userDrawn="1"/>
          </p:nvSpPr>
          <p:spPr>
            <a:xfrm>
              <a:off x="7284254" y="4138271"/>
              <a:ext cx="1141334" cy="10635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00"/>
            </a:p>
          </p:txBody>
        </p:sp>
        <p:sp>
          <p:nvSpPr>
            <p:cNvPr id="77" name="Rectangle: Rounded Corners 76">
              <a:extLst>
                <a:ext uri="{FF2B5EF4-FFF2-40B4-BE49-F238E27FC236}">
                  <a16:creationId xmlns:a16="http://schemas.microsoft.com/office/drawing/2014/main" id="{0BE2EB81-8BC0-C5DB-2690-83DB7F6C2127}"/>
                </a:ext>
              </a:extLst>
            </p:cNvPr>
            <p:cNvSpPr/>
            <p:nvPr userDrawn="1"/>
          </p:nvSpPr>
          <p:spPr>
            <a:xfrm>
              <a:off x="8343290" y="4138271"/>
              <a:ext cx="82298" cy="106352"/>
            </a:xfrm>
            <a:prstGeom prst="roundRect">
              <a:avLst>
                <a:gd name="adj" fmla="val 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00"/>
            </a:p>
          </p:txBody>
        </p:sp>
      </p:grpSp>
      <p:sp>
        <p:nvSpPr>
          <p:cNvPr id="78" name="Rectangle: Rounded Corners 77">
            <a:extLst>
              <a:ext uri="{FF2B5EF4-FFF2-40B4-BE49-F238E27FC236}">
                <a16:creationId xmlns:a16="http://schemas.microsoft.com/office/drawing/2014/main" id="{88167B9B-30BD-9C0C-4170-0652AA9D98E0}"/>
              </a:ext>
            </a:extLst>
          </p:cNvPr>
          <p:cNvSpPr/>
          <p:nvPr userDrawn="1"/>
        </p:nvSpPr>
        <p:spPr>
          <a:xfrm>
            <a:off x="1866637" y="5685020"/>
            <a:ext cx="1141334" cy="106352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/>
          </a:p>
        </p:txBody>
      </p:sp>
      <p:sp>
        <p:nvSpPr>
          <p:cNvPr id="81" name="Rectangle: Rounded Corners 80">
            <a:extLst>
              <a:ext uri="{FF2B5EF4-FFF2-40B4-BE49-F238E27FC236}">
                <a16:creationId xmlns:a16="http://schemas.microsoft.com/office/drawing/2014/main" id="{4F56CBC1-42A1-97A6-20BA-6EFAE9B95C3C}"/>
              </a:ext>
            </a:extLst>
          </p:cNvPr>
          <p:cNvSpPr/>
          <p:nvPr userDrawn="1"/>
        </p:nvSpPr>
        <p:spPr>
          <a:xfrm>
            <a:off x="3114323" y="5685020"/>
            <a:ext cx="637774" cy="10635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/>
          </a:p>
        </p:txBody>
      </p:sp>
      <p:grpSp>
        <p:nvGrpSpPr>
          <p:cNvPr id="93" name="Group 92">
            <a:extLst>
              <a:ext uri="{FF2B5EF4-FFF2-40B4-BE49-F238E27FC236}">
                <a16:creationId xmlns:a16="http://schemas.microsoft.com/office/drawing/2014/main" id="{0C8FB855-1F50-F74A-0C8D-DD7FCA53669C}"/>
              </a:ext>
            </a:extLst>
          </p:cNvPr>
          <p:cNvGrpSpPr/>
          <p:nvPr userDrawn="1"/>
        </p:nvGrpSpPr>
        <p:grpSpPr>
          <a:xfrm flipV="1">
            <a:off x="5101097" y="4650038"/>
            <a:ext cx="1141334" cy="1141334"/>
            <a:chOff x="7284254" y="4138271"/>
            <a:chExt cx="1141334" cy="1141334"/>
          </a:xfrm>
          <a:solidFill>
            <a:schemeClr val="accent1"/>
          </a:solidFill>
        </p:grpSpPr>
        <p:sp>
          <p:nvSpPr>
            <p:cNvPr id="94" name="Rectangle: Rounded Corners 93">
              <a:extLst>
                <a:ext uri="{FF2B5EF4-FFF2-40B4-BE49-F238E27FC236}">
                  <a16:creationId xmlns:a16="http://schemas.microsoft.com/office/drawing/2014/main" id="{5AD94452-A8A4-8EC8-24EF-02662331ABAA}"/>
                </a:ext>
              </a:extLst>
            </p:cNvPr>
            <p:cNvSpPr/>
            <p:nvPr userDrawn="1"/>
          </p:nvSpPr>
          <p:spPr>
            <a:xfrm rot="5400000">
              <a:off x="7801745" y="4655762"/>
              <a:ext cx="1141334" cy="10635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00"/>
            </a:p>
          </p:txBody>
        </p:sp>
        <p:sp>
          <p:nvSpPr>
            <p:cNvPr id="95" name="Rectangle: Rounded Corners 94">
              <a:extLst>
                <a:ext uri="{FF2B5EF4-FFF2-40B4-BE49-F238E27FC236}">
                  <a16:creationId xmlns:a16="http://schemas.microsoft.com/office/drawing/2014/main" id="{6B9715FB-AD26-F456-2140-0876280E24C0}"/>
                </a:ext>
              </a:extLst>
            </p:cNvPr>
            <p:cNvSpPr/>
            <p:nvPr userDrawn="1"/>
          </p:nvSpPr>
          <p:spPr>
            <a:xfrm>
              <a:off x="7284254" y="4138271"/>
              <a:ext cx="1141334" cy="10635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00"/>
            </a:p>
          </p:txBody>
        </p:sp>
        <p:sp>
          <p:nvSpPr>
            <p:cNvPr id="96" name="Rectangle: Rounded Corners 95">
              <a:extLst>
                <a:ext uri="{FF2B5EF4-FFF2-40B4-BE49-F238E27FC236}">
                  <a16:creationId xmlns:a16="http://schemas.microsoft.com/office/drawing/2014/main" id="{24E6EE0A-EE30-16D5-141D-B7E9931E0057}"/>
                </a:ext>
              </a:extLst>
            </p:cNvPr>
            <p:cNvSpPr/>
            <p:nvPr userDrawn="1"/>
          </p:nvSpPr>
          <p:spPr>
            <a:xfrm>
              <a:off x="8343290" y="4138271"/>
              <a:ext cx="82298" cy="106352"/>
            </a:xfrm>
            <a:prstGeom prst="roundRect">
              <a:avLst>
                <a:gd name="adj" fmla="val 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00" dirty="0"/>
            </a:p>
          </p:txBody>
        </p:sp>
      </p:grpSp>
      <p:grpSp>
        <p:nvGrpSpPr>
          <p:cNvPr id="97" name="Group 96">
            <a:extLst>
              <a:ext uri="{FF2B5EF4-FFF2-40B4-BE49-F238E27FC236}">
                <a16:creationId xmlns:a16="http://schemas.microsoft.com/office/drawing/2014/main" id="{872C7FEB-B1EA-7516-0D30-633019492F3E}"/>
              </a:ext>
            </a:extLst>
          </p:cNvPr>
          <p:cNvGrpSpPr/>
          <p:nvPr userDrawn="1"/>
        </p:nvGrpSpPr>
        <p:grpSpPr>
          <a:xfrm flipH="1" flipV="1">
            <a:off x="618593" y="4650038"/>
            <a:ext cx="1141334" cy="1141334"/>
            <a:chOff x="7284254" y="4138271"/>
            <a:chExt cx="1141334" cy="1141334"/>
          </a:xfrm>
          <a:solidFill>
            <a:schemeClr val="accent1"/>
          </a:solidFill>
        </p:grpSpPr>
        <p:sp>
          <p:nvSpPr>
            <p:cNvPr id="98" name="Rectangle: Rounded Corners 97">
              <a:extLst>
                <a:ext uri="{FF2B5EF4-FFF2-40B4-BE49-F238E27FC236}">
                  <a16:creationId xmlns:a16="http://schemas.microsoft.com/office/drawing/2014/main" id="{0819B18E-9B0E-6C79-505E-DCA03F241E02}"/>
                </a:ext>
              </a:extLst>
            </p:cNvPr>
            <p:cNvSpPr/>
            <p:nvPr userDrawn="1"/>
          </p:nvSpPr>
          <p:spPr>
            <a:xfrm rot="5400000">
              <a:off x="7801745" y="4655762"/>
              <a:ext cx="1141334" cy="10635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00"/>
            </a:p>
          </p:txBody>
        </p:sp>
        <p:sp>
          <p:nvSpPr>
            <p:cNvPr id="99" name="Rectangle: Rounded Corners 98">
              <a:extLst>
                <a:ext uri="{FF2B5EF4-FFF2-40B4-BE49-F238E27FC236}">
                  <a16:creationId xmlns:a16="http://schemas.microsoft.com/office/drawing/2014/main" id="{670D81F2-B6F3-91C2-8F91-81BDEC391E4C}"/>
                </a:ext>
              </a:extLst>
            </p:cNvPr>
            <p:cNvSpPr/>
            <p:nvPr userDrawn="1"/>
          </p:nvSpPr>
          <p:spPr>
            <a:xfrm>
              <a:off x="7284254" y="4138271"/>
              <a:ext cx="1141334" cy="10635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00"/>
            </a:p>
          </p:txBody>
        </p:sp>
        <p:sp>
          <p:nvSpPr>
            <p:cNvPr id="100" name="Rectangle: Rounded Corners 99">
              <a:extLst>
                <a:ext uri="{FF2B5EF4-FFF2-40B4-BE49-F238E27FC236}">
                  <a16:creationId xmlns:a16="http://schemas.microsoft.com/office/drawing/2014/main" id="{0A5140DB-3FD5-962A-20A2-8A2FA0F4BCB8}"/>
                </a:ext>
              </a:extLst>
            </p:cNvPr>
            <p:cNvSpPr/>
            <p:nvPr userDrawn="1"/>
          </p:nvSpPr>
          <p:spPr>
            <a:xfrm>
              <a:off x="8343290" y="4138271"/>
              <a:ext cx="82298" cy="106352"/>
            </a:xfrm>
            <a:prstGeom prst="roundRect">
              <a:avLst>
                <a:gd name="adj" fmla="val 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00"/>
            </a:p>
          </p:txBody>
        </p:sp>
      </p:grpSp>
      <p:sp>
        <p:nvSpPr>
          <p:cNvPr id="18" name="Date">
            <a:extLst>
              <a:ext uri="{FF2B5EF4-FFF2-40B4-BE49-F238E27FC236}">
                <a16:creationId xmlns:a16="http://schemas.microsoft.com/office/drawing/2014/main" id="{7BE6BD27-9F7E-CC44-B0D6-6A76616BB737}"/>
              </a:ext>
            </a:extLst>
          </p:cNvPr>
          <p:cNvSpPr>
            <a:spLocks noGrp="1"/>
          </p:cNvSpPr>
          <p:nvPr userDrawn="1">
            <p:ph sz="quarter" idx="12"/>
          </p:nvPr>
        </p:nvSpPr>
        <p:spPr>
          <a:xfrm>
            <a:off x="1176823" y="4357112"/>
            <a:ext cx="4639770" cy="935790"/>
          </a:xfrm>
        </p:spPr>
        <p:txBody>
          <a:bodyPr>
            <a:normAutofit/>
          </a:bodyPr>
          <a:lstStyle>
            <a:lvl1pPr>
              <a:defRPr sz="1600">
                <a:solidFill>
                  <a:schemeClr val="accent6"/>
                </a:solidFill>
              </a:defRPr>
            </a:lvl1pPr>
            <a:lvl2pPr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Round Same Side Corner Rectangle 3">
            <a:extLst>
              <a:ext uri="{FF2B5EF4-FFF2-40B4-BE49-F238E27FC236}">
                <a16:creationId xmlns:a16="http://schemas.microsoft.com/office/drawing/2014/main" id="{AFE4D024-5752-B98E-9BFC-1856F1385950}"/>
              </a:ext>
            </a:extLst>
          </p:cNvPr>
          <p:cNvSpPr/>
          <p:nvPr userDrawn="1"/>
        </p:nvSpPr>
        <p:spPr>
          <a:xfrm rot="10800000">
            <a:off x="1044859" y="7"/>
            <a:ext cx="4771736" cy="1371600"/>
          </a:xfrm>
          <a:prstGeom prst="round2Same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Picture 4" descr="A black background with blue text&#10;&#10;Description automatically generated">
            <a:extLst>
              <a:ext uri="{FF2B5EF4-FFF2-40B4-BE49-F238E27FC236}">
                <a16:creationId xmlns:a16="http://schemas.microsoft.com/office/drawing/2014/main" id="{52D9E9B1-0605-B278-9E4D-B94FAA3E347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40714" y="441941"/>
            <a:ext cx="1533500" cy="510565"/>
          </a:xfrm>
          <a:prstGeom prst="rect">
            <a:avLst/>
          </a:prstGeom>
        </p:spPr>
      </p:pic>
      <p:pic>
        <p:nvPicPr>
          <p:cNvPr id="11" name="Picture 10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A795B0A0-D4DD-78EE-3060-7AD34D8781F7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78629" y="441941"/>
            <a:ext cx="2114550" cy="512618"/>
          </a:xfrm>
          <a:prstGeom prst="rect">
            <a:avLst/>
          </a:prstGeom>
        </p:spPr>
      </p:pic>
      <p:sp>
        <p:nvSpPr>
          <p:cNvPr id="108" name="Oval 107">
            <a:extLst>
              <a:ext uri="{FF2B5EF4-FFF2-40B4-BE49-F238E27FC236}">
                <a16:creationId xmlns:a16="http://schemas.microsoft.com/office/drawing/2014/main" id="{20D09D69-0FFF-80DF-68EC-279AFC8DA743}"/>
              </a:ext>
            </a:extLst>
          </p:cNvPr>
          <p:cNvSpPr/>
          <p:nvPr userDrawn="1"/>
        </p:nvSpPr>
        <p:spPr>
          <a:xfrm>
            <a:off x="6136186" y="2678724"/>
            <a:ext cx="106352" cy="10635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 baseline="0" dirty="0"/>
          </a:p>
        </p:txBody>
      </p:sp>
      <p:sp>
        <p:nvSpPr>
          <p:cNvPr id="113" name="Oval 112">
            <a:extLst>
              <a:ext uri="{FF2B5EF4-FFF2-40B4-BE49-F238E27FC236}">
                <a16:creationId xmlns:a16="http://schemas.microsoft.com/office/drawing/2014/main" id="{4F25A212-2A32-0AC1-D1F5-9ABE9A2AA257}"/>
              </a:ext>
            </a:extLst>
          </p:cNvPr>
          <p:cNvSpPr/>
          <p:nvPr userDrawn="1"/>
        </p:nvSpPr>
        <p:spPr>
          <a:xfrm>
            <a:off x="6136186" y="3317619"/>
            <a:ext cx="106352" cy="10635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 baseline="0" dirty="0"/>
          </a:p>
        </p:txBody>
      </p:sp>
      <p:sp>
        <p:nvSpPr>
          <p:cNvPr id="120" name="Rectangle: Rounded Corners 119">
            <a:extLst>
              <a:ext uri="{FF2B5EF4-FFF2-40B4-BE49-F238E27FC236}">
                <a16:creationId xmlns:a16="http://schemas.microsoft.com/office/drawing/2014/main" id="{B54F41D8-E241-25B1-E8EA-61770797B388}"/>
              </a:ext>
            </a:extLst>
          </p:cNvPr>
          <p:cNvSpPr/>
          <p:nvPr userDrawn="1"/>
        </p:nvSpPr>
        <p:spPr>
          <a:xfrm rot="5400000">
            <a:off x="5682300" y="3984212"/>
            <a:ext cx="1014125" cy="106352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/>
          </a:p>
        </p:txBody>
      </p:sp>
      <p:sp>
        <p:nvSpPr>
          <p:cNvPr id="121" name="Oval 120">
            <a:extLst>
              <a:ext uri="{FF2B5EF4-FFF2-40B4-BE49-F238E27FC236}">
                <a16:creationId xmlns:a16="http://schemas.microsoft.com/office/drawing/2014/main" id="{EE27BFFF-E41C-DCB9-F9F3-6234299306BD}"/>
              </a:ext>
            </a:extLst>
          </p:cNvPr>
          <p:cNvSpPr/>
          <p:nvPr userDrawn="1"/>
        </p:nvSpPr>
        <p:spPr>
          <a:xfrm>
            <a:off x="618486" y="3104884"/>
            <a:ext cx="106352" cy="10635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 baseline="0" dirty="0"/>
          </a:p>
        </p:txBody>
      </p:sp>
      <p:sp>
        <p:nvSpPr>
          <p:cNvPr id="122" name="Oval 121">
            <a:extLst>
              <a:ext uri="{FF2B5EF4-FFF2-40B4-BE49-F238E27FC236}">
                <a16:creationId xmlns:a16="http://schemas.microsoft.com/office/drawing/2014/main" id="{924BCCD3-94AB-257B-1BAD-F3F14D5E7A90}"/>
              </a:ext>
            </a:extLst>
          </p:cNvPr>
          <p:cNvSpPr/>
          <p:nvPr userDrawn="1"/>
        </p:nvSpPr>
        <p:spPr>
          <a:xfrm>
            <a:off x="618486" y="2888701"/>
            <a:ext cx="106352" cy="10635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 baseline="0" dirty="0"/>
          </a:p>
        </p:txBody>
      </p:sp>
      <p:sp>
        <p:nvSpPr>
          <p:cNvPr id="123" name="Rectangle: Rounded Corners 122">
            <a:extLst>
              <a:ext uri="{FF2B5EF4-FFF2-40B4-BE49-F238E27FC236}">
                <a16:creationId xmlns:a16="http://schemas.microsoft.com/office/drawing/2014/main" id="{48E6A863-48FF-C6B0-F85C-58572EF19AE5}"/>
              </a:ext>
            </a:extLst>
          </p:cNvPr>
          <p:cNvSpPr/>
          <p:nvPr userDrawn="1"/>
        </p:nvSpPr>
        <p:spPr>
          <a:xfrm rot="5400000">
            <a:off x="158834" y="2004971"/>
            <a:ext cx="1025657" cy="106352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/>
          </a:p>
        </p:txBody>
      </p:sp>
      <p:sp>
        <p:nvSpPr>
          <p:cNvPr id="124" name="Oval 123">
            <a:extLst>
              <a:ext uri="{FF2B5EF4-FFF2-40B4-BE49-F238E27FC236}">
                <a16:creationId xmlns:a16="http://schemas.microsoft.com/office/drawing/2014/main" id="{C2B280E7-71BF-6D98-FA1F-EA74FBDA538F}"/>
              </a:ext>
            </a:extLst>
          </p:cNvPr>
          <p:cNvSpPr/>
          <p:nvPr userDrawn="1"/>
        </p:nvSpPr>
        <p:spPr>
          <a:xfrm>
            <a:off x="618486" y="2678726"/>
            <a:ext cx="106352" cy="10635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 baseline="0" dirty="0"/>
          </a:p>
        </p:txBody>
      </p:sp>
      <p:sp>
        <p:nvSpPr>
          <p:cNvPr id="125" name="Oval 124">
            <a:extLst>
              <a:ext uri="{FF2B5EF4-FFF2-40B4-BE49-F238E27FC236}">
                <a16:creationId xmlns:a16="http://schemas.microsoft.com/office/drawing/2014/main" id="{B3A7EF94-A318-8960-154E-D803291E39F6}"/>
              </a:ext>
            </a:extLst>
          </p:cNvPr>
          <p:cNvSpPr/>
          <p:nvPr userDrawn="1"/>
        </p:nvSpPr>
        <p:spPr>
          <a:xfrm>
            <a:off x="618486" y="3317621"/>
            <a:ext cx="106352" cy="10635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 baseline="0" dirty="0"/>
          </a:p>
        </p:txBody>
      </p:sp>
      <p:sp>
        <p:nvSpPr>
          <p:cNvPr id="126" name="Rectangle: Rounded Corners 125">
            <a:extLst>
              <a:ext uri="{FF2B5EF4-FFF2-40B4-BE49-F238E27FC236}">
                <a16:creationId xmlns:a16="http://schemas.microsoft.com/office/drawing/2014/main" id="{DD3A888B-3620-9D29-E7AA-B69D53AEC565}"/>
              </a:ext>
            </a:extLst>
          </p:cNvPr>
          <p:cNvSpPr/>
          <p:nvPr userDrawn="1"/>
        </p:nvSpPr>
        <p:spPr>
          <a:xfrm rot="5400000">
            <a:off x="164600" y="3984214"/>
            <a:ext cx="1014125" cy="106352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/>
          </a:p>
        </p:txBody>
      </p:sp>
    </p:spTree>
    <p:extLst>
      <p:ext uri="{BB962C8B-B14F-4D97-AF65-F5344CB8AC3E}">
        <p14:creationId xmlns:p14="http://schemas.microsoft.com/office/powerpoint/2010/main" val="22409832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-Photo-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E2F7166-ED17-4601-412E-93870551B9F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6"/>
            <a:ext cx="12192000" cy="6858000"/>
          </a:xfrm>
          <a:prstGeom prst="rect">
            <a:avLst/>
          </a:prstGeom>
        </p:spPr>
      </p:pic>
      <p:sp>
        <p:nvSpPr>
          <p:cNvPr id="6" name="Round Same Side Corner Rectangle 7">
            <a:extLst>
              <a:ext uri="{FF2B5EF4-FFF2-40B4-BE49-F238E27FC236}">
                <a16:creationId xmlns:a16="http://schemas.microsoft.com/office/drawing/2014/main" id="{3E73AF12-F905-99D1-C0D2-536117363D34}"/>
              </a:ext>
            </a:extLst>
          </p:cNvPr>
          <p:cNvSpPr/>
          <p:nvPr userDrawn="1"/>
        </p:nvSpPr>
        <p:spPr>
          <a:xfrm rot="10800000">
            <a:off x="344627" y="2"/>
            <a:ext cx="6172200" cy="6076707"/>
          </a:xfrm>
          <a:prstGeom prst="round2SameRect">
            <a:avLst>
              <a:gd name="adj1" fmla="val 1101"/>
              <a:gd name="adj2" fmla="val 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itle">
            <a:extLst>
              <a:ext uri="{FF2B5EF4-FFF2-40B4-BE49-F238E27FC236}">
                <a16:creationId xmlns:a16="http://schemas.microsoft.com/office/drawing/2014/main" id="{FDF35558-73D9-25A4-4A40-5225B06670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76825" y="1698297"/>
            <a:ext cx="4639770" cy="2491516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ED43280-2B5C-B883-C4C5-C0F30F0E68F4}"/>
              </a:ext>
            </a:extLst>
          </p:cNvPr>
          <p:cNvSpPr/>
          <p:nvPr userDrawn="1"/>
        </p:nvSpPr>
        <p:spPr>
          <a:xfrm>
            <a:off x="6136186" y="3104882"/>
            <a:ext cx="106352" cy="10635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 baseline="0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C22EF7B1-5681-C428-C823-D10352E20F22}"/>
              </a:ext>
            </a:extLst>
          </p:cNvPr>
          <p:cNvGrpSpPr/>
          <p:nvPr userDrawn="1"/>
        </p:nvGrpSpPr>
        <p:grpSpPr>
          <a:xfrm>
            <a:off x="5101312" y="298394"/>
            <a:ext cx="1141334" cy="1141334"/>
            <a:chOff x="7284254" y="4138271"/>
            <a:chExt cx="1141334" cy="1141334"/>
          </a:xfrm>
          <a:solidFill>
            <a:schemeClr val="accent1"/>
          </a:solidFill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3FBF62C6-10BC-65A7-5377-8FB48D7E733F}"/>
                </a:ext>
              </a:extLst>
            </p:cNvPr>
            <p:cNvSpPr/>
            <p:nvPr userDrawn="1"/>
          </p:nvSpPr>
          <p:spPr>
            <a:xfrm rot="5400000">
              <a:off x="7801745" y="4655762"/>
              <a:ext cx="1141334" cy="10635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00"/>
            </a:p>
          </p:txBody>
        </p: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497011B6-CCF8-49EA-8611-96F07338C666}"/>
                </a:ext>
              </a:extLst>
            </p:cNvPr>
            <p:cNvSpPr/>
            <p:nvPr userDrawn="1"/>
          </p:nvSpPr>
          <p:spPr>
            <a:xfrm>
              <a:off x="7284254" y="4138271"/>
              <a:ext cx="1141334" cy="10635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00"/>
            </a:p>
          </p:txBody>
        </p:sp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72767AD6-E7F7-8D7A-C85E-6AD67A47E7FB}"/>
                </a:ext>
              </a:extLst>
            </p:cNvPr>
            <p:cNvSpPr/>
            <p:nvPr userDrawn="1"/>
          </p:nvSpPr>
          <p:spPr>
            <a:xfrm>
              <a:off x="8343290" y="4138271"/>
              <a:ext cx="82298" cy="106352"/>
            </a:xfrm>
            <a:prstGeom prst="roundRect">
              <a:avLst>
                <a:gd name="adj" fmla="val 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00" dirty="0"/>
            </a:p>
          </p:txBody>
        </p:sp>
      </p:grpSp>
      <p:sp>
        <p:nvSpPr>
          <p:cNvPr id="15" name="Oval 14">
            <a:extLst>
              <a:ext uri="{FF2B5EF4-FFF2-40B4-BE49-F238E27FC236}">
                <a16:creationId xmlns:a16="http://schemas.microsoft.com/office/drawing/2014/main" id="{C07C8592-9FF1-2C4D-28D9-6C247A71EAF7}"/>
              </a:ext>
            </a:extLst>
          </p:cNvPr>
          <p:cNvSpPr/>
          <p:nvPr userDrawn="1"/>
        </p:nvSpPr>
        <p:spPr>
          <a:xfrm>
            <a:off x="6136186" y="2888699"/>
            <a:ext cx="106352" cy="10635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 baseline="0" dirty="0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8960C84-DB7E-D326-B46A-9A17A0984143}"/>
              </a:ext>
            </a:extLst>
          </p:cNvPr>
          <p:cNvSpPr/>
          <p:nvPr userDrawn="1"/>
        </p:nvSpPr>
        <p:spPr>
          <a:xfrm rot="5400000">
            <a:off x="5676534" y="2004969"/>
            <a:ext cx="1025657" cy="106352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F84AC1C6-842D-BD78-2C97-220BDAE4A807}"/>
              </a:ext>
            </a:extLst>
          </p:cNvPr>
          <p:cNvSpPr/>
          <p:nvPr userDrawn="1"/>
        </p:nvSpPr>
        <p:spPr>
          <a:xfrm>
            <a:off x="3858449" y="5685020"/>
            <a:ext cx="1141334" cy="106352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4307D39E-83B8-ABE8-6557-0608175B8754}"/>
              </a:ext>
            </a:extLst>
          </p:cNvPr>
          <p:cNvGrpSpPr/>
          <p:nvPr userDrawn="1"/>
        </p:nvGrpSpPr>
        <p:grpSpPr>
          <a:xfrm flipH="1">
            <a:off x="618808" y="298394"/>
            <a:ext cx="1141334" cy="1141334"/>
            <a:chOff x="7284254" y="4138271"/>
            <a:chExt cx="1141334" cy="1141334"/>
          </a:xfrm>
          <a:solidFill>
            <a:schemeClr val="accent1"/>
          </a:solidFill>
        </p:grpSpPr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CC7FE506-0CD8-C7E9-B70C-105B25B2C5FB}"/>
                </a:ext>
              </a:extLst>
            </p:cNvPr>
            <p:cNvSpPr/>
            <p:nvPr userDrawn="1"/>
          </p:nvSpPr>
          <p:spPr>
            <a:xfrm rot="5400000">
              <a:off x="7801745" y="4655762"/>
              <a:ext cx="1141334" cy="10635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00"/>
            </a:p>
          </p:txBody>
        </p:sp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CF4908A1-100A-ACC5-9E9E-43E2140143F8}"/>
                </a:ext>
              </a:extLst>
            </p:cNvPr>
            <p:cNvSpPr/>
            <p:nvPr userDrawn="1"/>
          </p:nvSpPr>
          <p:spPr>
            <a:xfrm>
              <a:off x="7284254" y="4138271"/>
              <a:ext cx="1141334" cy="10635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00"/>
            </a:p>
          </p:txBody>
        </p:sp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45D137D6-20FC-599B-FD45-49F8244E4F9D}"/>
                </a:ext>
              </a:extLst>
            </p:cNvPr>
            <p:cNvSpPr/>
            <p:nvPr userDrawn="1"/>
          </p:nvSpPr>
          <p:spPr>
            <a:xfrm>
              <a:off x="8343290" y="4138271"/>
              <a:ext cx="82298" cy="106352"/>
            </a:xfrm>
            <a:prstGeom prst="roundRect">
              <a:avLst>
                <a:gd name="adj" fmla="val 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00"/>
            </a:p>
          </p:txBody>
        </p:sp>
      </p:grp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CE7936E6-13EA-B203-1871-3C0D73D5F826}"/>
              </a:ext>
            </a:extLst>
          </p:cNvPr>
          <p:cNvSpPr/>
          <p:nvPr userDrawn="1"/>
        </p:nvSpPr>
        <p:spPr>
          <a:xfrm>
            <a:off x="1866637" y="5685020"/>
            <a:ext cx="1141334" cy="106352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1780D96A-51E6-C2C8-AFC3-4E869FB95468}"/>
              </a:ext>
            </a:extLst>
          </p:cNvPr>
          <p:cNvSpPr/>
          <p:nvPr userDrawn="1"/>
        </p:nvSpPr>
        <p:spPr>
          <a:xfrm>
            <a:off x="3114323" y="5685020"/>
            <a:ext cx="637774" cy="10635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3C3F19B2-14EB-97B9-D1A6-59BA6B40E8B8}"/>
              </a:ext>
            </a:extLst>
          </p:cNvPr>
          <p:cNvGrpSpPr/>
          <p:nvPr userDrawn="1"/>
        </p:nvGrpSpPr>
        <p:grpSpPr>
          <a:xfrm flipV="1">
            <a:off x="5101097" y="4650038"/>
            <a:ext cx="1141334" cy="1141334"/>
            <a:chOff x="7284254" y="4138271"/>
            <a:chExt cx="1141334" cy="1141334"/>
          </a:xfrm>
          <a:solidFill>
            <a:schemeClr val="accent1"/>
          </a:solidFill>
        </p:grpSpPr>
        <p:sp>
          <p:nvSpPr>
            <p:cNvPr id="26" name="Rectangle: Rounded Corners 25">
              <a:extLst>
                <a:ext uri="{FF2B5EF4-FFF2-40B4-BE49-F238E27FC236}">
                  <a16:creationId xmlns:a16="http://schemas.microsoft.com/office/drawing/2014/main" id="{CF97E170-1703-EBF9-5FE8-74275986346D}"/>
                </a:ext>
              </a:extLst>
            </p:cNvPr>
            <p:cNvSpPr/>
            <p:nvPr userDrawn="1"/>
          </p:nvSpPr>
          <p:spPr>
            <a:xfrm rot="5400000">
              <a:off x="7801745" y="4655762"/>
              <a:ext cx="1141334" cy="10635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00"/>
            </a:p>
          </p:txBody>
        </p:sp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5F6C4D4F-A107-D315-D6EE-966B3B92626A}"/>
                </a:ext>
              </a:extLst>
            </p:cNvPr>
            <p:cNvSpPr/>
            <p:nvPr userDrawn="1"/>
          </p:nvSpPr>
          <p:spPr>
            <a:xfrm>
              <a:off x="7284254" y="4138271"/>
              <a:ext cx="1141334" cy="10635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00"/>
            </a:p>
          </p:txBody>
        </p:sp>
        <p:sp>
          <p:nvSpPr>
            <p:cNvPr id="28" name="Rectangle: Rounded Corners 27">
              <a:extLst>
                <a:ext uri="{FF2B5EF4-FFF2-40B4-BE49-F238E27FC236}">
                  <a16:creationId xmlns:a16="http://schemas.microsoft.com/office/drawing/2014/main" id="{07374EDA-4670-844B-7147-2B556BD473C1}"/>
                </a:ext>
              </a:extLst>
            </p:cNvPr>
            <p:cNvSpPr/>
            <p:nvPr userDrawn="1"/>
          </p:nvSpPr>
          <p:spPr>
            <a:xfrm>
              <a:off x="8343290" y="4138271"/>
              <a:ext cx="82298" cy="106352"/>
            </a:xfrm>
            <a:prstGeom prst="roundRect">
              <a:avLst>
                <a:gd name="adj" fmla="val 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00" dirty="0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A73D132E-5F32-3F74-E2BE-0C672D53038C}"/>
              </a:ext>
            </a:extLst>
          </p:cNvPr>
          <p:cNvGrpSpPr/>
          <p:nvPr userDrawn="1"/>
        </p:nvGrpSpPr>
        <p:grpSpPr>
          <a:xfrm flipH="1" flipV="1">
            <a:off x="618593" y="4650038"/>
            <a:ext cx="1141334" cy="1141334"/>
            <a:chOff x="7284254" y="4138271"/>
            <a:chExt cx="1141334" cy="1141334"/>
          </a:xfrm>
          <a:solidFill>
            <a:schemeClr val="accent1"/>
          </a:solidFill>
        </p:grpSpPr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0E4F148D-105F-98FC-CD0B-F33B798FDB96}"/>
                </a:ext>
              </a:extLst>
            </p:cNvPr>
            <p:cNvSpPr/>
            <p:nvPr userDrawn="1"/>
          </p:nvSpPr>
          <p:spPr>
            <a:xfrm rot="5400000">
              <a:off x="7801745" y="4655762"/>
              <a:ext cx="1141334" cy="10635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00"/>
            </a:p>
          </p:txBody>
        </p:sp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6388D092-84D0-8484-4FE1-455DB750138D}"/>
                </a:ext>
              </a:extLst>
            </p:cNvPr>
            <p:cNvSpPr/>
            <p:nvPr userDrawn="1"/>
          </p:nvSpPr>
          <p:spPr>
            <a:xfrm>
              <a:off x="7284254" y="4138271"/>
              <a:ext cx="1141334" cy="10635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00"/>
            </a:p>
          </p:txBody>
        </p:sp>
        <p:sp>
          <p:nvSpPr>
            <p:cNvPr id="32" name="Rectangle: Rounded Corners 31">
              <a:extLst>
                <a:ext uri="{FF2B5EF4-FFF2-40B4-BE49-F238E27FC236}">
                  <a16:creationId xmlns:a16="http://schemas.microsoft.com/office/drawing/2014/main" id="{47194F4A-FA16-F404-C467-A22035881ADC}"/>
                </a:ext>
              </a:extLst>
            </p:cNvPr>
            <p:cNvSpPr/>
            <p:nvPr userDrawn="1"/>
          </p:nvSpPr>
          <p:spPr>
            <a:xfrm>
              <a:off x="8343290" y="4138271"/>
              <a:ext cx="82298" cy="106352"/>
            </a:xfrm>
            <a:prstGeom prst="roundRect">
              <a:avLst>
                <a:gd name="adj" fmla="val 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00"/>
            </a:p>
          </p:txBody>
        </p:sp>
      </p:grpSp>
      <p:sp>
        <p:nvSpPr>
          <p:cNvPr id="33" name="Date">
            <a:extLst>
              <a:ext uri="{FF2B5EF4-FFF2-40B4-BE49-F238E27FC236}">
                <a16:creationId xmlns:a16="http://schemas.microsoft.com/office/drawing/2014/main" id="{6EF32B2D-612C-D022-691A-65F4B37D6E4A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176823" y="4357112"/>
            <a:ext cx="4639770" cy="935790"/>
          </a:xfrm>
        </p:spPr>
        <p:txBody>
          <a:bodyPr>
            <a:normAutofit/>
          </a:bodyPr>
          <a:lstStyle>
            <a:lvl1pPr>
              <a:defRPr sz="1600">
                <a:solidFill>
                  <a:schemeClr val="accent1"/>
                </a:solidFill>
              </a:defRPr>
            </a:lvl1pPr>
            <a:lvl2pPr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5" name="Round Same Side Corner Rectangle 3">
            <a:extLst>
              <a:ext uri="{FF2B5EF4-FFF2-40B4-BE49-F238E27FC236}">
                <a16:creationId xmlns:a16="http://schemas.microsoft.com/office/drawing/2014/main" id="{9D69F228-C84A-6753-EA87-948527EAB7B2}"/>
              </a:ext>
            </a:extLst>
          </p:cNvPr>
          <p:cNvSpPr/>
          <p:nvPr userDrawn="1"/>
        </p:nvSpPr>
        <p:spPr>
          <a:xfrm rot="10800000">
            <a:off x="1044859" y="7"/>
            <a:ext cx="4771736" cy="1371600"/>
          </a:xfrm>
          <a:prstGeom prst="round2Same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6" name="Picture 35" descr="A black background with blue text&#10;&#10;Description automatically generated">
            <a:extLst>
              <a:ext uri="{FF2B5EF4-FFF2-40B4-BE49-F238E27FC236}">
                <a16:creationId xmlns:a16="http://schemas.microsoft.com/office/drawing/2014/main" id="{71504D39-D3F8-8286-B0FA-C04997FDDBC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40714" y="441941"/>
            <a:ext cx="1533500" cy="510565"/>
          </a:xfrm>
          <a:prstGeom prst="rect">
            <a:avLst/>
          </a:prstGeom>
        </p:spPr>
      </p:pic>
      <p:pic>
        <p:nvPicPr>
          <p:cNvPr id="42" name="Picture 41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FDAF462E-590A-813C-A58A-954C8C391ABF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78629" y="441941"/>
            <a:ext cx="2114550" cy="512618"/>
          </a:xfrm>
          <a:prstGeom prst="rect">
            <a:avLst/>
          </a:prstGeom>
        </p:spPr>
      </p:pic>
      <p:sp>
        <p:nvSpPr>
          <p:cNvPr id="43" name="Oval 42">
            <a:extLst>
              <a:ext uri="{FF2B5EF4-FFF2-40B4-BE49-F238E27FC236}">
                <a16:creationId xmlns:a16="http://schemas.microsoft.com/office/drawing/2014/main" id="{9B01BA09-E27A-13A4-A2B4-234DA8A1B6EB}"/>
              </a:ext>
            </a:extLst>
          </p:cNvPr>
          <p:cNvSpPr/>
          <p:nvPr userDrawn="1"/>
        </p:nvSpPr>
        <p:spPr>
          <a:xfrm>
            <a:off x="6136186" y="2678724"/>
            <a:ext cx="106352" cy="10635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 baseline="0" dirty="0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AEB395D3-ABD1-1517-72CE-E4E81C00ADE8}"/>
              </a:ext>
            </a:extLst>
          </p:cNvPr>
          <p:cNvSpPr/>
          <p:nvPr userDrawn="1"/>
        </p:nvSpPr>
        <p:spPr>
          <a:xfrm>
            <a:off x="6136186" y="3317619"/>
            <a:ext cx="106352" cy="10635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 baseline="0" dirty="0"/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D8AEB147-1286-45B2-05EE-F028E4950001}"/>
              </a:ext>
            </a:extLst>
          </p:cNvPr>
          <p:cNvSpPr/>
          <p:nvPr userDrawn="1"/>
        </p:nvSpPr>
        <p:spPr>
          <a:xfrm rot="5400000">
            <a:off x="5682300" y="3984212"/>
            <a:ext cx="1014125" cy="106352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5F6A5AB4-0478-9BDB-1DFA-8A4FF550937F}"/>
              </a:ext>
            </a:extLst>
          </p:cNvPr>
          <p:cNvSpPr/>
          <p:nvPr userDrawn="1"/>
        </p:nvSpPr>
        <p:spPr>
          <a:xfrm>
            <a:off x="618486" y="3104884"/>
            <a:ext cx="106352" cy="10635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 baseline="0" dirty="0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3919B6B9-0B68-9C33-BC60-C6807A545432}"/>
              </a:ext>
            </a:extLst>
          </p:cNvPr>
          <p:cNvSpPr/>
          <p:nvPr userDrawn="1"/>
        </p:nvSpPr>
        <p:spPr>
          <a:xfrm>
            <a:off x="618486" y="2888701"/>
            <a:ext cx="106352" cy="10635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 baseline="0" dirty="0"/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5AA1CAA3-2190-E4D6-C5F4-8E6C7056B6D5}"/>
              </a:ext>
            </a:extLst>
          </p:cNvPr>
          <p:cNvSpPr/>
          <p:nvPr userDrawn="1"/>
        </p:nvSpPr>
        <p:spPr>
          <a:xfrm rot="5400000">
            <a:off x="158834" y="2004971"/>
            <a:ext cx="1025657" cy="106352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51839100-544C-4AE5-2FD6-1290976EC186}"/>
              </a:ext>
            </a:extLst>
          </p:cNvPr>
          <p:cNvSpPr/>
          <p:nvPr userDrawn="1"/>
        </p:nvSpPr>
        <p:spPr>
          <a:xfrm>
            <a:off x="618486" y="2678726"/>
            <a:ext cx="106352" cy="10635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 baseline="0" dirty="0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97F5407E-BEDB-79FF-3899-E97E250995DD}"/>
              </a:ext>
            </a:extLst>
          </p:cNvPr>
          <p:cNvSpPr/>
          <p:nvPr userDrawn="1"/>
        </p:nvSpPr>
        <p:spPr>
          <a:xfrm>
            <a:off x="618486" y="3317621"/>
            <a:ext cx="106352" cy="10635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 baseline="0" dirty="0"/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26ACFB37-583D-B4C7-4CB8-983AEF26B20C}"/>
              </a:ext>
            </a:extLst>
          </p:cNvPr>
          <p:cNvSpPr/>
          <p:nvPr userDrawn="1"/>
        </p:nvSpPr>
        <p:spPr>
          <a:xfrm rot="5400000">
            <a:off x="164600" y="3984214"/>
            <a:ext cx="1014125" cy="106352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/>
          </a:p>
        </p:txBody>
      </p:sp>
    </p:spTree>
    <p:extLst>
      <p:ext uri="{BB962C8B-B14F-4D97-AF65-F5344CB8AC3E}">
        <p14:creationId xmlns:p14="http://schemas.microsoft.com/office/powerpoint/2010/main" val="31289580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-Graphic-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Imagen 14">
            <a:extLst>
              <a:ext uri="{FF2B5EF4-FFF2-40B4-BE49-F238E27FC236}">
                <a16:creationId xmlns:a16="http://schemas.microsoft.com/office/drawing/2014/main" id="{A6A2522C-FE9B-3B93-4ABF-5F7AE819780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867286" y="5714488"/>
            <a:ext cx="1473649" cy="358083"/>
          </a:xfrm>
          <a:prstGeom prst="rect">
            <a:avLst/>
          </a:prstGeom>
          <a:noFill/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04F635FF-42BE-CF49-96A5-805FC86C31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1089" y="2757648"/>
            <a:ext cx="9144000" cy="733230"/>
          </a:xfrm>
        </p:spPr>
        <p:txBody>
          <a:bodyPr anchor="t">
            <a:noAutofit/>
          </a:bodyPr>
          <a:lstStyle>
            <a:lvl1pPr algn="l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4976D5B7-51B6-EB48-81BC-4F5164ABAF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71089" y="3592266"/>
            <a:ext cx="9144000" cy="587190"/>
          </a:xfrm>
        </p:spPr>
        <p:txBody>
          <a:bodyPr lIns="0" anchor="t"/>
          <a:lstStyle>
            <a:lvl1pPr marL="0" indent="0" algn="l">
              <a:buNone/>
              <a:defRPr lang="en-US" dirty="0">
                <a:solidFill>
                  <a:schemeClr val="accent6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0" name="Author">
            <a:extLst>
              <a:ext uri="{FF2B5EF4-FFF2-40B4-BE49-F238E27FC236}">
                <a16:creationId xmlns:a16="http://schemas.microsoft.com/office/drawing/2014/main" id="{741AE8C6-33DB-AF4E-AB01-8F8AD2E5088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71089" y="5040068"/>
            <a:ext cx="5851525" cy="1077912"/>
          </a:xfrm>
        </p:spPr>
        <p:txBody>
          <a:bodyPr anchor="b"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  <a:lvl2pPr>
              <a:buNone/>
              <a:defRPr>
                <a:solidFill>
                  <a:schemeClr val="bg1"/>
                </a:solidFill>
              </a:defRPr>
            </a:lvl2pPr>
            <a:lvl3pPr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Date">
            <a:extLst>
              <a:ext uri="{FF2B5EF4-FFF2-40B4-BE49-F238E27FC236}">
                <a16:creationId xmlns:a16="http://schemas.microsoft.com/office/drawing/2014/main" id="{7BE6BD27-9F7E-CC44-B0D6-6A76616BB73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71089" y="726324"/>
            <a:ext cx="3910806" cy="436563"/>
          </a:xfrm>
        </p:spPr>
        <p:txBody>
          <a:bodyPr>
            <a:normAutofit/>
          </a:bodyPr>
          <a:lstStyle>
            <a:lvl1pPr>
              <a:defRPr sz="1200">
                <a:solidFill>
                  <a:schemeClr val="bg1"/>
                </a:solidFill>
              </a:defRPr>
            </a:lvl1pPr>
            <a:lvl2pPr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ISOC logo" descr="Internet Society logo">
            <a:extLst>
              <a:ext uri="{FF2B5EF4-FFF2-40B4-BE49-F238E27FC236}">
                <a16:creationId xmlns:a16="http://schemas.microsoft.com/office/drawing/2014/main" id="{54D3DF5E-479B-7A45-AF40-D789415BE118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588592" y="5719206"/>
            <a:ext cx="1045940" cy="3486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88364A3B-BFFE-3A92-5F99-36CAC0125F90}"/>
              </a:ext>
            </a:extLst>
          </p:cNvPr>
          <p:cNvSpPr/>
          <p:nvPr userDrawn="1"/>
        </p:nvSpPr>
        <p:spPr>
          <a:xfrm>
            <a:off x="11794401" y="3694107"/>
            <a:ext cx="106352" cy="10635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 baseline="0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6B94DB9B-7913-49A9-8BFC-B034E585AD3E}"/>
              </a:ext>
            </a:extLst>
          </p:cNvPr>
          <p:cNvGrpSpPr/>
          <p:nvPr userDrawn="1"/>
        </p:nvGrpSpPr>
        <p:grpSpPr>
          <a:xfrm>
            <a:off x="10759634" y="296456"/>
            <a:ext cx="1141334" cy="1141334"/>
            <a:chOff x="7284254" y="4138271"/>
            <a:chExt cx="1141334" cy="1141334"/>
          </a:xfrm>
          <a:solidFill>
            <a:schemeClr val="accent1"/>
          </a:solidFill>
        </p:grpSpPr>
        <p:sp>
          <p:nvSpPr>
            <p:cNvPr id="36" name="Rectangle: Rounded Corners 35">
              <a:extLst>
                <a:ext uri="{FF2B5EF4-FFF2-40B4-BE49-F238E27FC236}">
                  <a16:creationId xmlns:a16="http://schemas.microsoft.com/office/drawing/2014/main" id="{0F780D57-239E-D3DF-FC6B-7D3F6C885A28}"/>
                </a:ext>
              </a:extLst>
            </p:cNvPr>
            <p:cNvSpPr/>
            <p:nvPr userDrawn="1"/>
          </p:nvSpPr>
          <p:spPr>
            <a:xfrm rot="5400000">
              <a:off x="7801745" y="4655762"/>
              <a:ext cx="1141334" cy="10635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00"/>
            </a:p>
          </p:txBody>
        </p:sp>
        <p:sp>
          <p:nvSpPr>
            <p:cNvPr id="37" name="Rectangle: Rounded Corners 36">
              <a:extLst>
                <a:ext uri="{FF2B5EF4-FFF2-40B4-BE49-F238E27FC236}">
                  <a16:creationId xmlns:a16="http://schemas.microsoft.com/office/drawing/2014/main" id="{FC02E9A4-E922-771E-4623-5FC0BDF5BE0A}"/>
                </a:ext>
              </a:extLst>
            </p:cNvPr>
            <p:cNvSpPr/>
            <p:nvPr userDrawn="1"/>
          </p:nvSpPr>
          <p:spPr>
            <a:xfrm>
              <a:off x="7284254" y="4138271"/>
              <a:ext cx="1141334" cy="10635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00"/>
            </a:p>
          </p:txBody>
        </p:sp>
        <p:sp>
          <p:nvSpPr>
            <p:cNvPr id="38" name="Rectangle: Rounded Corners 37">
              <a:extLst>
                <a:ext uri="{FF2B5EF4-FFF2-40B4-BE49-F238E27FC236}">
                  <a16:creationId xmlns:a16="http://schemas.microsoft.com/office/drawing/2014/main" id="{12417338-C772-9ABF-6C18-90177CE14A33}"/>
                </a:ext>
              </a:extLst>
            </p:cNvPr>
            <p:cNvSpPr/>
            <p:nvPr userDrawn="1"/>
          </p:nvSpPr>
          <p:spPr>
            <a:xfrm>
              <a:off x="8343290" y="4138271"/>
              <a:ext cx="82298" cy="106352"/>
            </a:xfrm>
            <a:prstGeom prst="roundRect">
              <a:avLst>
                <a:gd name="adj" fmla="val 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00" dirty="0"/>
            </a:p>
          </p:txBody>
        </p:sp>
      </p:grpSp>
      <p:sp>
        <p:nvSpPr>
          <p:cNvPr id="7" name="Oval 6">
            <a:extLst>
              <a:ext uri="{FF2B5EF4-FFF2-40B4-BE49-F238E27FC236}">
                <a16:creationId xmlns:a16="http://schemas.microsoft.com/office/drawing/2014/main" id="{2E45D6CC-A00C-0D46-9381-29A208167946}"/>
              </a:ext>
            </a:extLst>
          </p:cNvPr>
          <p:cNvSpPr/>
          <p:nvPr userDrawn="1"/>
        </p:nvSpPr>
        <p:spPr>
          <a:xfrm>
            <a:off x="11794401" y="3057189"/>
            <a:ext cx="106352" cy="10635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 baseline="0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74E0662C-85D4-EF16-6AA8-7D8B54A8EB60}"/>
              </a:ext>
            </a:extLst>
          </p:cNvPr>
          <p:cNvSpPr/>
          <p:nvPr userDrawn="1"/>
        </p:nvSpPr>
        <p:spPr>
          <a:xfrm>
            <a:off x="11794401" y="3481402"/>
            <a:ext cx="106352" cy="10635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 baseline="-25000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3EE7FCA-8D1A-0AF4-7E5C-8237E2E6703E}"/>
              </a:ext>
            </a:extLst>
          </p:cNvPr>
          <p:cNvSpPr/>
          <p:nvPr userDrawn="1"/>
        </p:nvSpPr>
        <p:spPr>
          <a:xfrm>
            <a:off x="11794401" y="3269894"/>
            <a:ext cx="106352" cy="10635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 baseline="0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99E66E6-2AA6-7402-B42E-2EE6A58A6065}"/>
              </a:ext>
            </a:extLst>
          </p:cNvPr>
          <p:cNvSpPr/>
          <p:nvPr userDrawn="1"/>
        </p:nvSpPr>
        <p:spPr>
          <a:xfrm rot="5400000">
            <a:off x="11145389" y="2192383"/>
            <a:ext cx="1404377" cy="106352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372B995B-732D-52FA-0CEC-FD7D0883339B}"/>
              </a:ext>
            </a:extLst>
          </p:cNvPr>
          <p:cNvSpPr/>
          <p:nvPr userDrawn="1"/>
        </p:nvSpPr>
        <p:spPr>
          <a:xfrm rot="5400000">
            <a:off x="11143631" y="4556739"/>
            <a:ext cx="1407893" cy="106352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339D5D28-44BD-B7D7-5FD7-68B9BA5CFCAB}"/>
              </a:ext>
            </a:extLst>
          </p:cNvPr>
          <p:cNvSpPr/>
          <p:nvPr userDrawn="1"/>
        </p:nvSpPr>
        <p:spPr>
          <a:xfrm flipH="1">
            <a:off x="291247" y="3694107"/>
            <a:ext cx="106352" cy="10635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 baseline="0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F040F22-A062-7056-18B8-D019B2BAC8C2}"/>
              </a:ext>
            </a:extLst>
          </p:cNvPr>
          <p:cNvGrpSpPr/>
          <p:nvPr userDrawn="1"/>
        </p:nvGrpSpPr>
        <p:grpSpPr>
          <a:xfrm flipH="1">
            <a:off x="291032" y="296456"/>
            <a:ext cx="1141334" cy="1141334"/>
            <a:chOff x="7284254" y="4138271"/>
            <a:chExt cx="1141334" cy="1141334"/>
          </a:xfrm>
          <a:solidFill>
            <a:schemeClr val="accent1"/>
          </a:solidFill>
        </p:grpSpPr>
        <p:sp>
          <p:nvSpPr>
            <p:cNvPr id="33" name="Rectangle: Rounded Corners 32">
              <a:extLst>
                <a:ext uri="{FF2B5EF4-FFF2-40B4-BE49-F238E27FC236}">
                  <a16:creationId xmlns:a16="http://schemas.microsoft.com/office/drawing/2014/main" id="{6EAAF2F8-A56D-E0DE-DE28-C7C478E65D26}"/>
                </a:ext>
              </a:extLst>
            </p:cNvPr>
            <p:cNvSpPr/>
            <p:nvPr userDrawn="1"/>
          </p:nvSpPr>
          <p:spPr>
            <a:xfrm rot="5400000">
              <a:off x="7801745" y="4655762"/>
              <a:ext cx="1141334" cy="10635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00"/>
            </a:p>
          </p:txBody>
        </p:sp>
        <p:sp>
          <p:nvSpPr>
            <p:cNvPr id="34" name="Rectangle: Rounded Corners 33">
              <a:extLst>
                <a:ext uri="{FF2B5EF4-FFF2-40B4-BE49-F238E27FC236}">
                  <a16:creationId xmlns:a16="http://schemas.microsoft.com/office/drawing/2014/main" id="{B106D80B-42AB-80A4-8C57-8013BF73BCD2}"/>
                </a:ext>
              </a:extLst>
            </p:cNvPr>
            <p:cNvSpPr/>
            <p:nvPr userDrawn="1"/>
          </p:nvSpPr>
          <p:spPr>
            <a:xfrm>
              <a:off x="7284254" y="4138271"/>
              <a:ext cx="1141334" cy="10635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00"/>
            </a:p>
          </p:txBody>
        </p:sp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E7D2A287-07D7-E21E-603A-C9386B321178}"/>
                </a:ext>
              </a:extLst>
            </p:cNvPr>
            <p:cNvSpPr/>
            <p:nvPr userDrawn="1"/>
          </p:nvSpPr>
          <p:spPr>
            <a:xfrm>
              <a:off x="8343290" y="4138271"/>
              <a:ext cx="82298" cy="106352"/>
            </a:xfrm>
            <a:prstGeom prst="roundRect">
              <a:avLst>
                <a:gd name="adj" fmla="val 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00"/>
            </a:p>
          </p:txBody>
        </p:sp>
      </p:grpSp>
      <p:sp>
        <p:nvSpPr>
          <p:cNvPr id="16" name="Oval 15">
            <a:extLst>
              <a:ext uri="{FF2B5EF4-FFF2-40B4-BE49-F238E27FC236}">
                <a16:creationId xmlns:a16="http://schemas.microsoft.com/office/drawing/2014/main" id="{FE866F97-AC5D-FCA1-E715-38ABAEB96494}"/>
              </a:ext>
            </a:extLst>
          </p:cNvPr>
          <p:cNvSpPr/>
          <p:nvPr userDrawn="1"/>
        </p:nvSpPr>
        <p:spPr>
          <a:xfrm flipH="1">
            <a:off x="291247" y="3057189"/>
            <a:ext cx="106352" cy="10635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 baseline="0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80295FB8-547B-7449-4047-5D4503B59350}"/>
              </a:ext>
            </a:extLst>
          </p:cNvPr>
          <p:cNvSpPr/>
          <p:nvPr userDrawn="1"/>
        </p:nvSpPr>
        <p:spPr>
          <a:xfrm flipH="1">
            <a:off x="291247" y="3481402"/>
            <a:ext cx="106352" cy="10635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 baseline="-25000" dirty="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369ED8EE-A451-35F1-8A1C-A1E856842867}"/>
              </a:ext>
            </a:extLst>
          </p:cNvPr>
          <p:cNvSpPr/>
          <p:nvPr userDrawn="1"/>
        </p:nvSpPr>
        <p:spPr>
          <a:xfrm flipH="1">
            <a:off x="291247" y="3269894"/>
            <a:ext cx="106352" cy="10635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 baseline="0" dirty="0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57F874D9-8523-06F6-F8A5-585B3DE3C2D5}"/>
              </a:ext>
            </a:extLst>
          </p:cNvPr>
          <p:cNvSpPr/>
          <p:nvPr userDrawn="1"/>
        </p:nvSpPr>
        <p:spPr>
          <a:xfrm rot="16200000" flipH="1">
            <a:off x="-357765" y="2192384"/>
            <a:ext cx="1404375" cy="106352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AF1E178D-C4DD-2ACF-C05D-8D3D7048684E}"/>
              </a:ext>
            </a:extLst>
          </p:cNvPr>
          <p:cNvSpPr/>
          <p:nvPr userDrawn="1"/>
        </p:nvSpPr>
        <p:spPr>
          <a:xfrm rot="16200000" flipH="1">
            <a:off x="-359525" y="4556740"/>
            <a:ext cx="1407896" cy="106352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205EF574-8F8A-F1DE-4473-98484206A483}"/>
              </a:ext>
            </a:extLst>
          </p:cNvPr>
          <p:cNvSpPr/>
          <p:nvPr userDrawn="1"/>
        </p:nvSpPr>
        <p:spPr>
          <a:xfrm>
            <a:off x="1538861" y="6455193"/>
            <a:ext cx="1141334" cy="106352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65092BFD-7EA9-E3B0-A686-1E7B775D88C8}"/>
              </a:ext>
            </a:extLst>
          </p:cNvPr>
          <p:cNvGrpSpPr/>
          <p:nvPr userDrawn="1"/>
        </p:nvGrpSpPr>
        <p:grpSpPr>
          <a:xfrm flipV="1">
            <a:off x="10759419" y="5420211"/>
            <a:ext cx="1141334" cy="1141334"/>
            <a:chOff x="7284254" y="4138271"/>
            <a:chExt cx="1141334" cy="1141334"/>
          </a:xfrm>
          <a:solidFill>
            <a:schemeClr val="accent1"/>
          </a:solidFill>
        </p:grpSpPr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C57867F3-47E1-CDFF-089E-88DE27195F15}"/>
                </a:ext>
              </a:extLst>
            </p:cNvPr>
            <p:cNvSpPr/>
            <p:nvPr userDrawn="1"/>
          </p:nvSpPr>
          <p:spPr>
            <a:xfrm rot="5400000">
              <a:off x="7801745" y="4655762"/>
              <a:ext cx="1141334" cy="10635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00"/>
            </a:p>
          </p:txBody>
        </p:sp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25663694-DAE4-24A3-B2FB-45563EA93081}"/>
                </a:ext>
              </a:extLst>
            </p:cNvPr>
            <p:cNvSpPr/>
            <p:nvPr userDrawn="1"/>
          </p:nvSpPr>
          <p:spPr>
            <a:xfrm>
              <a:off x="7284254" y="4138271"/>
              <a:ext cx="1141334" cy="10635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00"/>
            </a:p>
          </p:txBody>
        </p:sp>
        <p:sp>
          <p:nvSpPr>
            <p:cNvPr id="32" name="Rectangle: Rounded Corners 31">
              <a:extLst>
                <a:ext uri="{FF2B5EF4-FFF2-40B4-BE49-F238E27FC236}">
                  <a16:creationId xmlns:a16="http://schemas.microsoft.com/office/drawing/2014/main" id="{20D47BAE-F96F-19E8-961C-F767B0A882AE}"/>
                </a:ext>
              </a:extLst>
            </p:cNvPr>
            <p:cNvSpPr/>
            <p:nvPr userDrawn="1"/>
          </p:nvSpPr>
          <p:spPr>
            <a:xfrm>
              <a:off x="8343290" y="4138271"/>
              <a:ext cx="82298" cy="106352"/>
            </a:xfrm>
            <a:prstGeom prst="roundRect">
              <a:avLst>
                <a:gd name="adj" fmla="val 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00" dirty="0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D08C02ED-B2F9-BBE7-9667-2356E6CED977}"/>
              </a:ext>
            </a:extLst>
          </p:cNvPr>
          <p:cNvGrpSpPr/>
          <p:nvPr userDrawn="1"/>
        </p:nvGrpSpPr>
        <p:grpSpPr>
          <a:xfrm flipH="1" flipV="1">
            <a:off x="290817" y="5420211"/>
            <a:ext cx="1141334" cy="1141334"/>
            <a:chOff x="7284254" y="4138271"/>
            <a:chExt cx="1141334" cy="1141334"/>
          </a:xfrm>
          <a:solidFill>
            <a:schemeClr val="accent1"/>
          </a:solidFill>
        </p:grpSpPr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66C796B5-54DA-20CB-63EC-4B3CF6BDD200}"/>
                </a:ext>
              </a:extLst>
            </p:cNvPr>
            <p:cNvSpPr/>
            <p:nvPr userDrawn="1"/>
          </p:nvSpPr>
          <p:spPr>
            <a:xfrm rot="5400000">
              <a:off x="7801745" y="4655762"/>
              <a:ext cx="1141334" cy="10635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00"/>
            </a:p>
          </p:txBody>
        </p:sp>
        <p:sp>
          <p:nvSpPr>
            <p:cNvPr id="28" name="Rectangle: Rounded Corners 27">
              <a:extLst>
                <a:ext uri="{FF2B5EF4-FFF2-40B4-BE49-F238E27FC236}">
                  <a16:creationId xmlns:a16="http://schemas.microsoft.com/office/drawing/2014/main" id="{4BA84F1C-F7EE-CD16-72BB-907F6DE239B5}"/>
                </a:ext>
              </a:extLst>
            </p:cNvPr>
            <p:cNvSpPr/>
            <p:nvPr userDrawn="1"/>
          </p:nvSpPr>
          <p:spPr>
            <a:xfrm>
              <a:off x="7284254" y="4138271"/>
              <a:ext cx="1141334" cy="10635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00"/>
            </a:p>
          </p:txBody>
        </p:sp>
        <p:sp>
          <p:nvSpPr>
            <p:cNvPr id="29" name="Rectangle: Rounded Corners 28">
              <a:extLst>
                <a:ext uri="{FF2B5EF4-FFF2-40B4-BE49-F238E27FC236}">
                  <a16:creationId xmlns:a16="http://schemas.microsoft.com/office/drawing/2014/main" id="{65131107-4A20-F7E8-D1A9-26C323A74D9C}"/>
                </a:ext>
              </a:extLst>
            </p:cNvPr>
            <p:cNvSpPr/>
            <p:nvPr userDrawn="1"/>
          </p:nvSpPr>
          <p:spPr>
            <a:xfrm>
              <a:off x="8343290" y="4138271"/>
              <a:ext cx="82298" cy="106352"/>
            </a:xfrm>
            <a:prstGeom prst="roundRect">
              <a:avLst>
                <a:gd name="adj" fmla="val 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00"/>
            </a:p>
          </p:txBody>
        </p:sp>
      </p:grp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ECB1D5F7-71F0-4E94-5304-743A63F2357C}"/>
              </a:ext>
            </a:extLst>
          </p:cNvPr>
          <p:cNvSpPr/>
          <p:nvPr userDrawn="1"/>
        </p:nvSpPr>
        <p:spPr>
          <a:xfrm>
            <a:off x="9511805" y="6455193"/>
            <a:ext cx="1141334" cy="106352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/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8182F6A9-8D7A-5BB0-151F-07536C75DAD5}"/>
              </a:ext>
            </a:extLst>
          </p:cNvPr>
          <p:cNvSpPr/>
          <p:nvPr userDrawn="1"/>
        </p:nvSpPr>
        <p:spPr>
          <a:xfrm>
            <a:off x="6745288" y="6455193"/>
            <a:ext cx="2660165" cy="10635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/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88B01EB7-1908-C75D-830B-64EFD6BDDB6F}"/>
              </a:ext>
            </a:extLst>
          </p:cNvPr>
          <p:cNvSpPr/>
          <p:nvPr userDrawn="1"/>
        </p:nvSpPr>
        <p:spPr>
          <a:xfrm>
            <a:off x="2786548" y="6449991"/>
            <a:ext cx="2660165" cy="10635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/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34AAFD07-8A31-7575-1CC0-45C1F8D94F2E}"/>
              </a:ext>
            </a:extLst>
          </p:cNvPr>
          <p:cNvSpPr/>
          <p:nvPr userDrawn="1"/>
        </p:nvSpPr>
        <p:spPr>
          <a:xfrm>
            <a:off x="5550778" y="6449991"/>
            <a:ext cx="1088158" cy="106352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/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4D179947-C5BF-43D7-AB06-FB027DB56348}"/>
              </a:ext>
            </a:extLst>
          </p:cNvPr>
          <p:cNvSpPr/>
          <p:nvPr userDrawn="1"/>
        </p:nvSpPr>
        <p:spPr>
          <a:xfrm>
            <a:off x="1538861" y="301658"/>
            <a:ext cx="1141334" cy="106352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/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B456BF12-C2CC-02B7-1B0C-ACEB8368C8CC}"/>
              </a:ext>
            </a:extLst>
          </p:cNvPr>
          <p:cNvSpPr/>
          <p:nvPr userDrawn="1"/>
        </p:nvSpPr>
        <p:spPr>
          <a:xfrm>
            <a:off x="9511805" y="301658"/>
            <a:ext cx="1141334" cy="106352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/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771F11F6-4B89-D8E8-E69D-90F856D5D4BA}"/>
              </a:ext>
            </a:extLst>
          </p:cNvPr>
          <p:cNvSpPr/>
          <p:nvPr userDrawn="1"/>
        </p:nvSpPr>
        <p:spPr>
          <a:xfrm>
            <a:off x="6745288" y="301658"/>
            <a:ext cx="2660165" cy="10635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/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5B1174DE-6C4F-F51F-7A86-EF0A36B4266E}"/>
              </a:ext>
            </a:extLst>
          </p:cNvPr>
          <p:cNvSpPr/>
          <p:nvPr userDrawn="1"/>
        </p:nvSpPr>
        <p:spPr>
          <a:xfrm>
            <a:off x="2786548" y="296456"/>
            <a:ext cx="2660165" cy="10635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/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471C8835-9087-AB86-94FC-385D57C5C50C}"/>
              </a:ext>
            </a:extLst>
          </p:cNvPr>
          <p:cNvSpPr/>
          <p:nvPr userDrawn="1"/>
        </p:nvSpPr>
        <p:spPr>
          <a:xfrm>
            <a:off x="5550778" y="296456"/>
            <a:ext cx="1088158" cy="106352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/>
          </a:p>
        </p:txBody>
      </p:sp>
    </p:spTree>
    <p:extLst>
      <p:ext uri="{BB962C8B-B14F-4D97-AF65-F5344CB8AC3E}">
        <p14:creationId xmlns:p14="http://schemas.microsoft.com/office/powerpoint/2010/main" val="12783569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-Graphic-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Imagen 14">
            <a:extLst>
              <a:ext uri="{FF2B5EF4-FFF2-40B4-BE49-F238E27FC236}">
                <a16:creationId xmlns:a16="http://schemas.microsoft.com/office/drawing/2014/main" id="{A6A2522C-FE9B-3B93-4ABF-5F7AE819780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867286" y="5705486"/>
            <a:ext cx="1473649" cy="358083"/>
          </a:xfrm>
          <a:prstGeom prst="rect">
            <a:avLst/>
          </a:prstGeom>
          <a:noFill/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04F635FF-42BE-CF49-96A5-805FC86C31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1089" y="2757648"/>
            <a:ext cx="9144000" cy="733230"/>
          </a:xfrm>
        </p:spPr>
        <p:txBody>
          <a:bodyPr anchor="t">
            <a:noAutofit/>
          </a:bodyPr>
          <a:lstStyle>
            <a:lvl1pPr algn="l"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4976D5B7-51B6-EB48-81BC-4F5164ABAF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71089" y="3592266"/>
            <a:ext cx="9144000" cy="587190"/>
          </a:xfrm>
        </p:spPr>
        <p:txBody>
          <a:bodyPr lIns="0" anchor="t"/>
          <a:lstStyle>
            <a:lvl1pPr marL="0" indent="0" algn="l">
              <a:buNone/>
              <a:defRPr sz="2400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50" name="Picture 49" descr="A black background with blue text&#10;&#10;Description automatically generated">
            <a:extLst>
              <a:ext uri="{FF2B5EF4-FFF2-40B4-BE49-F238E27FC236}">
                <a16:creationId xmlns:a16="http://schemas.microsoft.com/office/drawing/2014/main" id="{DFE3F3AE-8165-B5D7-344B-AA2B348CA69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576438" y="5716643"/>
            <a:ext cx="1058094" cy="352283"/>
          </a:xfrm>
          <a:prstGeom prst="rect">
            <a:avLst/>
          </a:prstGeom>
        </p:spPr>
      </p:pic>
      <p:sp>
        <p:nvSpPr>
          <p:cNvPr id="20" name="Author">
            <a:extLst>
              <a:ext uri="{FF2B5EF4-FFF2-40B4-BE49-F238E27FC236}">
                <a16:creationId xmlns:a16="http://schemas.microsoft.com/office/drawing/2014/main" id="{741AE8C6-33DB-AF4E-AB01-8F8AD2E5088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71089" y="5040068"/>
            <a:ext cx="5851525" cy="1077912"/>
          </a:xfrm>
        </p:spPr>
        <p:txBody>
          <a:bodyPr anchor="b">
            <a:noAutofit/>
          </a:bodyPr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buNone/>
              <a:defRPr>
                <a:solidFill>
                  <a:schemeClr val="bg1"/>
                </a:solidFill>
              </a:defRPr>
            </a:lvl2pPr>
            <a:lvl3pPr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Date">
            <a:extLst>
              <a:ext uri="{FF2B5EF4-FFF2-40B4-BE49-F238E27FC236}">
                <a16:creationId xmlns:a16="http://schemas.microsoft.com/office/drawing/2014/main" id="{7BE6BD27-9F7E-CC44-B0D6-6A76616BB73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71089" y="726324"/>
            <a:ext cx="3910806" cy="436563"/>
          </a:xfrm>
        </p:spPr>
        <p:txBody>
          <a:bodyPr>
            <a:normAutofit/>
          </a:bodyPr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8364A3B-BFFE-3A92-5F99-36CAC0125F90}"/>
              </a:ext>
            </a:extLst>
          </p:cNvPr>
          <p:cNvSpPr/>
          <p:nvPr userDrawn="1"/>
        </p:nvSpPr>
        <p:spPr>
          <a:xfrm>
            <a:off x="11794401" y="3694107"/>
            <a:ext cx="106352" cy="10635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 baseline="0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6B94DB9B-7913-49A9-8BFC-B034E585AD3E}"/>
              </a:ext>
            </a:extLst>
          </p:cNvPr>
          <p:cNvGrpSpPr/>
          <p:nvPr userDrawn="1"/>
        </p:nvGrpSpPr>
        <p:grpSpPr>
          <a:xfrm>
            <a:off x="10759634" y="296456"/>
            <a:ext cx="1141334" cy="1141334"/>
            <a:chOff x="7284254" y="4138271"/>
            <a:chExt cx="1141334" cy="1141334"/>
          </a:xfrm>
          <a:solidFill>
            <a:schemeClr val="accent1"/>
          </a:solidFill>
        </p:grpSpPr>
        <p:sp>
          <p:nvSpPr>
            <p:cNvPr id="36" name="Rectangle: Rounded Corners 35">
              <a:extLst>
                <a:ext uri="{FF2B5EF4-FFF2-40B4-BE49-F238E27FC236}">
                  <a16:creationId xmlns:a16="http://schemas.microsoft.com/office/drawing/2014/main" id="{0F780D57-239E-D3DF-FC6B-7D3F6C885A28}"/>
                </a:ext>
              </a:extLst>
            </p:cNvPr>
            <p:cNvSpPr/>
            <p:nvPr userDrawn="1"/>
          </p:nvSpPr>
          <p:spPr>
            <a:xfrm rot="5400000">
              <a:off x="7801745" y="4655762"/>
              <a:ext cx="1141334" cy="10635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00"/>
            </a:p>
          </p:txBody>
        </p:sp>
        <p:sp>
          <p:nvSpPr>
            <p:cNvPr id="37" name="Rectangle: Rounded Corners 36">
              <a:extLst>
                <a:ext uri="{FF2B5EF4-FFF2-40B4-BE49-F238E27FC236}">
                  <a16:creationId xmlns:a16="http://schemas.microsoft.com/office/drawing/2014/main" id="{FC02E9A4-E922-771E-4623-5FC0BDF5BE0A}"/>
                </a:ext>
              </a:extLst>
            </p:cNvPr>
            <p:cNvSpPr/>
            <p:nvPr userDrawn="1"/>
          </p:nvSpPr>
          <p:spPr>
            <a:xfrm>
              <a:off x="7284254" y="4138271"/>
              <a:ext cx="1141334" cy="10635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00"/>
            </a:p>
          </p:txBody>
        </p:sp>
        <p:sp>
          <p:nvSpPr>
            <p:cNvPr id="38" name="Rectangle: Rounded Corners 37">
              <a:extLst>
                <a:ext uri="{FF2B5EF4-FFF2-40B4-BE49-F238E27FC236}">
                  <a16:creationId xmlns:a16="http://schemas.microsoft.com/office/drawing/2014/main" id="{12417338-C772-9ABF-6C18-90177CE14A33}"/>
                </a:ext>
              </a:extLst>
            </p:cNvPr>
            <p:cNvSpPr/>
            <p:nvPr userDrawn="1"/>
          </p:nvSpPr>
          <p:spPr>
            <a:xfrm>
              <a:off x="8343290" y="4138271"/>
              <a:ext cx="82298" cy="106352"/>
            </a:xfrm>
            <a:prstGeom prst="roundRect">
              <a:avLst>
                <a:gd name="adj" fmla="val 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00" dirty="0"/>
            </a:p>
          </p:txBody>
        </p:sp>
      </p:grpSp>
      <p:sp>
        <p:nvSpPr>
          <p:cNvPr id="7" name="Oval 6">
            <a:extLst>
              <a:ext uri="{FF2B5EF4-FFF2-40B4-BE49-F238E27FC236}">
                <a16:creationId xmlns:a16="http://schemas.microsoft.com/office/drawing/2014/main" id="{2E45D6CC-A00C-0D46-9381-29A208167946}"/>
              </a:ext>
            </a:extLst>
          </p:cNvPr>
          <p:cNvSpPr/>
          <p:nvPr userDrawn="1"/>
        </p:nvSpPr>
        <p:spPr>
          <a:xfrm>
            <a:off x="11794401" y="3057189"/>
            <a:ext cx="106352" cy="10635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 baseline="0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74E0662C-85D4-EF16-6AA8-7D8B54A8EB60}"/>
              </a:ext>
            </a:extLst>
          </p:cNvPr>
          <p:cNvSpPr/>
          <p:nvPr userDrawn="1"/>
        </p:nvSpPr>
        <p:spPr>
          <a:xfrm>
            <a:off x="11794401" y="3481402"/>
            <a:ext cx="106352" cy="10635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 baseline="-25000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3EE7FCA-8D1A-0AF4-7E5C-8237E2E6703E}"/>
              </a:ext>
            </a:extLst>
          </p:cNvPr>
          <p:cNvSpPr/>
          <p:nvPr userDrawn="1"/>
        </p:nvSpPr>
        <p:spPr>
          <a:xfrm>
            <a:off x="11794401" y="3269894"/>
            <a:ext cx="106352" cy="10635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 baseline="0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99E66E6-2AA6-7402-B42E-2EE6A58A6065}"/>
              </a:ext>
            </a:extLst>
          </p:cNvPr>
          <p:cNvSpPr/>
          <p:nvPr userDrawn="1"/>
        </p:nvSpPr>
        <p:spPr>
          <a:xfrm rot="5400000">
            <a:off x="11145389" y="2192383"/>
            <a:ext cx="1404377" cy="106352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372B995B-732D-52FA-0CEC-FD7D0883339B}"/>
              </a:ext>
            </a:extLst>
          </p:cNvPr>
          <p:cNvSpPr/>
          <p:nvPr userDrawn="1"/>
        </p:nvSpPr>
        <p:spPr>
          <a:xfrm rot="5400000">
            <a:off x="11143631" y="4556739"/>
            <a:ext cx="1407893" cy="106352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339D5D28-44BD-B7D7-5FD7-68B9BA5CFCAB}"/>
              </a:ext>
            </a:extLst>
          </p:cNvPr>
          <p:cNvSpPr/>
          <p:nvPr userDrawn="1"/>
        </p:nvSpPr>
        <p:spPr>
          <a:xfrm flipH="1">
            <a:off x="291247" y="3694107"/>
            <a:ext cx="106352" cy="10635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 baseline="0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F040F22-A062-7056-18B8-D019B2BAC8C2}"/>
              </a:ext>
            </a:extLst>
          </p:cNvPr>
          <p:cNvGrpSpPr/>
          <p:nvPr userDrawn="1"/>
        </p:nvGrpSpPr>
        <p:grpSpPr>
          <a:xfrm flipH="1">
            <a:off x="291032" y="296456"/>
            <a:ext cx="1141334" cy="1141334"/>
            <a:chOff x="7284254" y="4138271"/>
            <a:chExt cx="1141334" cy="1141334"/>
          </a:xfrm>
          <a:solidFill>
            <a:schemeClr val="accent1"/>
          </a:solidFill>
        </p:grpSpPr>
        <p:sp>
          <p:nvSpPr>
            <p:cNvPr id="33" name="Rectangle: Rounded Corners 32">
              <a:extLst>
                <a:ext uri="{FF2B5EF4-FFF2-40B4-BE49-F238E27FC236}">
                  <a16:creationId xmlns:a16="http://schemas.microsoft.com/office/drawing/2014/main" id="{6EAAF2F8-A56D-E0DE-DE28-C7C478E65D26}"/>
                </a:ext>
              </a:extLst>
            </p:cNvPr>
            <p:cNvSpPr/>
            <p:nvPr userDrawn="1"/>
          </p:nvSpPr>
          <p:spPr>
            <a:xfrm rot="5400000">
              <a:off x="7801745" y="4655762"/>
              <a:ext cx="1141334" cy="10635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00"/>
            </a:p>
          </p:txBody>
        </p:sp>
        <p:sp>
          <p:nvSpPr>
            <p:cNvPr id="34" name="Rectangle: Rounded Corners 33">
              <a:extLst>
                <a:ext uri="{FF2B5EF4-FFF2-40B4-BE49-F238E27FC236}">
                  <a16:creationId xmlns:a16="http://schemas.microsoft.com/office/drawing/2014/main" id="{B106D80B-42AB-80A4-8C57-8013BF73BCD2}"/>
                </a:ext>
              </a:extLst>
            </p:cNvPr>
            <p:cNvSpPr/>
            <p:nvPr userDrawn="1"/>
          </p:nvSpPr>
          <p:spPr>
            <a:xfrm>
              <a:off x="7284254" y="4138271"/>
              <a:ext cx="1141334" cy="10635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00"/>
            </a:p>
          </p:txBody>
        </p:sp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E7D2A287-07D7-E21E-603A-C9386B321178}"/>
                </a:ext>
              </a:extLst>
            </p:cNvPr>
            <p:cNvSpPr/>
            <p:nvPr userDrawn="1"/>
          </p:nvSpPr>
          <p:spPr>
            <a:xfrm>
              <a:off x="8343290" y="4138271"/>
              <a:ext cx="82298" cy="106352"/>
            </a:xfrm>
            <a:prstGeom prst="roundRect">
              <a:avLst>
                <a:gd name="adj" fmla="val 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00"/>
            </a:p>
          </p:txBody>
        </p:sp>
      </p:grpSp>
      <p:sp>
        <p:nvSpPr>
          <p:cNvPr id="16" name="Oval 15">
            <a:extLst>
              <a:ext uri="{FF2B5EF4-FFF2-40B4-BE49-F238E27FC236}">
                <a16:creationId xmlns:a16="http://schemas.microsoft.com/office/drawing/2014/main" id="{FE866F97-AC5D-FCA1-E715-38ABAEB96494}"/>
              </a:ext>
            </a:extLst>
          </p:cNvPr>
          <p:cNvSpPr/>
          <p:nvPr userDrawn="1"/>
        </p:nvSpPr>
        <p:spPr>
          <a:xfrm flipH="1">
            <a:off x="291247" y="3057189"/>
            <a:ext cx="106352" cy="10635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 baseline="0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80295FB8-547B-7449-4047-5D4503B59350}"/>
              </a:ext>
            </a:extLst>
          </p:cNvPr>
          <p:cNvSpPr/>
          <p:nvPr userDrawn="1"/>
        </p:nvSpPr>
        <p:spPr>
          <a:xfrm flipH="1">
            <a:off x="291247" y="3481402"/>
            <a:ext cx="106352" cy="10635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 baseline="-25000" dirty="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369ED8EE-A451-35F1-8A1C-A1E856842867}"/>
              </a:ext>
            </a:extLst>
          </p:cNvPr>
          <p:cNvSpPr/>
          <p:nvPr userDrawn="1"/>
        </p:nvSpPr>
        <p:spPr>
          <a:xfrm flipH="1">
            <a:off x="291247" y="3269894"/>
            <a:ext cx="106352" cy="10635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 baseline="0" dirty="0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57F874D9-8523-06F6-F8A5-585B3DE3C2D5}"/>
              </a:ext>
            </a:extLst>
          </p:cNvPr>
          <p:cNvSpPr/>
          <p:nvPr userDrawn="1"/>
        </p:nvSpPr>
        <p:spPr>
          <a:xfrm rot="16200000" flipH="1">
            <a:off x="-357765" y="2192384"/>
            <a:ext cx="1404375" cy="106352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AF1E178D-C4DD-2ACF-C05D-8D3D7048684E}"/>
              </a:ext>
            </a:extLst>
          </p:cNvPr>
          <p:cNvSpPr/>
          <p:nvPr userDrawn="1"/>
        </p:nvSpPr>
        <p:spPr>
          <a:xfrm rot="16200000" flipH="1">
            <a:off x="-359525" y="4556740"/>
            <a:ext cx="1407896" cy="106352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205EF574-8F8A-F1DE-4473-98484206A483}"/>
              </a:ext>
            </a:extLst>
          </p:cNvPr>
          <p:cNvSpPr/>
          <p:nvPr userDrawn="1"/>
        </p:nvSpPr>
        <p:spPr>
          <a:xfrm>
            <a:off x="1538861" y="6455193"/>
            <a:ext cx="1141334" cy="106352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65092BFD-7EA9-E3B0-A686-1E7B775D88C8}"/>
              </a:ext>
            </a:extLst>
          </p:cNvPr>
          <p:cNvGrpSpPr/>
          <p:nvPr userDrawn="1"/>
        </p:nvGrpSpPr>
        <p:grpSpPr>
          <a:xfrm flipV="1">
            <a:off x="10759419" y="5420211"/>
            <a:ext cx="1141334" cy="1141334"/>
            <a:chOff x="7284254" y="4138271"/>
            <a:chExt cx="1141334" cy="1141334"/>
          </a:xfrm>
          <a:solidFill>
            <a:schemeClr val="accent1"/>
          </a:solidFill>
        </p:grpSpPr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C57867F3-47E1-CDFF-089E-88DE27195F15}"/>
                </a:ext>
              </a:extLst>
            </p:cNvPr>
            <p:cNvSpPr/>
            <p:nvPr userDrawn="1"/>
          </p:nvSpPr>
          <p:spPr>
            <a:xfrm rot="5400000">
              <a:off x="7801745" y="4655762"/>
              <a:ext cx="1141334" cy="10635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00"/>
            </a:p>
          </p:txBody>
        </p:sp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25663694-DAE4-24A3-B2FB-45563EA93081}"/>
                </a:ext>
              </a:extLst>
            </p:cNvPr>
            <p:cNvSpPr/>
            <p:nvPr userDrawn="1"/>
          </p:nvSpPr>
          <p:spPr>
            <a:xfrm>
              <a:off x="7284254" y="4138271"/>
              <a:ext cx="1141334" cy="10635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00"/>
            </a:p>
          </p:txBody>
        </p:sp>
        <p:sp>
          <p:nvSpPr>
            <p:cNvPr id="32" name="Rectangle: Rounded Corners 31">
              <a:extLst>
                <a:ext uri="{FF2B5EF4-FFF2-40B4-BE49-F238E27FC236}">
                  <a16:creationId xmlns:a16="http://schemas.microsoft.com/office/drawing/2014/main" id="{20D47BAE-F96F-19E8-961C-F767B0A882AE}"/>
                </a:ext>
              </a:extLst>
            </p:cNvPr>
            <p:cNvSpPr/>
            <p:nvPr userDrawn="1"/>
          </p:nvSpPr>
          <p:spPr>
            <a:xfrm>
              <a:off x="8343290" y="4138271"/>
              <a:ext cx="82298" cy="106352"/>
            </a:xfrm>
            <a:prstGeom prst="roundRect">
              <a:avLst>
                <a:gd name="adj" fmla="val 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00" dirty="0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D08C02ED-B2F9-BBE7-9667-2356E6CED977}"/>
              </a:ext>
            </a:extLst>
          </p:cNvPr>
          <p:cNvGrpSpPr/>
          <p:nvPr userDrawn="1"/>
        </p:nvGrpSpPr>
        <p:grpSpPr>
          <a:xfrm flipH="1" flipV="1">
            <a:off x="290817" y="5420211"/>
            <a:ext cx="1141334" cy="1141334"/>
            <a:chOff x="7284254" y="4138271"/>
            <a:chExt cx="1141334" cy="1141334"/>
          </a:xfrm>
          <a:solidFill>
            <a:schemeClr val="accent1"/>
          </a:solidFill>
        </p:grpSpPr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66C796B5-54DA-20CB-63EC-4B3CF6BDD200}"/>
                </a:ext>
              </a:extLst>
            </p:cNvPr>
            <p:cNvSpPr/>
            <p:nvPr userDrawn="1"/>
          </p:nvSpPr>
          <p:spPr>
            <a:xfrm rot="5400000">
              <a:off x="7801745" y="4655762"/>
              <a:ext cx="1141334" cy="10635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00"/>
            </a:p>
          </p:txBody>
        </p:sp>
        <p:sp>
          <p:nvSpPr>
            <p:cNvPr id="28" name="Rectangle: Rounded Corners 27">
              <a:extLst>
                <a:ext uri="{FF2B5EF4-FFF2-40B4-BE49-F238E27FC236}">
                  <a16:creationId xmlns:a16="http://schemas.microsoft.com/office/drawing/2014/main" id="{4BA84F1C-F7EE-CD16-72BB-907F6DE239B5}"/>
                </a:ext>
              </a:extLst>
            </p:cNvPr>
            <p:cNvSpPr/>
            <p:nvPr userDrawn="1"/>
          </p:nvSpPr>
          <p:spPr>
            <a:xfrm>
              <a:off x="7284254" y="4138271"/>
              <a:ext cx="1141334" cy="10635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00"/>
            </a:p>
          </p:txBody>
        </p:sp>
        <p:sp>
          <p:nvSpPr>
            <p:cNvPr id="29" name="Rectangle: Rounded Corners 28">
              <a:extLst>
                <a:ext uri="{FF2B5EF4-FFF2-40B4-BE49-F238E27FC236}">
                  <a16:creationId xmlns:a16="http://schemas.microsoft.com/office/drawing/2014/main" id="{65131107-4A20-F7E8-D1A9-26C323A74D9C}"/>
                </a:ext>
              </a:extLst>
            </p:cNvPr>
            <p:cNvSpPr/>
            <p:nvPr userDrawn="1"/>
          </p:nvSpPr>
          <p:spPr>
            <a:xfrm>
              <a:off x="8343290" y="4138271"/>
              <a:ext cx="82298" cy="106352"/>
            </a:xfrm>
            <a:prstGeom prst="roundRect">
              <a:avLst>
                <a:gd name="adj" fmla="val 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00"/>
            </a:p>
          </p:txBody>
        </p:sp>
      </p:grp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ECB1D5F7-71F0-4E94-5304-743A63F2357C}"/>
              </a:ext>
            </a:extLst>
          </p:cNvPr>
          <p:cNvSpPr/>
          <p:nvPr userDrawn="1"/>
        </p:nvSpPr>
        <p:spPr>
          <a:xfrm>
            <a:off x="9511805" y="6455193"/>
            <a:ext cx="1141334" cy="106352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/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8182F6A9-8D7A-5BB0-151F-07536C75DAD5}"/>
              </a:ext>
            </a:extLst>
          </p:cNvPr>
          <p:cNvSpPr/>
          <p:nvPr userDrawn="1"/>
        </p:nvSpPr>
        <p:spPr>
          <a:xfrm>
            <a:off x="6745288" y="6455193"/>
            <a:ext cx="2660165" cy="10635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/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88B01EB7-1908-C75D-830B-64EFD6BDDB6F}"/>
              </a:ext>
            </a:extLst>
          </p:cNvPr>
          <p:cNvSpPr/>
          <p:nvPr userDrawn="1"/>
        </p:nvSpPr>
        <p:spPr>
          <a:xfrm>
            <a:off x="2786548" y="6449991"/>
            <a:ext cx="2660165" cy="10635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/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34AAFD07-8A31-7575-1CC0-45C1F8D94F2E}"/>
              </a:ext>
            </a:extLst>
          </p:cNvPr>
          <p:cNvSpPr/>
          <p:nvPr userDrawn="1"/>
        </p:nvSpPr>
        <p:spPr>
          <a:xfrm>
            <a:off x="5550778" y="6449991"/>
            <a:ext cx="1088158" cy="106352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/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4D179947-C5BF-43D7-AB06-FB027DB56348}"/>
              </a:ext>
            </a:extLst>
          </p:cNvPr>
          <p:cNvSpPr/>
          <p:nvPr userDrawn="1"/>
        </p:nvSpPr>
        <p:spPr>
          <a:xfrm>
            <a:off x="1538861" y="301658"/>
            <a:ext cx="1141334" cy="106352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/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B456BF12-C2CC-02B7-1B0C-ACEB8368C8CC}"/>
              </a:ext>
            </a:extLst>
          </p:cNvPr>
          <p:cNvSpPr/>
          <p:nvPr userDrawn="1"/>
        </p:nvSpPr>
        <p:spPr>
          <a:xfrm>
            <a:off x="9511805" y="301658"/>
            <a:ext cx="1141334" cy="106352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/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771F11F6-4B89-D8E8-E69D-90F856D5D4BA}"/>
              </a:ext>
            </a:extLst>
          </p:cNvPr>
          <p:cNvSpPr/>
          <p:nvPr userDrawn="1"/>
        </p:nvSpPr>
        <p:spPr>
          <a:xfrm>
            <a:off x="6745288" y="301658"/>
            <a:ext cx="2660165" cy="10635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/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5B1174DE-6C4F-F51F-7A86-EF0A36B4266E}"/>
              </a:ext>
            </a:extLst>
          </p:cNvPr>
          <p:cNvSpPr/>
          <p:nvPr userDrawn="1"/>
        </p:nvSpPr>
        <p:spPr>
          <a:xfrm>
            <a:off x="2786548" y="296456"/>
            <a:ext cx="2660165" cy="10635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/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471C8835-9087-AB86-94FC-385D57C5C50C}"/>
              </a:ext>
            </a:extLst>
          </p:cNvPr>
          <p:cNvSpPr/>
          <p:nvPr userDrawn="1"/>
        </p:nvSpPr>
        <p:spPr>
          <a:xfrm>
            <a:off x="5550778" y="296456"/>
            <a:ext cx="1088158" cy="106352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/>
          </a:p>
        </p:txBody>
      </p:sp>
      <p:pic>
        <p:nvPicPr>
          <p:cNvPr id="51" name="Picture 50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4E61CED4-DFE8-DE33-9106-864A90425367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881923" y="5715934"/>
            <a:ext cx="1459011" cy="353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26206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-A-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A20EF6D2-F24D-1B26-4213-3521812DF46D}"/>
              </a:ext>
            </a:extLst>
          </p:cNvPr>
          <p:cNvSpPr/>
          <p:nvPr userDrawn="1"/>
        </p:nvSpPr>
        <p:spPr>
          <a:xfrm>
            <a:off x="7982290" y="4956950"/>
            <a:ext cx="2146167" cy="616232"/>
          </a:xfrm>
          <a:prstGeom prst="roundRect">
            <a:avLst>
              <a:gd name="adj" fmla="val 11121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47BF00A3-531C-E24F-3540-30E5C55A6824}"/>
              </a:ext>
            </a:extLst>
          </p:cNvPr>
          <p:cNvSpPr/>
          <p:nvPr userDrawn="1"/>
        </p:nvSpPr>
        <p:spPr>
          <a:xfrm>
            <a:off x="6667366" y="5742212"/>
            <a:ext cx="2146167" cy="616232"/>
          </a:xfrm>
          <a:prstGeom prst="roundRect">
            <a:avLst>
              <a:gd name="adj" fmla="val 11121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98776CA-E14C-DB66-91AD-36A22DED7F0E}"/>
              </a:ext>
            </a:extLst>
          </p:cNvPr>
          <p:cNvSpPr/>
          <p:nvPr userDrawn="1"/>
        </p:nvSpPr>
        <p:spPr>
          <a:xfrm flipV="1">
            <a:off x="7982290" y="1288767"/>
            <a:ext cx="2146167" cy="616232"/>
          </a:xfrm>
          <a:prstGeom prst="roundRect">
            <a:avLst>
              <a:gd name="adj" fmla="val 11121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6D72764F-B58D-8243-7AA2-F88B81C73880}"/>
              </a:ext>
            </a:extLst>
          </p:cNvPr>
          <p:cNvSpPr/>
          <p:nvPr userDrawn="1"/>
        </p:nvSpPr>
        <p:spPr>
          <a:xfrm flipV="1">
            <a:off x="9343113" y="503780"/>
            <a:ext cx="2146167" cy="616232"/>
          </a:xfrm>
          <a:prstGeom prst="roundRect">
            <a:avLst>
              <a:gd name="adj" fmla="val 11121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6C6EC90D-B8E8-D33B-884B-5783197A461E}"/>
              </a:ext>
            </a:extLst>
          </p:cNvPr>
          <p:cNvSpPr/>
          <p:nvPr userDrawn="1"/>
        </p:nvSpPr>
        <p:spPr>
          <a:xfrm flipV="1">
            <a:off x="6591753" y="503780"/>
            <a:ext cx="2146167" cy="616232"/>
          </a:xfrm>
          <a:prstGeom prst="roundRect">
            <a:avLst>
              <a:gd name="adj" fmla="val 11121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4E3EA975-78F0-DB51-62AD-056D74001B5E}"/>
              </a:ext>
            </a:extLst>
          </p:cNvPr>
          <p:cNvSpPr/>
          <p:nvPr userDrawn="1"/>
        </p:nvSpPr>
        <p:spPr>
          <a:xfrm>
            <a:off x="8019368" y="2733614"/>
            <a:ext cx="2146167" cy="616232"/>
          </a:xfrm>
          <a:prstGeom prst="roundRect">
            <a:avLst>
              <a:gd name="adj" fmla="val 11121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738E7F41-C15A-0C54-E9FC-2C6AC25E1B6B}"/>
              </a:ext>
            </a:extLst>
          </p:cNvPr>
          <p:cNvSpPr/>
          <p:nvPr userDrawn="1"/>
        </p:nvSpPr>
        <p:spPr>
          <a:xfrm>
            <a:off x="9517536" y="3518601"/>
            <a:ext cx="2146167" cy="616232"/>
          </a:xfrm>
          <a:prstGeom prst="roundRect">
            <a:avLst>
              <a:gd name="adj" fmla="val 11121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102F1A01-73E7-582A-1195-64F53AC3F828}"/>
              </a:ext>
            </a:extLst>
          </p:cNvPr>
          <p:cNvGrpSpPr/>
          <p:nvPr userDrawn="1"/>
        </p:nvGrpSpPr>
        <p:grpSpPr>
          <a:xfrm>
            <a:off x="10792911" y="5742212"/>
            <a:ext cx="1399091" cy="616232"/>
            <a:chOff x="10792911" y="5742212"/>
            <a:chExt cx="1399091" cy="616232"/>
          </a:xfrm>
        </p:grpSpPr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30BE72B4-CCF6-1823-5516-52EC105679D6}"/>
                </a:ext>
              </a:extLst>
            </p:cNvPr>
            <p:cNvSpPr/>
            <p:nvPr userDrawn="1"/>
          </p:nvSpPr>
          <p:spPr>
            <a:xfrm>
              <a:off x="10792911" y="5742212"/>
              <a:ext cx="1399091" cy="616232"/>
            </a:xfrm>
            <a:prstGeom prst="roundRect">
              <a:avLst>
                <a:gd name="adj" fmla="val 11121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: Rounded Corners 31">
              <a:extLst>
                <a:ext uri="{FF2B5EF4-FFF2-40B4-BE49-F238E27FC236}">
                  <a16:creationId xmlns:a16="http://schemas.microsoft.com/office/drawing/2014/main" id="{D3909459-68B3-9246-CF82-FF5C8F466B19}"/>
                </a:ext>
              </a:extLst>
            </p:cNvPr>
            <p:cNvSpPr/>
            <p:nvPr userDrawn="1"/>
          </p:nvSpPr>
          <p:spPr>
            <a:xfrm>
              <a:off x="11851481" y="5742212"/>
              <a:ext cx="337344" cy="616232"/>
            </a:xfrm>
            <a:prstGeom prst="roundRect">
              <a:avLst>
                <a:gd name="adj" fmla="val 0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F55973FC-C591-3CDC-3C66-2D7417F25395}"/>
              </a:ext>
            </a:extLst>
          </p:cNvPr>
          <p:cNvGrpSpPr/>
          <p:nvPr userDrawn="1"/>
        </p:nvGrpSpPr>
        <p:grpSpPr>
          <a:xfrm>
            <a:off x="10297487" y="4956400"/>
            <a:ext cx="1894515" cy="616782"/>
            <a:chOff x="10297487" y="4956400"/>
            <a:chExt cx="1894515" cy="616782"/>
          </a:xfrm>
        </p:grpSpPr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EA551E21-282B-FFD4-86A0-4144BC9D407A}"/>
                </a:ext>
              </a:extLst>
            </p:cNvPr>
            <p:cNvSpPr/>
            <p:nvPr userDrawn="1"/>
          </p:nvSpPr>
          <p:spPr>
            <a:xfrm>
              <a:off x="10297487" y="4956950"/>
              <a:ext cx="1894513" cy="616232"/>
            </a:xfrm>
            <a:prstGeom prst="roundRect">
              <a:avLst>
                <a:gd name="adj" fmla="val 11121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: Rounded Corners 32">
              <a:extLst>
                <a:ext uri="{FF2B5EF4-FFF2-40B4-BE49-F238E27FC236}">
                  <a16:creationId xmlns:a16="http://schemas.microsoft.com/office/drawing/2014/main" id="{03697C9D-C444-91F4-1B4E-7E8683CD9253}"/>
                </a:ext>
              </a:extLst>
            </p:cNvPr>
            <p:cNvSpPr/>
            <p:nvPr userDrawn="1"/>
          </p:nvSpPr>
          <p:spPr>
            <a:xfrm>
              <a:off x="11854658" y="4956400"/>
              <a:ext cx="337344" cy="616232"/>
            </a:xfrm>
            <a:prstGeom prst="roundRect">
              <a:avLst>
                <a:gd name="adj" fmla="val 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14724262-EE3B-98CA-E3CD-E110D14B8215}"/>
              </a:ext>
            </a:extLst>
          </p:cNvPr>
          <p:cNvGrpSpPr/>
          <p:nvPr userDrawn="1"/>
        </p:nvGrpSpPr>
        <p:grpSpPr>
          <a:xfrm>
            <a:off x="10911665" y="2733614"/>
            <a:ext cx="1280337" cy="617312"/>
            <a:chOff x="10911665" y="2733614"/>
            <a:chExt cx="1280337" cy="617312"/>
          </a:xfrm>
        </p:grpSpPr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57632EB4-39A0-B573-08FA-61DD9E8F3E39}"/>
                </a:ext>
              </a:extLst>
            </p:cNvPr>
            <p:cNvSpPr/>
            <p:nvPr userDrawn="1"/>
          </p:nvSpPr>
          <p:spPr>
            <a:xfrm>
              <a:off x="10911665" y="2733614"/>
              <a:ext cx="1280336" cy="616232"/>
            </a:xfrm>
            <a:prstGeom prst="roundRect">
              <a:avLst>
                <a:gd name="adj" fmla="val 11121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: Rounded Corners 33">
              <a:extLst>
                <a:ext uri="{FF2B5EF4-FFF2-40B4-BE49-F238E27FC236}">
                  <a16:creationId xmlns:a16="http://schemas.microsoft.com/office/drawing/2014/main" id="{BB3D99ED-5810-ED05-0547-42D090E0CDF3}"/>
                </a:ext>
              </a:extLst>
            </p:cNvPr>
            <p:cNvSpPr/>
            <p:nvPr userDrawn="1"/>
          </p:nvSpPr>
          <p:spPr>
            <a:xfrm>
              <a:off x="11854658" y="2734694"/>
              <a:ext cx="337344" cy="616232"/>
            </a:xfrm>
            <a:prstGeom prst="roundRect">
              <a:avLst>
                <a:gd name="adj" fmla="val 0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A14C193A-BE0F-5C6F-ABA2-19EEE3F60DC6}"/>
              </a:ext>
            </a:extLst>
          </p:cNvPr>
          <p:cNvGrpSpPr/>
          <p:nvPr userDrawn="1"/>
        </p:nvGrpSpPr>
        <p:grpSpPr>
          <a:xfrm>
            <a:off x="10297488" y="1288767"/>
            <a:ext cx="1894514" cy="616232"/>
            <a:chOff x="10297488" y="1288767"/>
            <a:chExt cx="1894514" cy="616232"/>
          </a:xfrm>
        </p:grpSpPr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59BBBC66-C4B6-3252-3F6E-AE868A4CB3D4}"/>
                </a:ext>
              </a:extLst>
            </p:cNvPr>
            <p:cNvSpPr/>
            <p:nvPr userDrawn="1"/>
          </p:nvSpPr>
          <p:spPr>
            <a:xfrm flipV="1">
              <a:off x="10297488" y="1288767"/>
              <a:ext cx="1894514" cy="616232"/>
            </a:xfrm>
            <a:prstGeom prst="roundRect">
              <a:avLst>
                <a:gd name="adj" fmla="val 11121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933FAB19-C518-7C43-589E-821F0D086699}"/>
                </a:ext>
              </a:extLst>
            </p:cNvPr>
            <p:cNvSpPr/>
            <p:nvPr userDrawn="1"/>
          </p:nvSpPr>
          <p:spPr>
            <a:xfrm>
              <a:off x="11854658" y="1288767"/>
              <a:ext cx="337344" cy="616232"/>
            </a:xfrm>
            <a:prstGeom prst="roundRect">
              <a:avLst>
                <a:gd name="adj" fmla="val 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3" name="Subtitle">
            <a:extLst>
              <a:ext uri="{FF2B5EF4-FFF2-40B4-BE49-F238E27FC236}">
                <a16:creationId xmlns:a16="http://schemas.microsoft.com/office/drawing/2014/main" id="{B5BE9124-03B3-BD7E-1202-90767922ACC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65729" y="3918829"/>
            <a:ext cx="5715734" cy="483850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lang="en-GB" sz="2400" b="0" i="0" dirty="0">
                <a:solidFill>
                  <a:schemeClr val="accent6"/>
                </a:solidFill>
                <a:latin typeface="Hind Light" panose="02000000000000000000" pitchFamily="2" charset="77"/>
                <a:ea typeface="+mj-ea"/>
                <a:cs typeface="Hind Light" panose="02000000000000000000" pitchFamily="2" charset="77"/>
              </a:defRPr>
            </a:lvl1pPr>
          </a:lstStyle>
          <a:p>
            <a:pPr lvl="0"/>
            <a:r>
              <a:rPr lang="en-US" dirty="0"/>
              <a:t>Click to edit divider subtitle</a:t>
            </a:r>
            <a:endParaRPr lang="en-GB" dirty="0"/>
          </a:p>
        </p:txBody>
      </p:sp>
      <p:sp>
        <p:nvSpPr>
          <p:cNvPr id="44" name="Title">
            <a:extLst>
              <a:ext uri="{FF2B5EF4-FFF2-40B4-BE49-F238E27FC236}">
                <a16:creationId xmlns:a16="http://schemas.microsoft.com/office/drawing/2014/main" id="{D476091C-C5D9-EDEE-0C43-F0D3D771A99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65729" y="2323742"/>
            <a:ext cx="5822453" cy="1460183"/>
          </a:xfrm>
        </p:spPr>
        <p:txBody>
          <a:bodyPr lIns="0" rIns="0" anchor="b"/>
          <a:lstStyle>
            <a:lvl1pPr algn="l">
              <a:lnSpc>
                <a:spcPct val="104000"/>
              </a:lnSpc>
              <a:defRPr sz="4800">
                <a:solidFill>
                  <a:srgbClr val="EEF2EC"/>
                </a:solidFill>
              </a:defRPr>
            </a:lvl1pPr>
          </a:lstStyle>
          <a:p>
            <a:r>
              <a:rPr lang="en-US" dirty="0"/>
              <a:t>Click here to edit divider text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568768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-B-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B161A5AA-A5B6-405C-87F8-86C7FC1F2E53}"/>
              </a:ext>
            </a:extLst>
          </p:cNvPr>
          <p:cNvSpPr/>
          <p:nvPr userDrawn="1"/>
        </p:nvSpPr>
        <p:spPr>
          <a:xfrm>
            <a:off x="8868115" y="4956950"/>
            <a:ext cx="2146167" cy="616232"/>
          </a:xfrm>
          <a:prstGeom prst="roundRect">
            <a:avLst>
              <a:gd name="adj" fmla="val 11121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95C4CDF6-A121-34CE-5B51-9A5AD0914297}"/>
              </a:ext>
            </a:extLst>
          </p:cNvPr>
          <p:cNvSpPr/>
          <p:nvPr userDrawn="1"/>
        </p:nvSpPr>
        <p:spPr>
          <a:xfrm>
            <a:off x="7553191" y="5742212"/>
            <a:ext cx="2146167" cy="616232"/>
          </a:xfrm>
          <a:prstGeom prst="roundRect">
            <a:avLst>
              <a:gd name="adj" fmla="val 11121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419AD155-1311-F4AA-3BEC-D5B2569807AB}"/>
              </a:ext>
            </a:extLst>
          </p:cNvPr>
          <p:cNvSpPr/>
          <p:nvPr userDrawn="1"/>
        </p:nvSpPr>
        <p:spPr>
          <a:xfrm flipV="1">
            <a:off x="8868115" y="1288767"/>
            <a:ext cx="2146167" cy="616232"/>
          </a:xfrm>
          <a:prstGeom prst="roundRect">
            <a:avLst>
              <a:gd name="adj" fmla="val 11121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6A026F0A-816E-40A1-9240-B23C081DA34C}"/>
              </a:ext>
            </a:extLst>
          </p:cNvPr>
          <p:cNvSpPr/>
          <p:nvPr userDrawn="1"/>
        </p:nvSpPr>
        <p:spPr>
          <a:xfrm flipV="1">
            <a:off x="7477578" y="503780"/>
            <a:ext cx="2146167" cy="616232"/>
          </a:xfrm>
          <a:prstGeom prst="roundRect">
            <a:avLst>
              <a:gd name="adj" fmla="val 11121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432EEA2A-95BC-AAE2-8D11-12599F8AF5B2}"/>
              </a:ext>
            </a:extLst>
          </p:cNvPr>
          <p:cNvSpPr/>
          <p:nvPr userDrawn="1"/>
        </p:nvSpPr>
        <p:spPr>
          <a:xfrm>
            <a:off x="8905193" y="2733614"/>
            <a:ext cx="2146167" cy="616232"/>
          </a:xfrm>
          <a:prstGeom prst="roundRect">
            <a:avLst>
              <a:gd name="adj" fmla="val 11121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C9C098C1-C937-2783-C784-B901B8E1054B}"/>
              </a:ext>
            </a:extLst>
          </p:cNvPr>
          <p:cNvGrpSpPr/>
          <p:nvPr userDrawn="1"/>
        </p:nvGrpSpPr>
        <p:grpSpPr>
          <a:xfrm>
            <a:off x="11678736" y="5742212"/>
            <a:ext cx="513265" cy="616232"/>
            <a:chOff x="11678736" y="5742212"/>
            <a:chExt cx="513265" cy="616232"/>
          </a:xfrm>
        </p:grpSpPr>
        <p:sp>
          <p:nvSpPr>
            <p:cNvPr id="40" name="Rectangle: Rounded Corners 39">
              <a:extLst>
                <a:ext uri="{FF2B5EF4-FFF2-40B4-BE49-F238E27FC236}">
                  <a16:creationId xmlns:a16="http://schemas.microsoft.com/office/drawing/2014/main" id="{3D56C580-BD46-0F8F-CF2F-DAE1739AF4AB}"/>
                </a:ext>
              </a:extLst>
            </p:cNvPr>
            <p:cNvSpPr/>
            <p:nvPr userDrawn="1"/>
          </p:nvSpPr>
          <p:spPr>
            <a:xfrm>
              <a:off x="11678736" y="5742212"/>
              <a:ext cx="513265" cy="616232"/>
            </a:xfrm>
            <a:prstGeom prst="roundRect">
              <a:avLst>
                <a:gd name="adj" fmla="val 11121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Rectangle: Rounded Corners 40">
              <a:extLst>
                <a:ext uri="{FF2B5EF4-FFF2-40B4-BE49-F238E27FC236}">
                  <a16:creationId xmlns:a16="http://schemas.microsoft.com/office/drawing/2014/main" id="{524B6BFE-8773-B97F-6B02-60886523F4D3}"/>
                </a:ext>
              </a:extLst>
            </p:cNvPr>
            <p:cNvSpPr/>
            <p:nvPr userDrawn="1"/>
          </p:nvSpPr>
          <p:spPr>
            <a:xfrm>
              <a:off x="11854657" y="5742212"/>
              <a:ext cx="337344" cy="616232"/>
            </a:xfrm>
            <a:prstGeom prst="roundRect">
              <a:avLst>
                <a:gd name="adj" fmla="val 0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6ED2E1C4-83B1-8E0E-34C6-CD2187DF8CF7}"/>
              </a:ext>
            </a:extLst>
          </p:cNvPr>
          <p:cNvGrpSpPr/>
          <p:nvPr userDrawn="1"/>
        </p:nvGrpSpPr>
        <p:grpSpPr>
          <a:xfrm>
            <a:off x="11183313" y="4956400"/>
            <a:ext cx="1008688" cy="616782"/>
            <a:chOff x="11183313" y="4956400"/>
            <a:chExt cx="1008688" cy="616782"/>
          </a:xfrm>
        </p:grpSpPr>
        <p:sp>
          <p:nvSpPr>
            <p:cNvPr id="43" name="Rectangle: Rounded Corners 42">
              <a:extLst>
                <a:ext uri="{FF2B5EF4-FFF2-40B4-BE49-F238E27FC236}">
                  <a16:creationId xmlns:a16="http://schemas.microsoft.com/office/drawing/2014/main" id="{43351A3B-3478-3FDE-373A-C09B370C8D82}"/>
                </a:ext>
              </a:extLst>
            </p:cNvPr>
            <p:cNvSpPr/>
            <p:nvPr userDrawn="1"/>
          </p:nvSpPr>
          <p:spPr>
            <a:xfrm>
              <a:off x="11183313" y="4956950"/>
              <a:ext cx="1008688" cy="616232"/>
            </a:xfrm>
            <a:prstGeom prst="roundRect">
              <a:avLst>
                <a:gd name="adj" fmla="val 11121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Rectangle: Rounded Corners 43">
              <a:extLst>
                <a:ext uri="{FF2B5EF4-FFF2-40B4-BE49-F238E27FC236}">
                  <a16:creationId xmlns:a16="http://schemas.microsoft.com/office/drawing/2014/main" id="{68ADDC30-D689-AE24-CC92-8EC869C6F291}"/>
                </a:ext>
              </a:extLst>
            </p:cNvPr>
            <p:cNvSpPr/>
            <p:nvPr userDrawn="1"/>
          </p:nvSpPr>
          <p:spPr>
            <a:xfrm>
              <a:off x="11854657" y="4956400"/>
              <a:ext cx="337344" cy="616232"/>
            </a:xfrm>
            <a:prstGeom prst="roundRect">
              <a:avLst>
                <a:gd name="adj" fmla="val 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2156C8C7-82E1-C605-5AC6-F6E96307AA51}"/>
              </a:ext>
            </a:extLst>
          </p:cNvPr>
          <p:cNvGrpSpPr/>
          <p:nvPr userDrawn="1"/>
        </p:nvGrpSpPr>
        <p:grpSpPr>
          <a:xfrm>
            <a:off x="11797490" y="2733614"/>
            <a:ext cx="394511" cy="617312"/>
            <a:chOff x="11797490" y="2733614"/>
            <a:chExt cx="394511" cy="617312"/>
          </a:xfrm>
        </p:grpSpPr>
        <p:sp>
          <p:nvSpPr>
            <p:cNvPr id="46" name="Rectangle: Rounded Corners 45">
              <a:extLst>
                <a:ext uri="{FF2B5EF4-FFF2-40B4-BE49-F238E27FC236}">
                  <a16:creationId xmlns:a16="http://schemas.microsoft.com/office/drawing/2014/main" id="{1B5691C5-86A4-898A-11A7-9E7C2DF19ED0}"/>
                </a:ext>
              </a:extLst>
            </p:cNvPr>
            <p:cNvSpPr/>
            <p:nvPr userDrawn="1"/>
          </p:nvSpPr>
          <p:spPr>
            <a:xfrm>
              <a:off x="11797490" y="2733614"/>
              <a:ext cx="394510" cy="616232"/>
            </a:xfrm>
            <a:prstGeom prst="roundRect">
              <a:avLst>
                <a:gd name="adj" fmla="val 11121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Rectangle: Rounded Corners 46">
              <a:extLst>
                <a:ext uri="{FF2B5EF4-FFF2-40B4-BE49-F238E27FC236}">
                  <a16:creationId xmlns:a16="http://schemas.microsoft.com/office/drawing/2014/main" id="{6C91BBA0-35D7-3635-430A-537871A55074}"/>
                </a:ext>
              </a:extLst>
            </p:cNvPr>
            <p:cNvSpPr/>
            <p:nvPr userDrawn="1"/>
          </p:nvSpPr>
          <p:spPr>
            <a:xfrm>
              <a:off x="11854657" y="2734694"/>
              <a:ext cx="337344" cy="616232"/>
            </a:xfrm>
            <a:prstGeom prst="roundRect">
              <a:avLst>
                <a:gd name="adj" fmla="val 0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A128ABA1-420F-1B92-9E12-82005F91E2F8}"/>
              </a:ext>
            </a:extLst>
          </p:cNvPr>
          <p:cNvGrpSpPr/>
          <p:nvPr userDrawn="1"/>
        </p:nvGrpSpPr>
        <p:grpSpPr>
          <a:xfrm>
            <a:off x="11183313" y="1288767"/>
            <a:ext cx="1008688" cy="616232"/>
            <a:chOff x="11183313" y="1288767"/>
            <a:chExt cx="1008688" cy="616232"/>
          </a:xfrm>
        </p:grpSpPr>
        <p:sp>
          <p:nvSpPr>
            <p:cNvPr id="49" name="Rectangle: Rounded Corners 48">
              <a:extLst>
                <a:ext uri="{FF2B5EF4-FFF2-40B4-BE49-F238E27FC236}">
                  <a16:creationId xmlns:a16="http://schemas.microsoft.com/office/drawing/2014/main" id="{613E42D6-7409-114B-0AB4-251BDCD7EB8D}"/>
                </a:ext>
              </a:extLst>
            </p:cNvPr>
            <p:cNvSpPr/>
            <p:nvPr userDrawn="1"/>
          </p:nvSpPr>
          <p:spPr>
            <a:xfrm flipV="1">
              <a:off x="11183313" y="1288767"/>
              <a:ext cx="1008687" cy="616232"/>
            </a:xfrm>
            <a:prstGeom prst="roundRect">
              <a:avLst>
                <a:gd name="adj" fmla="val 11121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Rectangle: Rounded Corners 49">
              <a:extLst>
                <a:ext uri="{FF2B5EF4-FFF2-40B4-BE49-F238E27FC236}">
                  <a16:creationId xmlns:a16="http://schemas.microsoft.com/office/drawing/2014/main" id="{7A738C76-F5D5-45B9-5951-E1FEC92FB843}"/>
                </a:ext>
              </a:extLst>
            </p:cNvPr>
            <p:cNvSpPr/>
            <p:nvPr userDrawn="1"/>
          </p:nvSpPr>
          <p:spPr>
            <a:xfrm>
              <a:off x="11854657" y="1288767"/>
              <a:ext cx="337344" cy="616232"/>
            </a:xfrm>
            <a:prstGeom prst="roundRect">
              <a:avLst>
                <a:gd name="adj" fmla="val 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AD59D8E8-22A9-8786-BC43-C47A70A9E7FB}"/>
              </a:ext>
            </a:extLst>
          </p:cNvPr>
          <p:cNvGrpSpPr/>
          <p:nvPr userDrawn="1"/>
        </p:nvGrpSpPr>
        <p:grpSpPr>
          <a:xfrm>
            <a:off x="10228938" y="503780"/>
            <a:ext cx="1963063" cy="618296"/>
            <a:chOff x="10228938" y="503780"/>
            <a:chExt cx="1963063" cy="618296"/>
          </a:xfrm>
        </p:grpSpPr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850E78DC-EB8B-D0F0-498F-63F6CC8CB90C}"/>
                </a:ext>
              </a:extLst>
            </p:cNvPr>
            <p:cNvSpPr/>
            <p:nvPr userDrawn="1"/>
          </p:nvSpPr>
          <p:spPr>
            <a:xfrm flipV="1">
              <a:off x="10228938" y="503780"/>
              <a:ext cx="1963063" cy="616232"/>
            </a:xfrm>
            <a:prstGeom prst="roundRect">
              <a:avLst>
                <a:gd name="adj" fmla="val 11121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Rectangle: Rounded Corners 50">
              <a:extLst>
                <a:ext uri="{FF2B5EF4-FFF2-40B4-BE49-F238E27FC236}">
                  <a16:creationId xmlns:a16="http://schemas.microsoft.com/office/drawing/2014/main" id="{B10DEAEB-B461-6625-745A-EF3314E14A7D}"/>
                </a:ext>
              </a:extLst>
            </p:cNvPr>
            <p:cNvSpPr/>
            <p:nvPr userDrawn="1"/>
          </p:nvSpPr>
          <p:spPr>
            <a:xfrm>
              <a:off x="11854657" y="505844"/>
              <a:ext cx="337344" cy="616232"/>
            </a:xfrm>
            <a:prstGeom prst="roundRect">
              <a:avLst>
                <a:gd name="adj" fmla="val 0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C14C7BDE-DE71-74FE-8A28-5D42F20B561A}"/>
              </a:ext>
            </a:extLst>
          </p:cNvPr>
          <p:cNvGrpSpPr/>
          <p:nvPr userDrawn="1"/>
        </p:nvGrpSpPr>
        <p:grpSpPr>
          <a:xfrm>
            <a:off x="10403361" y="3518601"/>
            <a:ext cx="1788640" cy="616232"/>
            <a:chOff x="10403361" y="3518601"/>
            <a:chExt cx="1788640" cy="616232"/>
          </a:xfrm>
        </p:grpSpPr>
        <p:sp>
          <p:nvSpPr>
            <p:cNvPr id="38" name="Rectangle: Rounded Corners 37">
              <a:extLst>
                <a:ext uri="{FF2B5EF4-FFF2-40B4-BE49-F238E27FC236}">
                  <a16:creationId xmlns:a16="http://schemas.microsoft.com/office/drawing/2014/main" id="{5501CA74-23FF-90BC-8EB1-A6A02E27B05E}"/>
                </a:ext>
              </a:extLst>
            </p:cNvPr>
            <p:cNvSpPr/>
            <p:nvPr userDrawn="1"/>
          </p:nvSpPr>
          <p:spPr>
            <a:xfrm>
              <a:off x="10403361" y="3518601"/>
              <a:ext cx="1788639" cy="616232"/>
            </a:xfrm>
            <a:prstGeom prst="roundRect">
              <a:avLst>
                <a:gd name="adj" fmla="val 11121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Rectangle: Rounded Corners 51">
              <a:extLst>
                <a:ext uri="{FF2B5EF4-FFF2-40B4-BE49-F238E27FC236}">
                  <a16:creationId xmlns:a16="http://schemas.microsoft.com/office/drawing/2014/main" id="{C9EA6BC9-F575-1C53-9144-A8BA06CC0057}"/>
                </a:ext>
              </a:extLst>
            </p:cNvPr>
            <p:cNvSpPr/>
            <p:nvPr userDrawn="1"/>
          </p:nvSpPr>
          <p:spPr>
            <a:xfrm>
              <a:off x="11854657" y="3518601"/>
              <a:ext cx="337344" cy="616232"/>
            </a:xfrm>
            <a:prstGeom prst="roundRect">
              <a:avLst>
                <a:gd name="adj" fmla="val 0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4" name="Subtitle">
            <a:extLst>
              <a:ext uri="{FF2B5EF4-FFF2-40B4-BE49-F238E27FC236}">
                <a16:creationId xmlns:a16="http://schemas.microsoft.com/office/drawing/2014/main" id="{9F13939B-8EEE-1CAA-5335-E64C6416267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65729" y="3918829"/>
            <a:ext cx="5715734" cy="483850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lang="en-GB" sz="2400" b="0" i="0" dirty="0">
                <a:solidFill>
                  <a:schemeClr val="accent6"/>
                </a:solidFill>
                <a:latin typeface="Hind Light" panose="02000000000000000000" pitchFamily="2" charset="77"/>
                <a:ea typeface="+mj-ea"/>
                <a:cs typeface="Hind Light" panose="02000000000000000000" pitchFamily="2" charset="77"/>
              </a:defRPr>
            </a:lvl1pPr>
          </a:lstStyle>
          <a:p>
            <a:pPr lvl="0"/>
            <a:r>
              <a:rPr lang="en-US" dirty="0"/>
              <a:t>Click to edit divider subtitle</a:t>
            </a:r>
            <a:endParaRPr lang="en-GB" dirty="0"/>
          </a:p>
        </p:txBody>
      </p:sp>
      <p:sp>
        <p:nvSpPr>
          <p:cNvPr id="65" name="Title">
            <a:extLst>
              <a:ext uri="{FF2B5EF4-FFF2-40B4-BE49-F238E27FC236}">
                <a16:creationId xmlns:a16="http://schemas.microsoft.com/office/drawing/2014/main" id="{CF77C532-EC6E-975E-DAEB-1693E1ACFE9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65729" y="2323742"/>
            <a:ext cx="5822453" cy="1460183"/>
          </a:xfrm>
        </p:spPr>
        <p:txBody>
          <a:bodyPr lIns="0" rIns="0" anchor="b"/>
          <a:lstStyle>
            <a:lvl1pPr algn="l">
              <a:lnSpc>
                <a:spcPct val="104000"/>
              </a:lnSpc>
              <a:defRPr sz="4800">
                <a:solidFill>
                  <a:srgbClr val="EEF2EC"/>
                </a:solidFill>
              </a:defRPr>
            </a:lvl1pPr>
          </a:lstStyle>
          <a:p>
            <a:r>
              <a:rPr lang="en-US" dirty="0"/>
              <a:t>Click here to edit divider text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30414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-C-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761D041-8B12-D1D8-2BEB-8B088637D9CA}"/>
              </a:ext>
            </a:extLst>
          </p:cNvPr>
          <p:cNvSpPr/>
          <p:nvPr userDrawn="1"/>
        </p:nvSpPr>
        <p:spPr>
          <a:xfrm>
            <a:off x="9732509" y="4956950"/>
            <a:ext cx="2146167" cy="616232"/>
          </a:xfrm>
          <a:prstGeom prst="roundRect">
            <a:avLst>
              <a:gd name="adj" fmla="val 11121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A685EC1-D649-0CFF-E444-04E5734281CF}"/>
              </a:ext>
            </a:extLst>
          </p:cNvPr>
          <p:cNvSpPr/>
          <p:nvPr userDrawn="1"/>
        </p:nvSpPr>
        <p:spPr>
          <a:xfrm>
            <a:off x="8341970" y="5742212"/>
            <a:ext cx="2146167" cy="616232"/>
          </a:xfrm>
          <a:prstGeom prst="roundRect">
            <a:avLst>
              <a:gd name="adj" fmla="val 11121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6D8813F-C320-5024-1DAE-D699BC1F2FC4}"/>
              </a:ext>
            </a:extLst>
          </p:cNvPr>
          <p:cNvSpPr/>
          <p:nvPr userDrawn="1"/>
        </p:nvSpPr>
        <p:spPr>
          <a:xfrm flipV="1">
            <a:off x="9732509" y="1288767"/>
            <a:ext cx="2146167" cy="616232"/>
          </a:xfrm>
          <a:prstGeom prst="roundRect">
            <a:avLst>
              <a:gd name="adj" fmla="val 11121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C36B3A53-E3DC-EEE6-172E-F472D29E33FB}"/>
              </a:ext>
            </a:extLst>
          </p:cNvPr>
          <p:cNvSpPr/>
          <p:nvPr userDrawn="1"/>
        </p:nvSpPr>
        <p:spPr>
          <a:xfrm flipV="1">
            <a:off x="8341972" y="503780"/>
            <a:ext cx="2146167" cy="616232"/>
          </a:xfrm>
          <a:prstGeom prst="roundRect">
            <a:avLst>
              <a:gd name="adj" fmla="val 11121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3AF0B163-C273-FF1C-A966-7DD2C65C13C9}"/>
              </a:ext>
            </a:extLst>
          </p:cNvPr>
          <p:cNvSpPr/>
          <p:nvPr userDrawn="1"/>
        </p:nvSpPr>
        <p:spPr>
          <a:xfrm>
            <a:off x="9769587" y="2733614"/>
            <a:ext cx="2146167" cy="616232"/>
          </a:xfrm>
          <a:prstGeom prst="roundRect">
            <a:avLst>
              <a:gd name="adj" fmla="val 11121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2ACD7EB4-5CB1-C98A-F34C-DE2EF8762B9F}"/>
              </a:ext>
            </a:extLst>
          </p:cNvPr>
          <p:cNvGrpSpPr/>
          <p:nvPr userDrawn="1"/>
        </p:nvGrpSpPr>
        <p:grpSpPr>
          <a:xfrm>
            <a:off x="11093332" y="503780"/>
            <a:ext cx="1098669" cy="616232"/>
            <a:chOff x="11093332" y="503780"/>
            <a:chExt cx="1098669" cy="616232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A7953AB8-3C66-AB5B-FE35-ABF560B59AF5}"/>
                </a:ext>
              </a:extLst>
            </p:cNvPr>
            <p:cNvSpPr/>
            <p:nvPr userDrawn="1"/>
          </p:nvSpPr>
          <p:spPr>
            <a:xfrm flipV="1">
              <a:off x="11093332" y="503780"/>
              <a:ext cx="1098669" cy="616232"/>
            </a:xfrm>
            <a:prstGeom prst="roundRect">
              <a:avLst>
                <a:gd name="adj" fmla="val 11121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: Rounded Corners 27">
              <a:extLst>
                <a:ext uri="{FF2B5EF4-FFF2-40B4-BE49-F238E27FC236}">
                  <a16:creationId xmlns:a16="http://schemas.microsoft.com/office/drawing/2014/main" id="{E3550EB7-64E6-DE3B-C1CD-726986487AD0}"/>
                </a:ext>
              </a:extLst>
            </p:cNvPr>
            <p:cNvSpPr/>
            <p:nvPr userDrawn="1"/>
          </p:nvSpPr>
          <p:spPr>
            <a:xfrm>
              <a:off x="11854657" y="503780"/>
              <a:ext cx="337344" cy="616232"/>
            </a:xfrm>
            <a:prstGeom prst="roundRect">
              <a:avLst>
                <a:gd name="adj" fmla="val 0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8C12A190-AEEE-39C0-8ACD-DEF04514ECA0}"/>
              </a:ext>
            </a:extLst>
          </p:cNvPr>
          <p:cNvGrpSpPr/>
          <p:nvPr userDrawn="1"/>
        </p:nvGrpSpPr>
        <p:grpSpPr>
          <a:xfrm>
            <a:off x="11267756" y="3518601"/>
            <a:ext cx="924246" cy="616232"/>
            <a:chOff x="11267756" y="3518601"/>
            <a:chExt cx="924246" cy="616232"/>
          </a:xfrm>
        </p:grpSpPr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C7D1FCA5-21B1-A5C7-B814-C106987DCBCF}"/>
                </a:ext>
              </a:extLst>
            </p:cNvPr>
            <p:cNvSpPr/>
            <p:nvPr userDrawn="1"/>
          </p:nvSpPr>
          <p:spPr>
            <a:xfrm>
              <a:off x="11267756" y="3518601"/>
              <a:ext cx="924246" cy="616232"/>
            </a:xfrm>
            <a:prstGeom prst="roundRect">
              <a:avLst>
                <a:gd name="adj" fmla="val 11121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8C861E0F-5990-7940-1654-B2384D21B3AD}"/>
                </a:ext>
              </a:extLst>
            </p:cNvPr>
            <p:cNvSpPr/>
            <p:nvPr userDrawn="1"/>
          </p:nvSpPr>
          <p:spPr>
            <a:xfrm>
              <a:off x="11854657" y="3518601"/>
              <a:ext cx="337344" cy="616232"/>
            </a:xfrm>
            <a:prstGeom prst="roundRect">
              <a:avLst>
                <a:gd name="adj" fmla="val 0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FF9E0E03-F81C-87E4-924B-F8A79BE37A3D}"/>
              </a:ext>
            </a:extLst>
          </p:cNvPr>
          <p:cNvGrpSpPr/>
          <p:nvPr userDrawn="1"/>
        </p:nvGrpSpPr>
        <p:grpSpPr>
          <a:xfrm>
            <a:off x="11093332" y="5742212"/>
            <a:ext cx="1098670" cy="616232"/>
            <a:chOff x="11267756" y="3518601"/>
            <a:chExt cx="924246" cy="616232"/>
          </a:xfrm>
        </p:grpSpPr>
        <p:sp>
          <p:nvSpPr>
            <p:cNvPr id="34" name="Rectangle: Rounded Corners 33">
              <a:extLst>
                <a:ext uri="{FF2B5EF4-FFF2-40B4-BE49-F238E27FC236}">
                  <a16:creationId xmlns:a16="http://schemas.microsoft.com/office/drawing/2014/main" id="{07B13514-0DD4-D0AA-9DE7-A92F662F430D}"/>
                </a:ext>
              </a:extLst>
            </p:cNvPr>
            <p:cNvSpPr/>
            <p:nvPr userDrawn="1"/>
          </p:nvSpPr>
          <p:spPr>
            <a:xfrm>
              <a:off x="11267756" y="3518601"/>
              <a:ext cx="924246" cy="616232"/>
            </a:xfrm>
            <a:prstGeom prst="roundRect">
              <a:avLst>
                <a:gd name="adj" fmla="val 11121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5E4858B9-6DE5-519B-D9F1-2DA17DB15BB7}"/>
                </a:ext>
              </a:extLst>
            </p:cNvPr>
            <p:cNvSpPr/>
            <p:nvPr userDrawn="1"/>
          </p:nvSpPr>
          <p:spPr>
            <a:xfrm>
              <a:off x="11854657" y="3518601"/>
              <a:ext cx="337344" cy="616232"/>
            </a:xfrm>
            <a:prstGeom prst="roundRect">
              <a:avLst>
                <a:gd name="adj" fmla="val 0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2" name="Subtitle">
            <a:extLst>
              <a:ext uri="{FF2B5EF4-FFF2-40B4-BE49-F238E27FC236}">
                <a16:creationId xmlns:a16="http://schemas.microsoft.com/office/drawing/2014/main" id="{525C7A58-85A1-67DE-393E-190AC78CF79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65729" y="3918829"/>
            <a:ext cx="5715734" cy="483850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lang="en-GB" sz="2400" b="0" i="0" dirty="0">
                <a:solidFill>
                  <a:schemeClr val="accent6"/>
                </a:solidFill>
                <a:latin typeface="Hind Light" panose="02000000000000000000" pitchFamily="2" charset="77"/>
                <a:ea typeface="+mj-ea"/>
                <a:cs typeface="Hind Light" panose="02000000000000000000" pitchFamily="2" charset="77"/>
              </a:defRPr>
            </a:lvl1pPr>
          </a:lstStyle>
          <a:p>
            <a:pPr lvl="0"/>
            <a:r>
              <a:rPr lang="en-US" dirty="0"/>
              <a:t>Click to edit divider subtitle</a:t>
            </a:r>
            <a:endParaRPr lang="en-GB" dirty="0"/>
          </a:p>
        </p:txBody>
      </p:sp>
      <p:sp>
        <p:nvSpPr>
          <p:cNvPr id="43" name="Title">
            <a:extLst>
              <a:ext uri="{FF2B5EF4-FFF2-40B4-BE49-F238E27FC236}">
                <a16:creationId xmlns:a16="http://schemas.microsoft.com/office/drawing/2014/main" id="{91F56F00-FBE7-2F99-5D35-AD9D0950F5B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65729" y="2323742"/>
            <a:ext cx="5822453" cy="1460183"/>
          </a:xfrm>
        </p:spPr>
        <p:txBody>
          <a:bodyPr lIns="0" rIns="0" anchor="b"/>
          <a:lstStyle>
            <a:lvl1pPr algn="l">
              <a:lnSpc>
                <a:spcPct val="104000"/>
              </a:lnSpc>
              <a:defRPr sz="4800">
                <a:solidFill>
                  <a:srgbClr val="EEF2EC"/>
                </a:solidFill>
              </a:defRPr>
            </a:lvl1pPr>
          </a:lstStyle>
          <a:p>
            <a:r>
              <a:rPr lang="en-US" dirty="0"/>
              <a:t>Click here to edit divider text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823975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-A-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A20EF6D2-F24D-1B26-4213-3521812DF46D}"/>
              </a:ext>
            </a:extLst>
          </p:cNvPr>
          <p:cNvSpPr/>
          <p:nvPr userDrawn="1"/>
        </p:nvSpPr>
        <p:spPr>
          <a:xfrm>
            <a:off x="7982290" y="4956950"/>
            <a:ext cx="2146167" cy="616232"/>
          </a:xfrm>
          <a:prstGeom prst="roundRect">
            <a:avLst>
              <a:gd name="adj" fmla="val 11121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47BF00A3-531C-E24F-3540-30E5C55A6824}"/>
              </a:ext>
            </a:extLst>
          </p:cNvPr>
          <p:cNvSpPr/>
          <p:nvPr userDrawn="1"/>
        </p:nvSpPr>
        <p:spPr>
          <a:xfrm>
            <a:off x="6667366" y="5742212"/>
            <a:ext cx="2146167" cy="616232"/>
          </a:xfrm>
          <a:prstGeom prst="roundRect">
            <a:avLst>
              <a:gd name="adj" fmla="val 11121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98776CA-E14C-DB66-91AD-36A22DED7F0E}"/>
              </a:ext>
            </a:extLst>
          </p:cNvPr>
          <p:cNvSpPr/>
          <p:nvPr userDrawn="1"/>
        </p:nvSpPr>
        <p:spPr>
          <a:xfrm flipV="1">
            <a:off x="7982290" y="1288767"/>
            <a:ext cx="2146167" cy="616232"/>
          </a:xfrm>
          <a:prstGeom prst="roundRect">
            <a:avLst>
              <a:gd name="adj" fmla="val 11121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6D72764F-B58D-8243-7AA2-F88B81C73880}"/>
              </a:ext>
            </a:extLst>
          </p:cNvPr>
          <p:cNvSpPr/>
          <p:nvPr userDrawn="1"/>
        </p:nvSpPr>
        <p:spPr>
          <a:xfrm flipV="1">
            <a:off x="9343113" y="503780"/>
            <a:ext cx="2146167" cy="616232"/>
          </a:xfrm>
          <a:prstGeom prst="roundRect">
            <a:avLst>
              <a:gd name="adj" fmla="val 11121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6C6EC90D-B8E8-D33B-884B-5783197A461E}"/>
              </a:ext>
            </a:extLst>
          </p:cNvPr>
          <p:cNvSpPr/>
          <p:nvPr userDrawn="1"/>
        </p:nvSpPr>
        <p:spPr>
          <a:xfrm flipV="1">
            <a:off x="6591753" y="503780"/>
            <a:ext cx="2146167" cy="616232"/>
          </a:xfrm>
          <a:prstGeom prst="roundRect">
            <a:avLst>
              <a:gd name="adj" fmla="val 11121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4E3EA975-78F0-DB51-62AD-056D74001B5E}"/>
              </a:ext>
            </a:extLst>
          </p:cNvPr>
          <p:cNvSpPr/>
          <p:nvPr userDrawn="1"/>
        </p:nvSpPr>
        <p:spPr>
          <a:xfrm>
            <a:off x="8019368" y="2733614"/>
            <a:ext cx="2146167" cy="616232"/>
          </a:xfrm>
          <a:prstGeom prst="roundRect">
            <a:avLst>
              <a:gd name="adj" fmla="val 11121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738E7F41-C15A-0C54-E9FC-2C6AC25E1B6B}"/>
              </a:ext>
            </a:extLst>
          </p:cNvPr>
          <p:cNvSpPr/>
          <p:nvPr userDrawn="1"/>
        </p:nvSpPr>
        <p:spPr>
          <a:xfrm>
            <a:off x="9517536" y="3518601"/>
            <a:ext cx="2146167" cy="616232"/>
          </a:xfrm>
          <a:prstGeom prst="roundRect">
            <a:avLst>
              <a:gd name="adj" fmla="val 11121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102F1A01-73E7-582A-1195-64F53AC3F828}"/>
              </a:ext>
            </a:extLst>
          </p:cNvPr>
          <p:cNvGrpSpPr/>
          <p:nvPr userDrawn="1"/>
        </p:nvGrpSpPr>
        <p:grpSpPr>
          <a:xfrm>
            <a:off x="10792911" y="5742212"/>
            <a:ext cx="1399091" cy="616232"/>
            <a:chOff x="10792911" y="5742212"/>
            <a:chExt cx="1399091" cy="616232"/>
          </a:xfrm>
        </p:grpSpPr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30BE72B4-CCF6-1823-5516-52EC105679D6}"/>
                </a:ext>
              </a:extLst>
            </p:cNvPr>
            <p:cNvSpPr/>
            <p:nvPr userDrawn="1"/>
          </p:nvSpPr>
          <p:spPr>
            <a:xfrm>
              <a:off x="10792911" y="5742212"/>
              <a:ext cx="1399091" cy="616232"/>
            </a:xfrm>
            <a:prstGeom prst="roundRect">
              <a:avLst>
                <a:gd name="adj" fmla="val 11121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: Rounded Corners 31">
              <a:extLst>
                <a:ext uri="{FF2B5EF4-FFF2-40B4-BE49-F238E27FC236}">
                  <a16:creationId xmlns:a16="http://schemas.microsoft.com/office/drawing/2014/main" id="{D3909459-68B3-9246-CF82-FF5C8F466B19}"/>
                </a:ext>
              </a:extLst>
            </p:cNvPr>
            <p:cNvSpPr/>
            <p:nvPr userDrawn="1"/>
          </p:nvSpPr>
          <p:spPr>
            <a:xfrm>
              <a:off x="11851481" y="5742212"/>
              <a:ext cx="337344" cy="616232"/>
            </a:xfrm>
            <a:prstGeom prst="roundRect">
              <a:avLst>
                <a:gd name="adj" fmla="val 0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F55973FC-C591-3CDC-3C66-2D7417F25395}"/>
              </a:ext>
            </a:extLst>
          </p:cNvPr>
          <p:cNvGrpSpPr/>
          <p:nvPr userDrawn="1"/>
        </p:nvGrpSpPr>
        <p:grpSpPr>
          <a:xfrm>
            <a:off x="10297487" y="4956400"/>
            <a:ext cx="1894515" cy="616782"/>
            <a:chOff x="10297487" y="4956400"/>
            <a:chExt cx="1894515" cy="616782"/>
          </a:xfrm>
        </p:grpSpPr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EA551E21-282B-FFD4-86A0-4144BC9D407A}"/>
                </a:ext>
              </a:extLst>
            </p:cNvPr>
            <p:cNvSpPr/>
            <p:nvPr userDrawn="1"/>
          </p:nvSpPr>
          <p:spPr>
            <a:xfrm>
              <a:off x="10297487" y="4956950"/>
              <a:ext cx="1894513" cy="616232"/>
            </a:xfrm>
            <a:prstGeom prst="roundRect">
              <a:avLst>
                <a:gd name="adj" fmla="val 11121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: Rounded Corners 32">
              <a:extLst>
                <a:ext uri="{FF2B5EF4-FFF2-40B4-BE49-F238E27FC236}">
                  <a16:creationId xmlns:a16="http://schemas.microsoft.com/office/drawing/2014/main" id="{03697C9D-C444-91F4-1B4E-7E8683CD9253}"/>
                </a:ext>
              </a:extLst>
            </p:cNvPr>
            <p:cNvSpPr/>
            <p:nvPr userDrawn="1"/>
          </p:nvSpPr>
          <p:spPr>
            <a:xfrm>
              <a:off x="11854658" y="4956400"/>
              <a:ext cx="337344" cy="616232"/>
            </a:xfrm>
            <a:prstGeom prst="roundRect">
              <a:avLst>
                <a:gd name="adj" fmla="val 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14724262-EE3B-98CA-E3CD-E110D14B8215}"/>
              </a:ext>
            </a:extLst>
          </p:cNvPr>
          <p:cNvGrpSpPr/>
          <p:nvPr userDrawn="1"/>
        </p:nvGrpSpPr>
        <p:grpSpPr>
          <a:xfrm>
            <a:off x="10911665" y="2733614"/>
            <a:ext cx="1280337" cy="617312"/>
            <a:chOff x="10911665" y="2733614"/>
            <a:chExt cx="1280337" cy="617312"/>
          </a:xfrm>
        </p:grpSpPr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57632EB4-39A0-B573-08FA-61DD9E8F3E39}"/>
                </a:ext>
              </a:extLst>
            </p:cNvPr>
            <p:cNvSpPr/>
            <p:nvPr userDrawn="1"/>
          </p:nvSpPr>
          <p:spPr>
            <a:xfrm>
              <a:off x="10911665" y="2733614"/>
              <a:ext cx="1280336" cy="616232"/>
            </a:xfrm>
            <a:prstGeom prst="roundRect">
              <a:avLst>
                <a:gd name="adj" fmla="val 11121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: Rounded Corners 33">
              <a:extLst>
                <a:ext uri="{FF2B5EF4-FFF2-40B4-BE49-F238E27FC236}">
                  <a16:creationId xmlns:a16="http://schemas.microsoft.com/office/drawing/2014/main" id="{BB3D99ED-5810-ED05-0547-42D090E0CDF3}"/>
                </a:ext>
              </a:extLst>
            </p:cNvPr>
            <p:cNvSpPr/>
            <p:nvPr userDrawn="1"/>
          </p:nvSpPr>
          <p:spPr>
            <a:xfrm>
              <a:off x="11854658" y="2734694"/>
              <a:ext cx="337344" cy="616232"/>
            </a:xfrm>
            <a:prstGeom prst="roundRect">
              <a:avLst>
                <a:gd name="adj" fmla="val 0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A14C193A-BE0F-5C6F-ABA2-19EEE3F60DC6}"/>
              </a:ext>
            </a:extLst>
          </p:cNvPr>
          <p:cNvGrpSpPr/>
          <p:nvPr userDrawn="1"/>
        </p:nvGrpSpPr>
        <p:grpSpPr>
          <a:xfrm>
            <a:off x="10297488" y="1288767"/>
            <a:ext cx="1894514" cy="616232"/>
            <a:chOff x="10297488" y="1288767"/>
            <a:chExt cx="1894514" cy="616232"/>
          </a:xfrm>
        </p:grpSpPr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59BBBC66-C4B6-3252-3F6E-AE868A4CB3D4}"/>
                </a:ext>
              </a:extLst>
            </p:cNvPr>
            <p:cNvSpPr/>
            <p:nvPr userDrawn="1"/>
          </p:nvSpPr>
          <p:spPr>
            <a:xfrm flipV="1">
              <a:off x="10297488" y="1288767"/>
              <a:ext cx="1894514" cy="616232"/>
            </a:xfrm>
            <a:prstGeom prst="roundRect">
              <a:avLst>
                <a:gd name="adj" fmla="val 11121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933FAB19-C518-7C43-589E-821F0D086699}"/>
                </a:ext>
              </a:extLst>
            </p:cNvPr>
            <p:cNvSpPr/>
            <p:nvPr userDrawn="1"/>
          </p:nvSpPr>
          <p:spPr>
            <a:xfrm>
              <a:off x="11854658" y="1288767"/>
              <a:ext cx="337344" cy="616232"/>
            </a:xfrm>
            <a:prstGeom prst="roundRect">
              <a:avLst>
                <a:gd name="adj" fmla="val 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" name="Subtitle">
            <a:extLst>
              <a:ext uri="{FF2B5EF4-FFF2-40B4-BE49-F238E27FC236}">
                <a16:creationId xmlns:a16="http://schemas.microsoft.com/office/drawing/2014/main" id="{AB6EC2AA-DAB6-F3F6-47E6-D423843AB32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65729" y="3918829"/>
            <a:ext cx="5715734" cy="483850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lang="en-GB" sz="2400" b="0" i="0" dirty="0">
                <a:solidFill>
                  <a:schemeClr val="accent1"/>
                </a:solidFill>
                <a:latin typeface="Hind Light" panose="02000000000000000000" pitchFamily="2" charset="77"/>
                <a:ea typeface="+mj-ea"/>
                <a:cs typeface="Hind Light" panose="02000000000000000000" pitchFamily="2" charset="77"/>
              </a:defRPr>
            </a:lvl1pPr>
          </a:lstStyle>
          <a:p>
            <a:pPr lvl="0"/>
            <a:r>
              <a:rPr lang="en-US" dirty="0"/>
              <a:t>Click to edit divider subtitle</a:t>
            </a:r>
            <a:endParaRPr lang="en-GB" dirty="0"/>
          </a:p>
        </p:txBody>
      </p:sp>
      <p:sp>
        <p:nvSpPr>
          <p:cNvPr id="7" name="Title">
            <a:extLst>
              <a:ext uri="{FF2B5EF4-FFF2-40B4-BE49-F238E27FC236}">
                <a16:creationId xmlns:a16="http://schemas.microsoft.com/office/drawing/2014/main" id="{00D89536-9151-EA5D-5720-F70B9C446DA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65729" y="2323742"/>
            <a:ext cx="5822453" cy="1460183"/>
          </a:xfrm>
        </p:spPr>
        <p:txBody>
          <a:bodyPr lIns="0" rIns="0" anchor="b"/>
          <a:lstStyle>
            <a:lvl1pPr algn="l">
              <a:lnSpc>
                <a:spcPct val="104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here to edit divider text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272542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-B-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B161A5AA-A5B6-405C-87F8-86C7FC1F2E53}"/>
              </a:ext>
            </a:extLst>
          </p:cNvPr>
          <p:cNvSpPr/>
          <p:nvPr userDrawn="1"/>
        </p:nvSpPr>
        <p:spPr>
          <a:xfrm>
            <a:off x="8868115" y="4956950"/>
            <a:ext cx="2146167" cy="616232"/>
          </a:xfrm>
          <a:prstGeom prst="roundRect">
            <a:avLst>
              <a:gd name="adj" fmla="val 11121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95C4CDF6-A121-34CE-5B51-9A5AD0914297}"/>
              </a:ext>
            </a:extLst>
          </p:cNvPr>
          <p:cNvSpPr/>
          <p:nvPr userDrawn="1"/>
        </p:nvSpPr>
        <p:spPr>
          <a:xfrm>
            <a:off x="7553191" y="5742212"/>
            <a:ext cx="2146167" cy="616232"/>
          </a:xfrm>
          <a:prstGeom prst="roundRect">
            <a:avLst>
              <a:gd name="adj" fmla="val 11121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419AD155-1311-F4AA-3BEC-D5B2569807AB}"/>
              </a:ext>
            </a:extLst>
          </p:cNvPr>
          <p:cNvSpPr/>
          <p:nvPr userDrawn="1"/>
        </p:nvSpPr>
        <p:spPr>
          <a:xfrm flipV="1">
            <a:off x="8868115" y="1288767"/>
            <a:ext cx="2146167" cy="616232"/>
          </a:xfrm>
          <a:prstGeom prst="roundRect">
            <a:avLst>
              <a:gd name="adj" fmla="val 11121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6A026F0A-816E-40A1-9240-B23C081DA34C}"/>
              </a:ext>
            </a:extLst>
          </p:cNvPr>
          <p:cNvSpPr/>
          <p:nvPr userDrawn="1"/>
        </p:nvSpPr>
        <p:spPr>
          <a:xfrm flipV="1">
            <a:off x="7477578" y="503780"/>
            <a:ext cx="2146167" cy="616232"/>
          </a:xfrm>
          <a:prstGeom prst="roundRect">
            <a:avLst>
              <a:gd name="adj" fmla="val 11121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432EEA2A-95BC-AAE2-8D11-12599F8AF5B2}"/>
              </a:ext>
            </a:extLst>
          </p:cNvPr>
          <p:cNvSpPr/>
          <p:nvPr userDrawn="1"/>
        </p:nvSpPr>
        <p:spPr>
          <a:xfrm>
            <a:off x="8905193" y="2733614"/>
            <a:ext cx="2146167" cy="616232"/>
          </a:xfrm>
          <a:prstGeom prst="roundRect">
            <a:avLst>
              <a:gd name="adj" fmla="val 11121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C9C098C1-C937-2783-C784-B901B8E1054B}"/>
              </a:ext>
            </a:extLst>
          </p:cNvPr>
          <p:cNvGrpSpPr/>
          <p:nvPr userDrawn="1"/>
        </p:nvGrpSpPr>
        <p:grpSpPr>
          <a:xfrm>
            <a:off x="11678736" y="5742212"/>
            <a:ext cx="513265" cy="616232"/>
            <a:chOff x="11678736" y="5742212"/>
            <a:chExt cx="513265" cy="616232"/>
          </a:xfrm>
        </p:grpSpPr>
        <p:sp>
          <p:nvSpPr>
            <p:cNvPr id="40" name="Rectangle: Rounded Corners 39">
              <a:extLst>
                <a:ext uri="{FF2B5EF4-FFF2-40B4-BE49-F238E27FC236}">
                  <a16:creationId xmlns:a16="http://schemas.microsoft.com/office/drawing/2014/main" id="{3D56C580-BD46-0F8F-CF2F-DAE1739AF4AB}"/>
                </a:ext>
              </a:extLst>
            </p:cNvPr>
            <p:cNvSpPr/>
            <p:nvPr userDrawn="1"/>
          </p:nvSpPr>
          <p:spPr>
            <a:xfrm>
              <a:off x="11678736" y="5742212"/>
              <a:ext cx="513265" cy="616232"/>
            </a:xfrm>
            <a:prstGeom prst="roundRect">
              <a:avLst>
                <a:gd name="adj" fmla="val 11121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Rectangle: Rounded Corners 40">
              <a:extLst>
                <a:ext uri="{FF2B5EF4-FFF2-40B4-BE49-F238E27FC236}">
                  <a16:creationId xmlns:a16="http://schemas.microsoft.com/office/drawing/2014/main" id="{524B6BFE-8773-B97F-6B02-60886523F4D3}"/>
                </a:ext>
              </a:extLst>
            </p:cNvPr>
            <p:cNvSpPr/>
            <p:nvPr userDrawn="1"/>
          </p:nvSpPr>
          <p:spPr>
            <a:xfrm>
              <a:off x="11854657" y="5742212"/>
              <a:ext cx="337344" cy="616232"/>
            </a:xfrm>
            <a:prstGeom prst="roundRect">
              <a:avLst>
                <a:gd name="adj" fmla="val 0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6ED2E1C4-83B1-8E0E-34C6-CD2187DF8CF7}"/>
              </a:ext>
            </a:extLst>
          </p:cNvPr>
          <p:cNvGrpSpPr/>
          <p:nvPr userDrawn="1"/>
        </p:nvGrpSpPr>
        <p:grpSpPr>
          <a:xfrm>
            <a:off x="11183313" y="4956400"/>
            <a:ext cx="1008688" cy="616782"/>
            <a:chOff x="11183313" y="4956400"/>
            <a:chExt cx="1008688" cy="616782"/>
          </a:xfrm>
        </p:grpSpPr>
        <p:sp>
          <p:nvSpPr>
            <p:cNvPr id="43" name="Rectangle: Rounded Corners 42">
              <a:extLst>
                <a:ext uri="{FF2B5EF4-FFF2-40B4-BE49-F238E27FC236}">
                  <a16:creationId xmlns:a16="http://schemas.microsoft.com/office/drawing/2014/main" id="{43351A3B-3478-3FDE-373A-C09B370C8D82}"/>
                </a:ext>
              </a:extLst>
            </p:cNvPr>
            <p:cNvSpPr/>
            <p:nvPr userDrawn="1"/>
          </p:nvSpPr>
          <p:spPr>
            <a:xfrm>
              <a:off x="11183313" y="4956950"/>
              <a:ext cx="1008688" cy="616232"/>
            </a:xfrm>
            <a:prstGeom prst="roundRect">
              <a:avLst>
                <a:gd name="adj" fmla="val 11121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Rectangle: Rounded Corners 43">
              <a:extLst>
                <a:ext uri="{FF2B5EF4-FFF2-40B4-BE49-F238E27FC236}">
                  <a16:creationId xmlns:a16="http://schemas.microsoft.com/office/drawing/2014/main" id="{68ADDC30-D689-AE24-CC92-8EC869C6F291}"/>
                </a:ext>
              </a:extLst>
            </p:cNvPr>
            <p:cNvSpPr/>
            <p:nvPr userDrawn="1"/>
          </p:nvSpPr>
          <p:spPr>
            <a:xfrm>
              <a:off x="11854657" y="4956400"/>
              <a:ext cx="337344" cy="616232"/>
            </a:xfrm>
            <a:prstGeom prst="roundRect">
              <a:avLst>
                <a:gd name="adj" fmla="val 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2156C8C7-82E1-C605-5AC6-F6E96307AA51}"/>
              </a:ext>
            </a:extLst>
          </p:cNvPr>
          <p:cNvGrpSpPr/>
          <p:nvPr userDrawn="1"/>
        </p:nvGrpSpPr>
        <p:grpSpPr>
          <a:xfrm>
            <a:off x="11797490" y="2733614"/>
            <a:ext cx="394511" cy="617312"/>
            <a:chOff x="11797490" y="2733614"/>
            <a:chExt cx="394511" cy="617312"/>
          </a:xfrm>
        </p:grpSpPr>
        <p:sp>
          <p:nvSpPr>
            <p:cNvPr id="46" name="Rectangle: Rounded Corners 45">
              <a:extLst>
                <a:ext uri="{FF2B5EF4-FFF2-40B4-BE49-F238E27FC236}">
                  <a16:creationId xmlns:a16="http://schemas.microsoft.com/office/drawing/2014/main" id="{1B5691C5-86A4-898A-11A7-9E7C2DF19ED0}"/>
                </a:ext>
              </a:extLst>
            </p:cNvPr>
            <p:cNvSpPr/>
            <p:nvPr userDrawn="1"/>
          </p:nvSpPr>
          <p:spPr>
            <a:xfrm>
              <a:off x="11797490" y="2733614"/>
              <a:ext cx="394510" cy="616232"/>
            </a:xfrm>
            <a:prstGeom prst="roundRect">
              <a:avLst>
                <a:gd name="adj" fmla="val 11121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Rectangle: Rounded Corners 46">
              <a:extLst>
                <a:ext uri="{FF2B5EF4-FFF2-40B4-BE49-F238E27FC236}">
                  <a16:creationId xmlns:a16="http://schemas.microsoft.com/office/drawing/2014/main" id="{6C91BBA0-35D7-3635-430A-537871A55074}"/>
                </a:ext>
              </a:extLst>
            </p:cNvPr>
            <p:cNvSpPr/>
            <p:nvPr userDrawn="1"/>
          </p:nvSpPr>
          <p:spPr>
            <a:xfrm>
              <a:off x="11854657" y="2734694"/>
              <a:ext cx="337344" cy="616232"/>
            </a:xfrm>
            <a:prstGeom prst="roundRect">
              <a:avLst>
                <a:gd name="adj" fmla="val 0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A128ABA1-420F-1B92-9E12-82005F91E2F8}"/>
              </a:ext>
            </a:extLst>
          </p:cNvPr>
          <p:cNvGrpSpPr/>
          <p:nvPr userDrawn="1"/>
        </p:nvGrpSpPr>
        <p:grpSpPr>
          <a:xfrm>
            <a:off x="11183313" y="1288767"/>
            <a:ext cx="1008688" cy="616232"/>
            <a:chOff x="11183313" y="1288767"/>
            <a:chExt cx="1008688" cy="616232"/>
          </a:xfrm>
        </p:grpSpPr>
        <p:sp>
          <p:nvSpPr>
            <p:cNvPr id="49" name="Rectangle: Rounded Corners 48">
              <a:extLst>
                <a:ext uri="{FF2B5EF4-FFF2-40B4-BE49-F238E27FC236}">
                  <a16:creationId xmlns:a16="http://schemas.microsoft.com/office/drawing/2014/main" id="{613E42D6-7409-114B-0AB4-251BDCD7EB8D}"/>
                </a:ext>
              </a:extLst>
            </p:cNvPr>
            <p:cNvSpPr/>
            <p:nvPr userDrawn="1"/>
          </p:nvSpPr>
          <p:spPr>
            <a:xfrm flipV="1">
              <a:off x="11183313" y="1288767"/>
              <a:ext cx="1008687" cy="616232"/>
            </a:xfrm>
            <a:prstGeom prst="roundRect">
              <a:avLst>
                <a:gd name="adj" fmla="val 11121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Rectangle: Rounded Corners 49">
              <a:extLst>
                <a:ext uri="{FF2B5EF4-FFF2-40B4-BE49-F238E27FC236}">
                  <a16:creationId xmlns:a16="http://schemas.microsoft.com/office/drawing/2014/main" id="{7A738C76-F5D5-45B9-5951-E1FEC92FB843}"/>
                </a:ext>
              </a:extLst>
            </p:cNvPr>
            <p:cNvSpPr/>
            <p:nvPr userDrawn="1"/>
          </p:nvSpPr>
          <p:spPr>
            <a:xfrm>
              <a:off x="11854657" y="1288767"/>
              <a:ext cx="337344" cy="616232"/>
            </a:xfrm>
            <a:prstGeom prst="roundRect">
              <a:avLst>
                <a:gd name="adj" fmla="val 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AD59D8E8-22A9-8786-BC43-C47A70A9E7FB}"/>
              </a:ext>
            </a:extLst>
          </p:cNvPr>
          <p:cNvGrpSpPr/>
          <p:nvPr userDrawn="1"/>
        </p:nvGrpSpPr>
        <p:grpSpPr>
          <a:xfrm>
            <a:off x="10228938" y="503780"/>
            <a:ext cx="1963063" cy="618296"/>
            <a:chOff x="10228938" y="503780"/>
            <a:chExt cx="1963063" cy="618296"/>
          </a:xfrm>
        </p:grpSpPr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850E78DC-EB8B-D0F0-498F-63F6CC8CB90C}"/>
                </a:ext>
              </a:extLst>
            </p:cNvPr>
            <p:cNvSpPr/>
            <p:nvPr userDrawn="1"/>
          </p:nvSpPr>
          <p:spPr>
            <a:xfrm flipV="1">
              <a:off x="10228938" y="503780"/>
              <a:ext cx="1963063" cy="616232"/>
            </a:xfrm>
            <a:prstGeom prst="roundRect">
              <a:avLst>
                <a:gd name="adj" fmla="val 11121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Rectangle: Rounded Corners 50">
              <a:extLst>
                <a:ext uri="{FF2B5EF4-FFF2-40B4-BE49-F238E27FC236}">
                  <a16:creationId xmlns:a16="http://schemas.microsoft.com/office/drawing/2014/main" id="{B10DEAEB-B461-6625-745A-EF3314E14A7D}"/>
                </a:ext>
              </a:extLst>
            </p:cNvPr>
            <p:cNvSpPr/>
            <p:nvPr userDrawn="1"/>
          </p:nvSpPr>
          <p:spPr>
            <a:xfrm>
              <a:off x="11854657" y="505844"/>
              <a:ext cx="337344" cy="616232"/>
            </a:xfrm>
            <a:prstGeom prst="roundRect">
              <a:avLst>
                <a:gd name="adj" fmla="val 0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C14C7BDE-DE71-74FE-8A28-5D42F20B561A}"/>
              </a:ext>
            </a:extLst>
          </p:cNvPr>
          <p:cNvGrpSpPr/>
          <p:nvPr userDrawn="1"/>
        </p:nvGrpSpPr>
        <p:grpSpPr>
          <a:xfrm>
            <a:off x="10403361" y="3518601"/>
            <a:ext cx="1788640" cy="616232"/>
            <a:chOff x="10403361" y="3518601"/>
            <a:chExt cx="1788640" cy="616232"/>
          </a:xfrm>
        </p:grpSpPr>
        <p:sp>
          <p:nvSpPr>
            <p:cNvPr id="38" name="Rectangle: Rounded Corners 37">
              <a:extLst>
                <a:ext uri="{FF2B5EF4-FFF2-40B4-BE49-F238E27FC236}">
                  <a16:creationId xmlns:a16="http://schemas.microsoft.com/office/drawing/2014/main" id="{5501CA74-23FF-90BC-8EB1-A6A02E27B05E}"/>
                </a:ext>
              </a:extLst>
            </p:cNvPr>
            <p:cNvSpPr/>
            <p:nvPr userDrawn="1"/>
          </p:nvSpPr>
          <p:spPr>
            <a:xfrm>
              <a:off x="10403361" y="3518601"/>
              <a:ext cx="1788639" cy="616232"/>
            </a:xfrm>
            <a:prstGeom prst="roundRect">
              <a:avLst>
                <a:gd name="adj" fmla="val 11121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Rectangle: Rounded Corners 51">
              <a:extLst>
                <a:ext uri="{FF2B5EF4-FFF2-40B4-BE49-F238E27FC236}">
                  <a16:creationId xmlns:a16="http://schemas.microsoft.com/office/drawing/2014/main" id="{C9EA6BC9-F575-1C53-9144-A8BA06CC0057}"/>
                </a:ext>
              </a:extLst>
            </p:cNvPr>
            <p:cNvSpPr/>
            <p:nvPr userDrawn="1"/>
          </p:nvSpPr>
          <p:spPr>
            <a:xfrm>
              <a:off x="11854657" y="3518601"/>
              <a:ext cx="337344" cy="616232"/>
            </a:xfrm>
            <a:prstGeom prst="roundRect">
              <a:avLst>
                <a:gd name="adj" fmla="val 0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" name="Subtitle">
            <a:extLst>
              <a:ext uri="{FF2B5EF4-FFF2-40B4-BE49-F238E27FC236}">
                <a16:creationId xmlns:a16="http://schemas.microsoft.com/office/drawing/2014/main" id="{C71DFC01-73EB-EBE3-4900-D866C473F56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65729" y="3918829"/>
            <a:ext cx="5715734" cy="483850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lang="en-GB" sz="2400" b="0" i="0" dirty="0">
                <a:solidFill>
                  <a:schemeClr val="accent1"/>
                </a:solidFill>
                <a:latin typeface="Hind Light" panose="02000000000000000000" pitchFamily="2" charset="77"/>
                <a:ea typeface="+mj-ea"/>
                <a:cs typeface="Hind Light" panose="02000000000000000000" pitchFamily="2" charset="77"/>
              </a:defRPr>
            </a:lvl1pPr>
          </a:lstStyle>
          <a:p>
            <a:pPr lvl="0"/>
            <a:r>
              <a:rPr lang="en-US" dirty="0"/>
              <a:t>Click to edit divider subtitle</a:t>
            </a:r>
            <a:endParaRPr lang="en-GB" dirty="0"/>
          </a:p>
        </p:txBody>
      </p:sp>
      <p:sp>
        <p:nvSpPr>
          <p:cNvPr id="8" name="Title">
            <a:extLst>
              <a:ext uri="{FF2B5EF4-FFF2-40B4-BE49-F238E27FC236}">
                <a16:creationId xmlns:a16="http://schemas.microsoft.com/office/drawing/2014/main" id="{266426B8-EACD-4FD3-6A8D-5CD31B6018F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65729" y="2323742"/>
            <a:ext cx="5822453" cy="1460183"/>
          </a:xfrm>
        </p:spPr>
        <p:txBody>
          <a:bodyPr lIns="0" rIns="0" anchor="b"/>
          <a:lstStyle>
            <a:lvl1pPr algn="l">
              <a:lnSpc>
                <a:spcPct val="104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here to edit divider text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321892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-C-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761D041-8B12-D1D8-2BEB-8B088637D9CA}"/>
              </a:ext>
            </a:extLst>
          </p:cNvPr>
          <p:cNvSpPr/>
          <p:nvPr userDrawn="1"/>
        </p:nvSpPr>
        <p:spPr>
          <a:xfrm>
            <a:off x="9732509" y="4956950"/>
            <a:ext cx="2146167" cy="616232"/>
          </a:xfrm>
          <a:prstGeom prst="roundRect">
            <a:avLst>
              <a:gd name="adj" fmla="val 11121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A685EC1-D649-0CFF-E444-04E5734281CF}"/>
              </a:ext>
            </a:extLst>
          </p:cNvPr>
          <p:cNvSpPr/>
          <p:nvPr userDrawn="1"/>
        </p:nvSpPr>
        <p:spPr>
          <a:xfrm>
            <a:off x="8341970" y="5742212"/>
            <a:ext cx="2146167" cy="616232"/>
          </a:xfrm>
          <a:prstGeom prst="roundRect">
            <a:avLst>
              <a:gd name="adj" fmla="val 11121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6D8813F-C320-5024-1DAE-D699BC1F2FC4}"/>
              </a:ext>
            </a:extLst>
          </p:cNvPr>
          <p:cNvSpPr/>
          <p:nvPr userDrawn="1"/>
        </p:nvSpPr>
        <p:spPr>
          <a:xfrm flipV="1">
            <a:off x="9732509" y="1288767"/>
            <a:ext cx="2146167" cy="616232"/>
          </a:xfrm>
          <a:prstGeom prst="roundRect">
            <a:avLst>
              <a:gd name="adj" fmla="val 11121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C36B3A53-E3DC-EEE6-172E-F472D29E33FB}"/>
              </a:ext>
            </a:extLst>
          </p:cNvPr>
          <p:cNvSpPr/>
          <p:nvPr userDrawn="1"/>
        </p:nvSpPr>
        <p:spPr>
          <a:xfrm flipV="1">
            <a:off x="8341972" y="503780"/>
            <a:ext cx="2146167" cy="616232"/>
          </a:xfrm>
          <a:prstGeom prst="roundRect">
            <a:avLst>
              <a:gd name="adj" fmla="val 11121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3AF0B163-C273-FF1C-A966-7DD2C65C13C9}"/>
              </a:ext>
            </a:extLst>
          </p:cNvPr>
          <p:cNvSpPr/>
          <p:nvPr userDrawn="1"/>
        </p:nvSpPr>
        <p:spPr>
          <a:xfrm>
            <a:off x="9769587" y="2733614"/>
            <a:ext cx="2146167" cy="616232"/>
          </a:xfrm>
          <a:prstGeom prst="roundRect">
            <a:avLst>
              <a:gd name="adj" fmla="val 11121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2ACD7EB4-5CB1-C98A-F34C-DE2EF8762B9F}"/>
              </a:ext>
            </a:extLst>
          </p:cNvPr>
          <p:cNvGrpSpPr/>
          <p:nvPr userDrawn="1"/>
        </p:nvGrpSpPr>
        <p:grpSpPr>
          <a:xfrm>
            <a:off x="11093332" y="503780"/>
            <a:ext cx="1098669" cy="616232"/>
            <a:chOff x="11093332" y="503780"/>
            <a:chExt cx="1098669" cy="616232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A7953AB8-3C66-AB5B-FE35-ABF560B59AF5}"/>
                </a:ext>
              </a:extLst>
            </p:cNvPr>
            <p:cNvSpPr/>
            <p:nvPr userDrawn="1"/>
          </p:nvSpPr>
          <p:spPr>
            <a:xfrm flipV="1">
              <a:off x="11093332" y="503780"/>
              <a:ext cx="1098669" cy="616232"/>
            </a:xfrm>
            <a:prstGeom prst="roundRect">
              <a:avLst>
                <a:gd name="adj" fmla="val 11121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: Rounded Corners 27">
              <a:extLst>
                <a:ext uri="{FF2B5EF4-FFF2-40B4-BE49-F238E27FC236}">
                  <a16:creationId xmlns:a16="http://schemas.microsoft.com/office/drawing/2014/main" id="{E3550EB7-64E6-DE3B-C1CD-726986487AD0}"/>
                </a:ext>
              </a:extLst>
            </p:cNvPr>
            <p:cNvSpPr/>
            <p:nvPr userDrawn="1"/>
          </p:nvSpPr>
          <p:spPr>
            <a:xfrm>
              <a:off x="11854657" y="503780"/>
              <a:ext cx="337344" cy="616232"/>
            </a:xfrm>
            <a:prstGeom prst="roundRect">
              <a:avLst>
                <a:gd name="adj" fmla="val 0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8C12A190-AEEE-39C0-8ACD-DEF04514ECA0}"/>
              </a:ext>
            </a:extLst>
          </p:cNvPr>
          <p:cNvGrpSpPr/>
          <p:nvPr userDrawn="1"/>
        </p:nvGrpSpPr>
        <p:grpSpPr>
          <a:xfrm>
            <a:off x="11267756" y="3518601"/>
            <a:ext cx="924246" cy="616232"/>
            <a:chOff x="11267756" y="3518601"/>
            <a:chExt cx="924246" cy="616232"/>
          </a:xfrm>
        </p:grpSpPr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C7D1FCA5-21B1-A5C7-B814-C106987DCBCF}"/>
                </a:ext>
              </a:extLst>
            </p:cNvPr>
            <p:cNvSpPr/>
            <p:nvPr userDrawn="1"/>
          </p:nvSpPr>
          <p:spPr>
            <a:xfrm>
              <a:off x="11267756" y="3518601"/>
              <a:ext cx="924246" cy="616232"/>
            </a:xfrm>
            <a:prstGeom prst="roundRect">
              <a:avLst>
                <a:gd name="adj" fmla="val 11121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8C861E0F-5990-7940-1654-B2384D21B3AD}"/>
                </a:ext>
              </a:extLst>
            </p:cNvPr>
            <p:cNvSpPr/>
            <p:nvPr userDrawn="1"/>
          </p:nvSpPr>
          <p:spPr>
            <a:xfrm>
              <a:off x="11854657" y="3518601"/>
              <a:ext cx="337344" cy="616232"/>
            </a:xfrm>
            <a:prstGeom prst="roundRect">
              <a:avLst>
                <a:gd name="adj" fmla="val 0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FF9E0E03-F81C-87E4-924B-F8A79BE37A3D}"/>
              </a:ext>
            </a:extLst>
          </p:cNvPr>
          <p:cNvGrpSpPr/>
          <p:nvPr userDrawn="1"/>
        </p:nvGrpSpPr>
        <p:grpSpPr>
          <a:xfrm>
            <a:off x="11093332" y="5742212"/>
            <a:ext cx="1098670" cy="616232"/>
            <a:chOff x="11267756" y="3518601"/>
            <a:chExt cx="924246" cy="616232"/>
          </a:xfrm>
        </p:grpSpPr>
        <p:sp>
          <p:nvSpPr>
            <p:cNvPr id="34" name="Rectangle: Rounded Corners 33">
              <a:extLst>
                <a:ext uri="{FF2B5EF4-FFF2-40B4-BE49-F238E27FC236}">
                  <a16:creationId xmlns:a16="http://schemas.microsoft.com/office/drawing/2014/main" id="{07B13514-0DD4-D0AA-9DE7-A92F662F430D}"/>
                </a:ext>
              </a:extLst>
            </p:cNvPr>
            <p:cNvSpPr/>
            <p:nvPr userDrawn="1"/>
          </p:nvSpPr>
          <p:spPr>
            <a:xfrm>
              <a:off x="11267756" y="3518601"/>
              <a:ext cx="924246" cy="616232"/>
            </a:xfrm>
            <a:prstGeom prst="roundRect">
              <a:avLst>
                <a:gd name="adj" fmla="val 11121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5E4858B9-6DE5-519B-D9F1-2DA17DB15BB7}"/>
                </a:ext>
              </a:extLst>
            </p:cNvPr>
            <p:cNvSpPr/>
            <p:nvPr userDrawn="1"/>
          </p:nvSpPr>
          <p:spPr>
            <a:xfrm>
              <a:off x="11854657" y="3518601"/>
              <a:ext cx="337344" cy="616232"/>
            </a:xfrm>
            <a:prstGeom prst="roundRect">
              <a:avLst>
                <a:gd name="adj" fmla="val 0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Subtitle">
            <a:extLst>
              <a:ext uri="{FF2B5EF4-FFF2-40B4-BE49-F238E27FC236}">
                <a16:creationId xmlns:a16="http://schemas.microsoft.com/office/drawing/2014/main" id="{BDF11898-9A27-CFFB-8261-F1E710A68B4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65729" y="3918829"/>
            <a:ext cx="5715734" cy="483850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lang="en-GB" sz="2400" b="0" i="0" dirty="0">
                <a:solidFill>
                  <a:schemeClr val="accent1"/>
                </a:solidFill>
                <a:latin typeface="Hind Light" panose="02000000000000000000" pitchFamily="2" charset="77"/>
                <a:ea typeface="+mj-ea"/>
                <a:cs typeface="Hind Light" panose="02000000000000000000" pitchFamily="2" charset="77"/>
              </a:defRPr>
            </a:lvl1pPr>
          </a:lstStyle>
          <a:p>
            <a:pPr lvl="0"/>
            <a:r>
              <a:rPr lang="en-US" dirty="0"/>
              <a:t>Click to edit divider subtitle</a:t>
            </a:r>
            <a:endParaRPr lang="en-GB" dirty="0"/>
          </a:p>
        </p:txBody>
      </p:sp>
      <p:sp>
        <p:nvSpPr>
          <p:cNvPr id="17" name="Title">
            <a:extLst>
              <a:ext uri="{FF2B5EF4-FFF2-40B4-BE49-F238E27FC236}">
                <a16:creationId xmlns:a16="http://schemas.microsoft.com/office/drawing/2014/main" id="{141319A6-1719-E7A7-AF9A-8448E3AF3EB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65729" y="2323742"/>
            <a:ext cx="5822453" cy="1460183"/>
          </a:xfrm>
        </p:spPr>
        <p:txBody>
          <a:bodyPr lIns="0" rIns="0" anchor="b"/>
          <a:lstStyle>
            <a:lvl1pPr algn="l">
              <a:lnSpc>
                <a:spcPct val="104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here to edit divider text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383957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-Content-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5A3D5433-C30F-7B45-99E2-D91CD7AC98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66739"/>
            <a:ext cx="11109600" cy="563042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Main Content">
            <a:extLst>
              <a:ext uri="{FF2B5EF4-FFF2-40B4-BE49-F238E27FC236}">
                <a16:creationId xmlns:a16="http://schemas.microsoft.com/office/drawing/2014/main" id="{FE6995CB-E8F1-9145-91FB-1FC5F2C24960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44132" y="1353520"/>
            <a:ext cx="11115675" cy="445135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60E827A-246D-64CB-FF4D-7124A033C1C2}"/>
              </a:ext>
            </a:extLst>
          </p:cNvPr>
          <p:cNvSpPr/>
          <p:nvPr userDrawn="1"/>
        </p:nvSpPr>
        <p:spPr>
          <a:xfrm>
            <a:off x="1453269" y="6293862"/>
            <a:ext cx="1141334" cy="106352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8A076F02-7B51-B86A-F68A-B7CFCB2EBFF9}"/>
              </a:ext>
            </a:extLst>
          </p:cNvPr>
          <p:cNvSpPr/>
          <p:nvPr userDrawn="1"/>
        </p:nvSpPr>
        <p:spPr>
          <a:xfrm>
            <a:off x="6745288" y="6293862"/>
            <a:ext cx="2660165" cy="10635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FC572725-C2C7-9715-B85D-5A51BECABFE4}"/>
              </a:ext>
            </a:extLst>
          </p:cNvPr>
          <p:cNvSpPr/>
          <p:nvPr userDrawn="1"/>
        </p:nvSpPr>
        <p:spPr>
          <a:xfrm>
            <a:off x="2700956" y="6293862"/>
            <a:ext cx="2660165" cy="10635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D0DA087E-D8EA-557D-ED59-48B6A8D89272}"/>
              </a:ext>
            </a:extLst>
          </p:cNvPr>
          <p:cNvSpPr/>
          <p:nvPr userDrawn="1"/>
        </p:nvSpPr>
        <p:spPr>
          <a:xfrm>
            <a:off x="5467473" y="6293862"/>
            <a:ext cx="106352" cy="10635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 baseline="-25000" dirty="0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E0805098-A839-3E73-B70E-3799C65CF6A2}"/>
              </a:ext>
            </a:extLst>
          </p:cNvPr>
          <p:cNvSpPr/>
          <p:nvPr userDrawn="1"/>
        </p:nvSpPr>
        <p:spPr>
          <a:xfrm>
            <a:off x="5893460" y="6293862"/>
            <a:ext cx="106352" cy="10635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 baseline="-25000" dirty="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E9B34E38-438F-B9A5-8EBC-18AD2D946758}"/>
              </a:ext>
            </a:extLst>
          </p:cNvPr>
          <p:cNvSpPr/>
          <p:nvPr userDrawn="1"/>
        </p:nvSpPr>
        <p:spPr>
          <a:xfrm>
            <a:off x="5680756" y="6293862"/>
            <a:ext cx="106352" cy="10635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 baseline="-25000" dirty="0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6D59EEA5-7208-B1BD-F4CE-0E7DA8492569}"/>
              </a:ext>
            </a:extLst>
          </p:cNvPr>
          <p:cNvSpPr/>
          <p:nvPr userDrawn="1"/>
        </p:nvSpPr>
        <p:spPr>
          <a:xfrm>
            <a:off x="6106744" y="6293862"/>
            <a:ext cx="106352" cy="10635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 baseline="-25000" dirty="0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D419B82C-48B2-1400-8C1E-51B84EF44207}"/>
              </a:ext>
            </a:extLst>
          </p:cNvPr>
          <p:cNvSpPr/>
          <p:nvPr userDrawn="1"/>
        </p:nvSpPr>
        <p:spPr>
          <a:xfrm>
            <a:off x="6534754" y="6293862"/>
            <a:ext cx="106352" cy="10635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 baseline="-25000" dirty="0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94A6F0F2-60BF-6A86-3808-5BB30C8ED8A2}"/>
              </a:ext>
            </a:extLst>
          </p:cNvPr>
          <p:cNvSpPr/>
          <p:nvPr userDrawn="1"/>
        </p:nvSpPr>
        <p:spPr>
          <a:xfrm>
            <a:off x="6322050" y="6293862"/>
            <a:ext cx="106352" cy="10635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 baseline="-25000" dirty="0"/>
          </a:p>
        </p:txBody>
      </p:sp>
      <p:sp>
        <p:nvSpPr>
          <p:cNvPr id="39" name="Slide Number">
            <a:extLst>
              <a:ext uri="{FF2B5EF4-FFF2-40B4-BE49-F238E27FC236}">
                <a16:creationId xmlns:a16="http://schemas.microsoft.com/office/drawing/2014/main" id="{089C6D96-2F3E-8253-09E6-B70C4D02D6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856920" y="6228636"/>
            <a:ext cx="2743200" cy="236803"/>
          </a:xfr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BE5F007-28FD-B845-A833-24BC97E499D9}" type="slidenum">
              <a:rPr lang="uk-UA" altLang="en-US" smtClean="0"/>
              <a:pPr/>
              <a:t>‹#›</a:t>
            </a:fld>
            <a:endParaRPr lang="uk-UA" altLang="en-US" dirty="0"/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2BBA36CF-27B2-D2D1-C3BE-115D9D99A61B}"/>
              </a:ext>
            </a:extLst>
          </p:cNvPr>
          <p:cNvSpPr/>
          <p:nvPr userDrawn="1"/>
        </p:nvSpPr>
        <p:spPr>
          <a:xfrm>
            <a:off x="9511805" y="6293862"/>
            <a:ext cx="1716402" cy="106352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/>
          </a:p>
        </p:txBody>
      </p:sp>
      <p:pic>
        <p:nvPicPr>
          <p:cNvPr id="41" name="Imagen 14">
            <a:extLst>
              <a:ext uri="{FF2B5EF4-FFF2-40B4-BE49-F238E27FC236}">
                <a16:creationId xmlns:a16="http://schemas.microsoft.com/office/drawing/2014/main" id="{805F1E5B-B28D-5E84-DB74-64DA65FF2B5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12086" y="6220748"/>
            <a:ext cx="278528" cy="270350"/>
          </a:xfrm>
          <a:prstGeom prst="rect">
            <a:avLst/>
          </a:prstGeom>
          <a:noFill/>
        </p:spPr>
      </p:pic>
      <p:pic>
        <p:nvPicPr>
          <p:cNvPr id="42" name="ISOC Symbol">
            <a:extLst>
              <a:ext uri="{FF2B5EF4-FFF2-40B4-BE49-F238E27FC236}">
                <a16:creationId xmlns:a16="http://schemas.microsoft.com/office/drawing/2014/main" id="{508A7A09-3955-9A59-1DA5-97EC9A0E53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35450" y="6220694"/>
            <a:ext cx="270403" cy="2704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917853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-Content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5A3D5433-C30F-7B45-99E2-D91CD7AC98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66739"/>
            <a:ext cx="11109600" cy="563042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Main Content">
            <a:extLst>
              <a:ext uri="{FF2B5EF4-FFF2-40B4-BE49-F238E27FC236}">
                <a16:creationId xmlns:a16="http://schemas.microsoft.com/office/drawing/2014/main" id="{FE6995CB-E8F1-9145-91FB-1FC5F2C24960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44132" y="1353520"/>
            <a:ext cx="11115675" cy="44513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8" name="ISOC Symbol">
            <a:extLst>
              <a:ext uri="{FF2B5EF4-FFF2-40B4-BE49-F238E27FC236}">
                <a16:creationId xmlns:a16="http://schemas.microsoft.com/office/drawing/2014/main" id="{D81B4F08-7334-2149-9EA5-905CA17431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35168" y="6219478"/>
            <a:ext cx="273407" cy="2734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2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EBD2BFFE-3D57-2CA0-89E0-4F41ADB5706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12757" y="6220748"/>
            <a:ext cx="291151" cy="272400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7B9DE0A-756A-D2ED-C6E8-319219008205}"/>
              </a:ext>
            </a:extLst>
          </p:cNvPr>
          <p:cNvSpPr/>
          <p:nvPr userDrawn="1"/>
        </p:nvSpPr>
        <p:spPr>
          <a:xfrm>
            <a:off x="1453269" y="6293862"/>
            <a:ext cx="1141334" cy="106352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4A098EB-9F7E-40E2-26E9-6277251A8DC0}"/>
              </a:ext>
            </a:extLst>
          </p:cNvPr>
          <p:cNvSpPr/>
          <p:nvPr userDrawn="1"/>
        </p:nvSpPr>
        <p:spPr>
          <a:xfrm>
            <a:off x="9511805" y="6293862"/>
            <a:ext cx="1716402" cy="106352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6D47394-6F12-8185-8A61-1967341CB60F}"/>
              </a:ext>
            </a:extLst>
          </p:cNvPr>
          <p:cNvSpPr/>
          <p:nvPr userDrawn="1"/>
        </p:nvSpPr>
        <p:spPr>
          <a:xfrm>
            <a:off x="6745288" y="6293862"/>
            <a:ext cx="2660165" cy="10635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3445A74-3135-D89B-0FD5-3F7EC91F4042}"/>
              </a:ext>
            </a:extLst>
          </p:cNvPr>
          <p:cNvSpPr/>
          <p:nvPr userDrawn="1"/>
        </p:nvSpPr>
        <p:spPr>
          <a:xfrm>
            <a:off x="2700956" y="6293862"/>
            <a:ext cx="2660165" cy="10635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5127D87-80A4-8613-571A-C8315F070CA8}"/>
              </a:ext>
            </a:extLst>
          </p:cNvPr>
          <p:cNvSpPr/>
          <p:nvPr userDrawn="1"/>
        </p:nvSpPr>
        <p:spPr>
          <a:xfrm>
            <a:off x="5467473" y="6293862"/>
            <a:ext cx="106352" cy="10635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 baseline="-25000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9B54C9E-8850-811A-727A-DCE1AD25BC5D}"/>
              </a:ext>
            </a:extLst>
          </p:cNvPr>
          <p:cNvSpPr/>
          <p:nvPr userDrawn="1"/>
        </p:nvSpPr>
        <p:spPr>
          <a:xfrm>
            <a:off x="5893460" y="6293862"/>
            <a:ext cx="106352" cy="10635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 baseline="-25000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53970DE1-31B4-12CC-DAC1-729A11C52311}"/>
              </a:ext>
            </a:extLst>
          </p:cNvPr>
          <p:cNvSpPr/>
          <p:nvPr userDrawn="1"/>
        </p:nvSpPr>
        <p:spPr>
          <a:xfrm>
            <a:off x="5680756" y="6293862"/>
            <a:ext cx="106352" cy="10635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 baseline="-25000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6EF8086-C869-0261-EB76-1E295F27694A}"/>
              </a:ext>
            </a:extLst>
          </p:cNvPr>
          <p:cNvSpPr/>
          <p:nvPr userDrawn="1"/>
        </p:nvSpPr>
        <p:spPr>
          <a:xfrm>
            <a:off x="6106744" y="6293862"/>
            <a:ext cx="106352" cy="10635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 baseline="-25000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FAB27831-56DB-47B4-585D-6636FAFB3821}"/>
              </a:ext>
            </a:extLst>
          </p:cNvPr>
          <p:cNvSpPr/>
          <p:nvPr userDrawn="1"/>
        </p:nvSpPr>
        <p:spPr>
          <a:xfrm>
            <a:off x="6534754" y="6293862"/>
            <a:ext cx="106352" cy="10635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 baseline="-25000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5C777916-5EFA-2981-DE28-01FBC1B1A82D}"/>
              </a:ext>
            </a:extLst>
          </p:cNvPr>
          <p:cNvSpPr/>
          <p:nvPr userDrawn="1"/>
        </p:nvSpPr>
        <p:spPr>
          <a:xfrm>
            <a:off x="6322050" y="6293862"/>
            <a:ext cx="106352" cy="10635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 baseline="-25000" dirty="0"/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E2C7D352-6356-DD0F-FBB2-6880252C42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856920" y="6228636"/>
            <a:ext cx="2743200" cy="236803"/>
          </a:xfrm>
        </p:spPr>
        <p:txBody>
          <a:bodyPr anchor="ctr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BE5F007-28FD-B845-A833-24BC97E499D9}" type="slidenum">
              <a:rPr lang="uk-UA" altLang="en-US" smtClean="0"/>
              <a:pPr/>
              <a:t>‹#›</a:t>
            </a:fld>
            <a:endParaRPr lang="uk-UA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081329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-Content-2-Column-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5A3D5433-C30F-7B45-99E2-D91CD7AC98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66739"/>
            <a:ext cx="11109600" cy="563042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Main Content-Left">
            <a:extLst>
              <a:ext uri="{FF2B5EF4-FFF2-40B4-BE49-F238E27FC236}">
                <a16:creationId xmlns:a16="http://schemas.microsoft.com/office/drawing/2014/main" id="{FE6995CB-E8F1-9145-91FB-1FC5F2C24960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44132" y="1353520"/>
            <a:ext cx="5329363" cy="445135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Main Content-Right">
            <a:extLst>
              <a:ext uri="{FF2B5EF4-FFF2-40B4-BE49-F238E27FC236}">
                <a16:creationId xmlns:a16="http://schemas.microsoft.com/office/drawing/2014/main" id="{03B27AED-85A0-F24B-81DD-66759D7A43C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70757" y="1353520"/>
            <a:ext cx="5329363" cy="445135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26D280E-747D-989F-23FA-826572D5D923}"/>
              </a:ext>
            </a:extLst>
          </p:cNvPr>
          <p:cNvSpPr/>
          <p:nvPr userDrawn="1"/>
        </p:nvSpPr>
        <p:spPr>
          <a:xfrm>
            <a:off x="1453269" y="6293862"/>
            <a:ext cx="1141334" cy="106352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E4748442-D864-E703-B073-52E9A31EF868}"/>
              </a:ext>
            </a:extLst>
          </p:cNvPr>
          <p:cNvSpPr/>
          <p:nvPr userDrawn="1"/>
        </p:nvSpPr>
        <p:spPr>
          <a:xfrm>
            <a:off x="6745288" y="6293862"/>
            <a:ext cx="2660165" cy="10635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9471217F-E0EA-B546-C343-B8B5AEB997DB}"/>
              </a:ext>
            </a:extLst>
          </p:cNvPr>
          <p:cNvSpPr/>
          <p:nvPr userDrawn="1"/>
        </p:nvSpPr>
        <p:spPr>
          <a:xfrm>
            <a:off x="2700956" y="6293862"/>
            <a:ext cx="2660165" cy="10635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C361743F-C3C9-8D50-60DB-F16F2BAE6968}"/>
              </a:ext>
            </a:extLst>
          </p:cNvPr>
          <p:cNvSpPr/>
          <p:nvPr userDrawn="1"/>
        </p:nvSpPr>
        <p:spPr>
          <a:xfrm>
            <a:off x="5467473" y="6293862"/>
            <a:ext cx="106352" cy="10635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 baseline="-25000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472849A8-8DA1-5CAE-697D-E3733F9FB27B}"/>
              </a:ext>
            </a:extLst>
          </p:cNvPr>
          <p:cNvSpPr/>
          <p:nvPr userDrawn="1"/>
        </p:nvSpPr>
        <p:spPr>
          <a:xfrm>
            <a:off x="5893460" y="6293862"/>
            <a:ext cx="106352" cy="10635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 baseline="-25000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F98D9D96-E8CB-FF2A-3FBE-046CC4FCD0D8}"/>
              </a:ext>
            </a:extLst>
          </p:cNvPr>
          <p:cNvSpPr/>
          <p:nvPr userDrawn="1"/>
        </p:nvSpPr>
        <p:spPr>
          <a:xfrm>
            <a:off x="5680756" y="6293862"/>
            <a:ext cx="106352" cy="10635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 baseline="-25000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9CA86EA0-5D95-3627-3EA8-1A6766545B14}"/>
              </a:ext>
            </a:extLst>
          </p:cNvPr>
          <p:cNvSpPr/>
          <p:nvPr userDrawn="1"/>
        </p:nvSpPr>
        <p:spPr>
          <a:xfrm>
            <a:off x="6106744" y="6293862"/>
            <a:ext cx="106352" cy="10635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 baseline="-25000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DCE9F8A2-37A3-ACA5-85B8-8D998E88276F}"/>
              </a:ext>
            </a:extLst>
          </p:cNvPr>
          <p:cNvSpPr/>
          <p:nvPr userDrawn="1"/>
        </p:nvSpPr>
        <p:spPr>
          <a:xfrm>
            <a:off x="6534754" y="6293862"/>
            <a:ext cx="106352" cy="10635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 baseline="-25000" dirty="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D7594C23-1B94-8784-20F3-31A38E12E9BE}"/>
              </a:ext>
            </a:extLst>
          </p:cNvPr>
          <p:cNvSpPr/>
          <p:nvPr userDrawn="1"/>
        </p:nvSpPr>
        <p:spPr>
          <a:xfrm>
            <a:off x="6322050" y="6293862"/>
            <a:ext cx="106352" cy="10635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 baseline="-25000" dirty="0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94F91E43-C63F-38F1-7B1B-213FBC1D0E3D}"/>
              </a:ext>
            </a:extLst>
          </p:cNvPr>
          <p:cNvSpPr/>
          <p:nvPr userDrawn="1"/>
        </p:nvSpPr>
        <p:spPr>
          <a:xfrm>
            <a:off x="9511805" y="6293862"/>
            <a:ext cx="1716402" cy="106352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/>
          </a:p>
        </p:txBody>
      </p:sp>
      <p:sp>
        <p:nvSpPr>
          <p:cNvPr id="25" name="Slide Number">
            <a:extLst>
              <a:ext uri="{FF2B5EF4-FFF2-40B4-BE49-F238E27FC236}">
                <a16:creationId xmlns:a16="http://schemas.microsoft.com/office/drawing/2014/main" id="{1DD9F9C7-BD5F-CE9E-FD15-16CD45F3CE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856920" y="6228636"/>
            <a:ext cx="2743200" cy="236803"/>
          </a:xfr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BE5F007-28FD-B845-A833-24BC97E499D9}" type="slidenum">
              <a:rPr lang="uk-UA" altLang="en-US" smtClean="0"/>
              <a:pPr/>
              <a:t>‹#›</a:t>
            </a:fld>
            <a:endParaRPr lang="uk-UA" altLang="en-US" dirty="0"/>
          </a:p>
        </p:txBody>
      </p:sp>
      <p:pic>
        <p:nvPicPr>
          <p:cNvPr id="26" name="Imagen 14">
            <a:extLst>
              <a:ext uri="{FF2B5EF4-FFF2-40B4-BE49-F238E27FC236}">
                <a16:creationId xmlns:a16="http://schemas.microsoft.com/office/drawing/2014/main" id="{B041FED6-1950-09B4-5A76-F0A18CCF6D1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12086" y="6220748"/>
            <a:ext cx="278528" cy="270350"/>
          </a:xfrm>
          <a:prstGeom prst="rect">
            <a:avLst/>
          </a:prstGeom>
          <a:noFill/>
        </p:spPr>
      </p:pic>
      <p:pic>
        <p:nvPicPr>
          <p:cNvPr id="27" name="ISOC Symbol">
            <a:extLst>
              <a:ext uri="{FF2B5EF4-FFF2-40B4-BE49-F238E27FC236}">
                <a16:creationId xmlns:a16="http://schemas.microsoft.com/office/drawing/2014/main" id="{C2DE7724-3BC5-CF8A-A448-988851B13A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35450" y="6220694"/>
            <a:ext cx="270403" cy="2704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5286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-Content-2-Column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5A3D5433-C30F-7B45-99E2-D91CD7AC98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66739"/>
            <a:ext cx="11109600" cy="563042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Main Content-Left">
            <a:extLst>
              <a:ext uri="{FF2B5EF4-FFF2-40B4-BE49-F238E27FC236}">
                <a16:creationId xmlns:a16="http://schemas.microsoft.com/office/drawing/2014/main" id="{FE6995CB-E8F1-9145-91FB-1FC5F2C24960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44132" y="1353520"/>
            <a:ext cx="5329363" cy="44513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Main Content-Right">
            <a:extLst>
              <a:ext uri="{FF2B5EF4-FFF2-40B4-BE49-F238E27FC236}">
                <a16:creationId xmlns:a16="http://schemas.microsoft.com/office/drawing/2014/main" id="{03B27AED-85A0-F24B-81DD-66759D7A43C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70757" y="1353520"/>
            <a:ext cx="5329363" cy="44513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26D280E-747D-989F-23FA-826572D5D923}"/>
              </a:ext>
            </a:extLst>
          </p:cNvPr>
          <p:cNvSpPr/>
          <p:nvPr userDrawn="1"/>
        </p:nvSpPr>
        <p:spPr>
          <a:xfrm>
            <a:off x="1453269" y="6293862"/>
            <a:ext cx="1141334" cy="106352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E4748442-D864-E703-B073-52E9A31EF868}"/>
              </a:ext>
            </a:extLst>
          </p:cNvPr>
          <p:cNvSpPr/>
          <p:nvPr userDrawn="1"/>
        </p:nvSpPr>
        <p:spPr>
          <a:xfrm>
            <a:off x="6745288" y="6293862"/>
            <a:ext cx="2660165" cy="10635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9471217F-E0EA-B546-C343-B8B5AEB997DB}"/>
              </a:ext>
            </a:extLst>
          </p:cNvPr>
          <p:cNvSpPr/>
          <p:nvPr userDrawn="1"/>
        </p:nvSpPr>
        <p:spPr>
          <a:xfrm>
            <a:off x="2700956" y="6293862"/>
            <a:ext cx="2660165" cy="10635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C361743F-C3C9-8D50-60DB-F16F2BAE6968}"/>
              </a:ext>
            </a:extLst>
          </p:cNvPr>
          <p:cNvSpPr/>
          <p:nvPr userDrawn="1"/>
        </p:nvSpPr>
        <p:spPr>
          <a:xfrm>
            <a:off x="5467473" y="6293862"/>
            <a:ext cx="106352" cy="10635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 baseline="-25000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472849A8-8DA1-5CAE-697D-E3733F9FB27B}"/>
              </a:ext>
            </a:extLst>
          </p:cNvPr>
          <p:cNvSpPr/>
          <p:nvPr userDrawn="1"/>
        </p:nvSpPr>
        <p:spPr>
          <a:xfrm>
            <a:off x="5893460" y="6293862"/>
            <a:ext cx="106352" cy="10635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 baseline="-25000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F98D9D96-E8CB-FF2A-3FBE-046CC4FCD0D8}"/>
              </a:ext>
            </a:extLst>
          </p:cNvPr>
          <p:cNvSpPr/>
          <p:nvPr userDrawn="1"/>
        </p:nvSpPr>
        <p:spPr>
          <a:xfrm>
            <a:off x="5680756" y="6293862"/>
            <a:ext cx="106352" cy="10635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 baseline="-25000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9CA86EA0-5D95-3627-3EA8-1A6766545B14}"/>
              </a:ext>
            </a:extLst>
          </p:cNvPr>
          <p:cNvSpPr/>
          <p:nvPr userDrawn="1"/>
        </p:nvSpPr>
        <p:spPr>
          <a:xfrm>
            <a:off x="6106744" y="6293862"/>
            <a:ext cx="106352" cy="10635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 baseline="-25000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DCE9F8A2-37A3-ACA5-85B8-8D998E88276F}"/>
              </a:ext>
            </a:extLst>
          </p:cNvPr>
          <p:cNvSpPr/>
          <p:nvPr userDrawn="1"/>
        </p:nvSpPr>
        <p:spPr>
          <a:xfrm>
            <a:off x="6534754" y="6293862"/>
            <a:ext cx="106352" cy="10635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 baseline="-25000" dirty="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D7594C23-1B94-8784-20F3-31A38E12E9BE}"/>
              </a:ext>
            </a:extLst>
          </p:cNvPr>
          <p:cNvSpPr/>
          <p:nvPr userDrawn="1"/>
        </p:nvSpPr>
        <p:spPr>
          <a:xfrm>
            <a:off x="6322050" y="6293862"/>
            <a:ext cx="106352" cy="10635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 baseline="-25000" dirty="0"/>
          </a:p>
        </p:txBody>
      </p:sp>
      <p:sp>
        <p:nvSpPr>
          <p:cNvPr id="19" name="Slide Number">
            <a:extLst>
              <a:ext uri="{FF2B5EF4-FFF2-40B4-BE49-F238E27FC236}">
                <a16:creationId xmlns:a16="http://schemas.microsoft.com/office/drawing/2014/main" id="{1A4FE238-0C6E-389B-B53F-C710D43CE8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856920" y="6228636"/>
            <a:ext cx="2743200" cy="236803"/>
          </a:xfrm>
        </p:spPr>
        <p:txBody>
          <a:bodyPr anchor="ctr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BE5F007-28FD-B845-A833-24BC97E499D9}" type="slidenum">
              <a:rPr lang="uk-UA" altLang="en-US" smtClean="0"/>
              <a:pPr/>
              <a:t>‹#›</a:t>
            </a:fld>
            <a:endParaRPr lang="uk-UA" altLang="en-US" dirty="0">
              <a:solidFill>
                <a:schemeClr val="tx1"/>
              </a:solidFill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94F91E43-C63F-38F1-7B1B-213FBC1D0E3D}"/>
              </a:ext>
            </a:extLst>
          </p:cNvPr>
          <p:cNvSpPr/>
          <p:nvPr userDrawn="1"/>
        </p:nvSpPr>
        <p:spPr>
          <a:xfrm>
            <a:off x="9511805" y="6293862"/>
            <a:ext cx="1716402" cy="106352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/>
          </a:p>
        </p:txBody>
      </p:sp>
      <p:pic>
        <p:nvPicPr>
          <p:cNvPr id="23" name="ISOC Symbol">
            <a:extLst>
              <a:ext uri="{FF2B5EF4-FFF2-40B4-BE49-F238E27FC236}">
                <a16:creationId xmlns:a16="http://schemas.microsoft.com/office/drawing/2014/main" id="{474417E1-8C94-998A-E82B-EB98677C80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35168" y="6219478"/>
            <a:ext cx="273407" cy="2734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" name="Picture 23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56B4BE95-8B5D-03A4-99BC-C24D576B4B5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12757" y="6220748"/>
            <a:ext cx="291151" cy="27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09209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-Content-Photo-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">
            <a:extLst>
              <a:ext uri="{FF2B5EF4-FFF2-40B4-BE49-F238E27FC236}">
                <a16:creationId xmlns:a16="http://schemas.microsoft.com/office/drawing/2014/main" id="{CD902B53-9D84-C24C-93E5-6DA34EE3DC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66739"/>
            <a:ext cx="5564373" cy="563042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Main Content">
            <a:extLst>
              <a:ext uri="{FF2B5EF4-FFF2-40B4-BE49-F238E27FC236}">
                <a16:creationId xmlns:a16="http://schemas.microsoft.com/office/drawing/2014/main" id="{822E8AE2-50D4-754F-844E-C2D1E259E67D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48640" y="1353520"/>
            <a:ext cx="5564373" cy="47085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Picture Placeholder">
            <a:extLst>
              <a:ext uri="{FF2B5EF4-FFF2-40B4-BE49-F238E27FC236}">
                <a16:creationId xmlns:a16="http://schemas.microsoft.com/office/drawing/2014/main" id="{1004C492-DDD5-E14C-8F97-9F57C2F762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305106" y="0"/>
            <a:ext cx="5886893" cy="685799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89FC53E-7DF2-683D-DA0E-41F4448C7276}"/>
              </a:ext>
            </a:extLst>
          </p:cNvPr>
          <p:cNvSpPr/>
          <p:nvPr userDrawn="1"/>
        </p:nvSpPr>
        <p:spPr>
          <a:xfrm>
            <a:off x="1453269" y="6293862"/>
            <a:ext cx="1141334" cy="106352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38937DB-65C6-72E1-048A-C42931379B07}"/>
              </a:ext>
            </a:extLst>
          </p:cNvPr>
          <p:cNvSpPr/>
          <p:nvPr userDrawn="1"/>
        </p:nvSpPr>
        <p:spPr>
          <a:xfrm>
            <a:off x="2700956" y="6293862"/>
            <a:ext cx="2660165" cy="10635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9962C2FC-3A2F-AAEB-C86B-D8E72FDEEAFB}"/>
              </a:ext>
            </a:extLst>
          </p:cNvPr>
          <p:cNvSpPr/>
          <p:nvPr userDrawn="1"/>
        </p:nvSpPr>
        <p:spPr>
          <a:xfrm>
            <a:off x="5467473" y="6293862"/>
            <a:ext cx="106352" cy="10635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 baseline="-25000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46FB0333-E113-ACC5-3A94-057C8E47C4C9}"/>
              </a:ext>
            </a:extLst>
          </p:cNvPr>
          <p:cNvSpPr/>
          <p:nvPr userDrawn="1"/>
        </p:nvSpPr>
        <p:spPr>
          <a:xfrm>
            <a:off x="5893460" y="6293862"/>
            <a:ext cx="106352" cy="10635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 baseline="-25000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33CE162E-51E7-2BCF-80A6-FA0D1630EFB0}"/>
              </a:ext>
            </a:extLst>
          </p:cNvPr>
          <p:cNvSpPr/>
          <p:nvPr userDrawn="1"/>
        </p:nvSpPr>
        <p:spPr>
          <a:xfrm>
            <a:off x="5680756" y="6293862"/>
            <a:ext cx="106352" cy="10635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 baseline="-25000" dirty="0"/>
          </a:p>
        </p:txBody>
      </p:sp>
      <p:pic>
        <p:nvPicPr>
          <p:cNvPr id="22" name="ISOC Symbol">
            <a:extLst>
              <a:ext uri="{FF2B5EF4-FFF2-40B4-BE49-F238E27FC236}">
                <a16:creationId xmlns:a16="http://schemas.microsoft.com/office/drawing/2014/main" id="{6BFCE243-10BC-3E77-162E-88A2BD0938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35168" y="6219478"/>
            <a:ext cx="273407" cy="2734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" name="Picture 22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13E7D005-E707-A03F-E793-74DBB32226C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12757" y="6220748"/>
            <a:ext cx="291151" cy="272400"/>
          </a:xfrm>
          <a:prstGeom prst="rect">
            <a:avLst/>
          </a:prstGeom>
        </p:spPr>
      </p:pic>
      <p:pic>
        <p:nvPicPr>
          <p:cNvPr id="2" name="Imagen 14">
            <a:extLst>
              <a:ext uri="{FF2B5EF4-FFF2-40B4-BE49-F238E27FC236}">
                <a16:creationId xmlns:a16="http://schemas.microsoft.com/office/drawing/2014/main" id="{76173300-DD60-0163-46E0-DC3377861E8E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12086" y="6220748"/>
            <a:ext cx="278528" cy="270350"/>
          </a:xfrm>
          <a:prstGeom prst="rect">
            <a:avLst/>
          </a:prstGeom>
          <a:noFill/>
        </p:spPr>
      </p:pic>
      <p:pic>
        <p:nvPicPr>
          <p:cNvPr id="5" name="ISOC Symbol">
            <a:extLst>
              <a:ext uri="{FF2B5EF4-FFF2-40B4-BE49-F238E27FC236}">
                <a16:creationId xmlns:a16="http://schemas.microsoft.com/office/drawing/2014/main" id="{557BB37B-F543-6555-1342-B373498438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35450" y="6220694"/>
            <a:ext cx="270403" cy="2704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47060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-Content-Photo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">
            <a:extLst>
              <a:ext uri="{FF2B5EF4-FFF2-40B4-BE49-F238E27FC236}">
                <a16:creationId xmlns:a16="http://schemas.microsoft.com/office/drawing/2014/main" id="{CD902B53-9D84-C24C-93E5-6DA34EE3DC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66739"/>
            <a:ext cx="5564373" cy="563042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Main Content">
            <a:extLst>
              <a:ext uri="{FF2B5EF4-FFF2-40B4-BE49-F238E27FC236}">
                <a16:creationId xmlns:a16="http://schemas.microsoft.com/office/drawing/2014/main" id="{822E8AE2-50D4-754F-844E-C2D1E259E67D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48640" y="1353520"/>
            <a:ext cx="5564373" cy="47085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Picture Placeholder">
            <a:extLst>
              <a:ext uri="{FF2B5EF4-FFF2-40B4-BE49-F238E27FC236}">
                <a16:creationId xmlns:a16="http://schemas.microsoft.com/office/drawing/2014/main" id="{1004C492-DDD5-E14C-8F97-9F57C2F762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305106" y="0"/>
            <a:ext cx="5886893" cy="685799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89FC53E-7DF2-683D-DA0E-41F4448C7276}"/>
              </a:ext>
            </a:extLst>
          </p:cNvPr>
          <p:cNvSpPr/>
          <p:nvPr userDrawn="1"/>
        </p:nvSpPr>
        <p:spPr>
          <a:xfrm>
            <a:off x="1453269" y="6293862"/>
            <a:ext cx="1141334" cy="106352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38937DB-65C6-72E1-048A-C42931379B07}"/>
              </a:ext>
            </a:extLst>
          </p:cNvPr>
          <p:cNvSpPr/>
          <p:nvPr userDrawn="1"/>
        </p:nvSpPr>
        <p:spPr>
          <a:xfrm>
            <a:off x="2700956" y="6293862"/>
            <a:ext cx="2660165" cy="10635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9962C2FC-3A2F-AAEB-C86B-D8E72FDEEAFB}"/>
              </a:ext>
            </a:extLst>
          </p:cNvPr>
          <p:cNvSpPr/>
          <p:nvPr userDrawn="1"/>
        </p:nvSpPr>
        <p:spPr>
          <a:xfrm>
            <a:off x="5467473" y="6293862"/>
            <a:ext cx="106352" cy="10635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 baseline="-25000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46FB0333-E113-ACC5-3A94-057C8E47C4C9}"/>
              </a:ext>
            </a:extLst>
          </p:cNvPr>
          <p:cNvSpPr/>
          <p:nvPr userDrawn="1"/>
        </p:nvSpPr>
        <p:spPr>
          <a:xfrm>
            <a:off x="5893460" y="6293862"/>
            <a:ext cx="106352" cy="10635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 baseline="-25000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33CE162E-51E7-2BCF-80A6-FA0D1630EFB0}"/>
              </a:ext>
            </a:extLst>
          </p:cNvPr>
          <p:cNvSpPr/>
          <p:nvPr userDrawn="1"/>
        </p:nvSpPr>
        <p:spPr>
          <a:xfrm>
            <a:off x="5680756" y="6293862"/>
            <a:ext cx="106352" cy="10635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 baseline="-25000" dirty="0"/>
          </a:p>
        </p:txBody>
      </p:sp>
      <p:pic>
        <p:nvPicPr>
          <p:cNvPr id="22" name="ISOC Symbol">
            <a:extLst>
              <a:ext uri="{FF2B5EF4-FFF2-40B4-BE49-F238E27FC236}">
                <a16:creationId xmlns:a16="http://schemas.microsoft.com/office/drawing/2014/main" id="{6BFCE243-10BC-3E77-162E-88A2BD0938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35168" y="6219478"/>
            <a:ext cx="273407" cy="2734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" name="Picture 22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13E7D005-E707-A03F-E793-74DBB32226C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12757" y="6220748"/>
            <a:ext cx="291151" cy="27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39655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-Only-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14">
            <a:extLst>
              <a:ext uri="{FF2B5EF4-FFF2-40B4-BE49-F238E27FC236}">
                <a16:creationId xmlns:a16="http://schemas.microsoft.com/office/drawing/2014/main" id="{76AF400F-D8FA-7C6C-AA46-4951A245DA2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12086" y="6220748"/>
            <a:ext cx="278528" cy="270350"/>
          </a:xfrm>
          <a:prstGeom prst="rect">
            <a:avLst/>
          </a:prstGeom>
          <a:noFill/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480193B3-FE14-004D-BBD6-596D1E04CD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4" name="ISOC Symbol">
            <a:extLst>
              <a:ext uri="{FF2B5EF4-FFF2-40B4-BE49-F238E27FC236}">
                <a16:creationId xmlns:a16="http://schemas.microsoft.com/office/drawing/2014/main" id="{468512CE-C198-7B71-4C2F-330891CEBD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35450" y="6220694"/>
            <a:ext cx="270403" cy="2704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01B7A4D-99E4-D21B-CD32-9A58AF80D19D}"/>
              </a:ext>
            </a:extLst>
          </p:cNvPr>
          <p:cNvSpPr/>
          <p:nvPr userDrawn="1"/>
        </p:nvSpPr>
        <p:spPr>
          <a:xfrm>
            <a:off x="1453269" y="6293862"/>
            <a:ext cx="1141334" cy="106352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554F5F7-4C16-C727-D974-651EA501E204}"/>
              </a:ext>
            </a:extLst>
          </p:cNvPr>
          <p:cNvSpPr/>
          <p:nvPr userDrawn="1"/>
        </p:nvSpPr>
        <p:spPr>
          <a:xfrm>
            <a:off x="6745288" y="6293862"/>
            <a:ext cx="2660165" cy="10635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AD8AFED-AA18-572F-99E0-D99B1E108C58}"/>
              </a:ext>
            </a:extLst>
          </p:cNvPr>
          <p:cNvSpPr/>
          <p:nvPr userDrawn="1"/>
        </p:nvSpPr>
        <p:spPr>
          <a:xfrm>
            <a:off x="2700956" y="6293862"/>
            <a:ext cx="2660165" cy="10635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1FDF21C-9C57-AE4C-A425-F35410399002}"/>
              </a:ext>
            </a:extLst>
          </p:cNvPr>
          <p:cNvSpPr/>
          <p:nvPr userDrawn="1"/>
        </p:nvSpPr>
        <p:spPr>
          <a:xfrm>
            <a:off x="5467473" y="6293862"/>
            <a:ext cx="106352" cy="10635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 baseline="-25000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82CCB50F-17BB-79C5-18F3-37A099DA2376}"/>
              </a:ext>
            </a:extLst>
          </p:cNvPr>
          <p:cNvSpPr/>
          <p:nvPr userDrawn="1"/>
        </p:nvSpPr>
        <p:spPr>
          <a:xfrm>
            <a:off x="5893460" y="6293862"/>
            <a:ext cx="106352" cy="10635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 baseline="-25000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90285774-378D-4C7F-6705-4AFAB727FD94}"/>
              </a:ext>
            </a:extLst>
          </p:cNvPr>
          <p:cNvSpPr/>
          <p:nvPr userDrawn="1"/>
        </p:nvSpPr>
        <p:spPr>
          <a:xfrm>
            <a:off x="5680756" y="6293862"/>
            <a:ext cx="106352" cy="10635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 baseline="-25000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85F944B2-CC99-3C9A-F4F1-B664C1BD5C5D}"/>
              </a:ext>
            </a:extLst>
          </p:cNvPr>
          <p:cNvSpPr/>
          <p:nvPr userDrawn="1"/>
        </p:nvSpPr>
        <p:spPr>
          <a:xfrm>
            <a:off x="6106744" y="6293862"/>
            <a:ext cx="106352" cy="10635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 baseline="-25000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4D0000A4-079F-8DF8-07A3-495371922A4D}"/>
              </a:ext>
            </a:extLst>
          </p:cNvPr>
          <p:cNvSpPr/>
          <p:nvPr userDrawn="1"/>
        </p:nvSpPr>
        <p:spPr>
          <a:xfrm>
            <a:off x="6534754" y="6293862"/>
            <a:ext cx="106352" cy="10635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 baseline="-25000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97D8244C-C4F6-6340-3AA8-E780A601DC02}"/>
              </a:ext>
            </a:extLst>
          </p:cNvPr>
          <p:cNvSpPr/>
          <p:nvPr userDrawn="1"/>
        </p:nvSpPr>
        <p:spPr>
          <a:xfrm>
            <a:off x="6322050" y="6293862"/>
            <a:ext cx="106352" cy="10635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 baseline="-25000" dirty="0"/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900D107E-89A2-EFD6-12CE-42C422D96D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856920" y="6228636"/>
            <a:ext cx="2743200" cy="236803"/>
          </a:xfr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BE5F007-28FD-B845-A833-24BC97E499D9}" type="slidenum">
              <a:rPr lang="uk-UA" altLang="en-US" smtClean="0"/>
              <a:pPr/>
              <a:t>‹#›</a:t>
            </a:fld>
            <a:endParaRPr lang="uk-UA" altLang="en-US" dirty="0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BE5EDD9E-8763-DCAE-9CA1-02A209210ADB}"/>
              </a:ext>
            </a:extLst>
          </p:cNvPr>
          <p:cNvSpPr/>
          <p:nvPr userDrawn="1"/>
        </p:nvSpPr>
        <p:spPr>
          <a:xfrm>
            <a:off x="9511805" y="6293862"/>
            <a:ext cx="1716402" cy="106352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/>
          </a:p>
        </p:txBody>
      </p:sp>
    </p:spTree>
    <p:extLst>
      <p:ext uri="{BB962C8B-B14F-4D97-AF65-F5344CB8AC3E}">
        <p14:creationId xmlns:p14="http://schemas.microsoft.com/office/powerpoint/2010/main" val="11173668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-Only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480193B3-FE14-004D-BBD6-596D1E04CD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C5E4EC4C-7F20-504F-83E3-A7F63CD4B1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856920" y="6228636"/>
            <a:ext cx="2743200" cy="236803"/>
          </a:xfrm>
        </p:spPr>
        <p:txBody>
          <a:bodyPr anchor="ctr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BE5F007-28FD-B845-A833-24BC97E499D9}" type="slidenum">
              <a:rPr lang="uk-UA" altLang="en-US" smtClean="0"/>
              <a:pPr/>
              <a:t>‹#›</a:t>
            </a:fld>
            <a:endParaRPr lang="uk-UA" altLang="en-US" dirty="0">
              <a:solidFill>
                <a:schemeClr val="tx1"/>
              </a:solidFill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44E134D-E444-31E7-BF28-BA77D13CDAE2}"/>
              </a:ext>
            </a:extLst>
          </p:cNvPr>
          <p:cNvSpPr/>
          <p:nvPr userDrawn="1"/>
        </p:nvSpPr>
        <p:spPr>
          <a:xfrm>
            <a:off x="1453269" y="6293862"/>
            <a:ext cx="1141334" cy="106352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EFEE74C-812A-8A89-AA5F-C0226DDAEC88}"/>
              </a:ext>
            </a:extLst>
          </p:cNvPr>
          <p:cNvSpPr/>
          <p:nvPr userDrawn="1"/>
        </p:nvSpPr>
        <p:spPr>
          <a:xfrm>
            <a:off x="6745288" y="6293862"/>
            <a:ext cx="2660165" cy="10635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DFA28039-C120-1931-7854-E80FD9C8E4DD}"/>
              </a:ext>
            </a:extLst>
          </p:cNvPr>
          <p:cNvSpPr/>
          <p:nvPr userDrawn="1"/>
        </p:nvSpPr>
        <p:spPr>
          <a:xfrm>
            <a:off x="2700956" y="6293862"/>
            <a:ext cx="2660165" cy="10635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1C820167-3A59-9D9D-AB4E-A571CFF4808E}"/>
              </a:ext>
            </a:extLst>
          </p:cNvPr>
          <p:cNvSpPr/>
          <p:nvPr userDrawn="1"/>
        </p:nvSpPr>
        <p:spPr>
          <a:xfrm>
            <a:off x="5467473" y="6293862"/>
            <a:ext cx="106352" cy="10635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 baseline="-25000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4C5F3197-340E-9384-FB69-B7C0B92FDDE7}"/>
              </a:ext>
            </a:extLst>
          </p:cNvPr>
          <p:cNvSpPr/>
          <p:nvPr userDrawn="1"/>
        </p:nvSpPr>
        <p:spPr>
          <a:xfrm>
            <a:off x="5893460" y="6293862"/>
            <a:ext cx="106352" cy="10635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 baseline="-25000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D798493-61D7-3B27-7CBF-3A3FD24749D7}"/>
              </a:ext>
            </a:extLst>
          </p:cNvPr>
          <p:cNvSpPr/>
          <p:nvPr userDrawn="1"/>
        </p:nvSpPr>
        <p:spPr>
          <a:xfrm>
            <a:off x="5680756" y="6293862"/>
            <a:ext cx="106352" cy="10635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 baseline="-25000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49F21572-1411-36B5-3D12-776EF5D9F8B3}"/>
              </a:ext>
            </a:extLst>
          </p:cNvPr>
          <p:cNvSpPr/>
          <p:nvPr userDrawn="1"/>
        </p:nvSpPr>
        <p:spPr>
          <a:xfrm>
            <a:off x="6106744" y="6293862"/>
            <a:ext cx="106352" cy="10635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 baseline="-25000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B2992DB-5BCE-DEDC-9501-B7567A6F2597}"/>
              </a:ext>
            </a:extLst>
          </p:cNvPr>
          <p:cNvSpPr/>
          <p:nvPr userDrawn="1"/>
        </p:nvSpPr>
        <p:spPr>
          <a:xfrm>
            <a:off x="6534754" y="6293862"/>
            <a:ext cx="106352" cy="10635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 baseline="-25000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ADA14AB5-26D1-8683-14ED-605B8A8FB0B4}"/>
              </a:ext>
            </a:extLst>
          </p:cNvPr>
          <p:cNvSpPr/>
          <p:nvPr userDrawn="1"/>
        </p:nvSpPr>
        <p:spPr>
          <a:xfrm>
            <a:off x="6322050" y="6293862"/>
            <a:ext cx="106352" cy="10635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 baseline="-25000" dirty="0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53B11CDA-EAB0-AB1D-8A4D-651DE98CD278}"/>
              </a:ext>
            </a:extLst>
          </p:cNvPr>
          <p:cNvSpPr/>
          <p:nvPr userDrawn="1"/>
        </p:nvSpPr>
        <p:spPr>
          <a:xfrm>
            <a:off x="9511805" y="6293862"/>
            <a:ext cx="1716402" cy="106352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/>
          </a:p>
        </p:txBody>
      </p:sp>
      <p:pic>
        <p:nvPicPr>
          <p:cNvPr id="18" name="ISOC Symbol">
            <a:extLst>
              <a:ext uri="{FF2B5EF4-FFF2-40B4-BE49-F238E27FC236}">
                <a16:creationId xmlns:a16="http://schemas.microsoft.com/office/drawing/2014/main" id="{2618BBB0-25E2-E7E9-CCE3-1F8E22933D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35168" y="6219478"/>
            <a:ext cx="273407" cy="2734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" name="Picture 18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919D09D2-C95C-18D4-3FEA-3FDE8E7D868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12757" y="6220748"/>
            <a:ext cx="291151" cy="27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53486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891741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48640" y="566739"/>
            <a:ext cx="11109960" cy="603694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/>
          <a:p>
            <a:r>
              <a:rPr lang="en-US" noProof="0" dirty="0"/>
              <a:t>Click to add a Master title</a:t>
            </a:r>
            <a:endParaRPr lang="en-GB" noProof="0" dirty="0"/>
          </a:p>
        </p:txBody>
      </p:sp>
      <p:sp>
        <p:nvSpPr>
          <p:cNvPr id="3" name="Main Text">
            <a:extLst>
              <a:ext uri="{FF2B5EF4-FFF2-40B4-BE49-F238E27FC236}">
                <a16:creationId xmlns:a16="http://schemas.microsoft.com/office/drawing/2014/main" id="{438CC12A-6611-6D4D-A5AD-D4A40ADCC6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2174" y="1388182"/>
            <a:ext cx="11109601" cy="4619426"/>
          </a:xfrm>
          <a:prstGeom prst="rect">
            <a:avLst/>
          </a:prstGeom>
        </p:spPr>
        <p:txBody>
          <a:bodyPr vert="horz" lIns="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Slide Numb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18575" y="6342063"/>
            <a:ext cx="2743200" cy="173037"/>
          </a:xfrm>
          <a:prstGeom prst="rect">
            <a:avLst/>
          </a:prstGeom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r">
              <a:defRPr sz="1000"/>
            </a:lvl1pPr>
          </a:lstStyle>
          <a:p>
            <a:fld id="{F4C3A41F-A775-1140-95F7-087AA6C6EBC6}" type="slidenum">
              <a:rPr lang="en-GB" altLang="en-US" noProof="0" smtClean="0"/>
              <a:pPr/>
              <a:t>‹#›</a:t>
            </a:fld>
            <a:endParaRPr lang="en-GB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26163871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5" r:id="rId1"/>
    <p:sldLayoutId id="2147483828" r:id="rId2"/>
    <p:sldLayoutId id="2147483827" r:id="rId3"/>
    <p:sldLayoutId id="2147483797" r:id="rId4"/>
    <p:sldLayoutId id="2147483798" r:id="rId5"/>
    <p:sldLayoutId id="2147483799" r:id="rId6"/>
    <p:sldLayoutId id="2147483800" r:id="rId7"/>
    <p:sldLayoutId id="2147483824" r:id="rId8"/>
    <p:sldLayoutId id="2147483825" r:id="rId9"/>
    <p:sldLayoutId id="2147483826" r:id="rId10"/>
    <p:sldLayoutId id="2147483823" r:id="rId11"/>
    <p:sldLayoutId id="2147483803" r:id="rId12"/>
    <p:sldLayoutId id="2147483804" r:id="rId13"/>
    <p:sldLayoutId id="2147483830" r:id="rId14"/>
    <p:sldLayoutId id="2147483829" r:id="rId15"/>
    <p:sldLayoutId id="2147483805" r:id="rId16"/>
    <p:sldLayoutId id="2147483822" r:id="rId17"/>
    <p:sldLayoutId id="2147483806" r:id="rId18"/>
    <p:sldLayoutId id="2147483807" r:id="rId19"/>
  </p:sldLayoutIdLst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hdr="0" dt="0"/>
  <p:txStyles>
    <p:titleStyle>
      <a:lvl1pPr algn="l" rtl="0" eaLnBrk="1" fontAlgn="base" hangingPunct="1">
        <a:lnSpc>
          <a:spcPct val="106000"/>
        </a:lnSpc>
        <a:spcBef>
          <a:spcPct val="0"/>
        </a:spcBef>
        <a:spcAft>
          <a:spcPts val="600"/>
        </a:spcAft>
        <a:defRPr sz="3000" kern="1200" spc="20">
          <a:solidFill>
            <a:schemeClr val="accent1"/>
          </a:solidFill>
          <a:latin typeface="+mj-lt"/>
          <a:ea typeface="ＭＳ Ｐゴシック" charset="-128"/>
          <a:cs typeface="+mj-cs"/>
        </a:defRPr>
      </a:lvl1pPr>
      <a:lvl2pPr algn="l" rtl="0" eaLnBrk="1" fontAlgn="base" hangingPunct="1">
        <a:lnSpc>
          <a:spcPct val="106000"/>
        </a:lnSpc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Hind Light" charset="0"/>
          <a:ea typeface="ＭＳ Ｐゴシック" charset="-128"/>
        </a:defRPr>
      </a:lvl2pPr>
      <a:lvl3pPr algn="l" rtl="0" eaLnBrk="1" fontAlgn="base" hangingPunct="1">
        <a:lnSpc>
          <a:spcPct val="106000"/>
        </a:lnSpc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Hind Light" charset="0"/>
          <a:ea typeface="ＭＳ Ｐゴシック" charset="-128"/>
        </a:defRPr>
      </a:lvl3pPr>
      <a:lvl4pPr algn="l" rtl="0" eaLnBrk="1" fontAlgn="base" hangingPunct="1">
        <a:lnSpc>
          <a:spcPct val="106000"/>
        </a:lnSpc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Hind Light" charset="0"/>
          <a:ea typeface="ＭＳ Ｐゴシック" charset="-128"/>
        </a:defRPr>
      </a:lvl4pPr>
      <a:lvl5pPr algn="l" rtl="0" eaLnBrk="1" fontAlgn="base" hangingPunct="1">
        <a:lnSpc>
          <a:spcPct val="106000"/>
        </a:lnSpc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Hind Light" charset="0"/>
          <a:ea typeface="ＭＳ Ｐゴシック" charset="-128"/>
        </a:defRPr>
      </a:lvl5pPr>
      <a:lvl6pPr marL="457200" algn="l" rtl="0" eaLnBrk="1" fontAlgn="base" hangingPunct="1">
        <a:lnSpc>
          <a:spcPct val="106000"/>
        </a:lnSpc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Hind Light" charset="0"/>
          <a:ea typeface="ＭＳ Ｐゴシック" charset="-128"/>
        </a:defRPr>
      </a:lvl6pPr>
      <a:lvl7pPr marL="914400" algn="l" rtl="0" eaLnBrk="1" fontAlgn="base" hangingPunct="1">
        <a:lnSpc>
          <a:spcPct val="106000"/>
        </a:lnSpc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Hind Light" charset="0"/>
          <a:ea typeface="ＭＳ Ｐゴシック" charset="-128"/>
        </a:defRPr>
      </a:lvl7pPr>
      <a:lvl8pPr marL="1371600" algn="l" rtl="0" eaLnBrk="1" fontAlgn="base" hangingPunct="1">
        <a:lnSpc>
          <a:spcPct val="106000"/>
        </a:lnSpc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Hind Light" charset="0"/>
          <a:ea typeface="ＭＳ Ｐゴシック" charset="-128"/>
        </a:defRPr>
      </a:lvl8pPr>
      <a:lvl9pPr marL="1828800" algn="l" rtl="0" eaLnBrk="1" fontAlgn="base" hangingPunct="1">
        <a:lnSpc>
          <a:spcPct val="106000"/>
        </a:lnSpc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Hind Light" charset="0"/>
          <a:ea typeface="ＭＳ Ｐゴシック" charset="-128"/>
        </a:defRPr>
      </a:lvl9pPr>
    </p:titleStyle>
    <p:bodyStyle>
      <a:lvl1pPr algn="l" rtl="0" eaLnBrk="1" fontAlgn="base" hangingPunct="1">
        <a:lnSpc>
          <a:spcPct val="106000"/>
        </a:lnSpc>
        <a:spcBef>
          <a:spcPts val="600"/>
        </a:spcBef>
        <a:spcAft>
          <a:spcPts val="600"/>
        </a:spcAft>
        <a:buFont typeface="Arial" charset="0"/>
        <a:defRPr sz="2400" kern="1200" spc="20">
          <a:solidFill>
            <a:schemeClr val="tx1"/>
          </a:solidFill>
          <a:latin typeface="+mn-lt"/>
          <a:ea typeface="Hind Medium" charset="0"/>
          <a:cs typeface="Hind Medium" charset="0"/>
        </a:defRPr>
      </a:lvl1pPr>
      <a:lvl2pPr marL="690563" indent="-227013" algn="l" rtl="0" eaLnBrk="1" fontAlgn="base" hangingPunct="1">
        <a:lnSpc>
          <a:spcPct val="113000"/>
        </a:lnSpc>
        <a:spcBef>
          <a:spcPct val="0"/>
        </a:spcBef>
        <a:spcAft>
          <a:spcPts val="600"/>
        </a:spcAft>
        <a:buFont typeface="Arial" panose="020B0604020202020204" pitchFamily="34" charset="0"/>
        <a:buChar char="•"/>
        <a:tabLst/>
        <a:defRPr sz="2000" kern="1200" spc="20">
          <a:solidFill>
            <a:schemeClr val="tx1"/>
          </a:solidFill>
          <a:latin typeface="+mn-lt"/>
          <a:ea typeface="ＭＳ Ｐゴシック" charset="-128"/>
          <a:cs typeface="+mn-cs"/>
        </a:defRPr>
      </a:lvl2pPr>
      <a:lvl3pPr marL="1147763" indent="-228600" algn="l" rtl="0" eaLnBrk="1" fontAlgn="base" hangingPunct="1">
        <a:lnSpc>
          <a:spcPct val="113000"/>
        </a:lnSpc>
        <a:spcBef>
          <a:spcPct val="0"/>
        </a:spcBef>
        <a:spcAft>
          <a:spcPts val="600"/>
        </a:spcAft>
        <a:buSzPct val="100000"/>
        <a:buFont typeface="Arial" panose="020B0604020202020204" pitchFamily="34" charset="0"/>
        <a:buChar char="•"/>
        <a:tabLst/>
        <a:defRPr sz="1800" kern="1200" spc="20">
          <a:solidFill>
            <a:schemeClr val="tx1"/>
          </a:solidFill>
          <a:latin typeface="+mn-lt"/>
          <a:ea typeface="ＭＳ Ｐゴシック" charset="-128"/>
          <a:cs typeface="+mn-cs"/>
        </a:defRPr>
      </a:lvl3pPr>
      <a:lvl4pPr marL="1603375" indent="-227013" algn="l" rtl="0" eaLnBrk="1" fontAlgn="base" hangingPunct="1">
        <a:lnSpc>
          <a:spcPct val="113000"/>
        </a:lnSpc>
        <a:spcBef>
          <a:spcPct val="0"/>
        </a:spcBef>
        <a:spcAft>
          <a:spcPts val="600"/>
        </a:spcAft>
        <a:buSzPct val="100000"/>
        <a:buFont typeface="Arial" panose="020B0604020202020204" pitchFamily="34" charset="0"/>
        <a:buChar char="•"/>
        <a:tabLst/>
        <a:defRPr sz="1600" kern="1200" spc="20">
          <a:solidFill>
            <a:schemeClr val="tx1"/>
          </a:solidFill>
          <a:latin typeface="+mn-lt"/>
          <a:ea typeface="ＭＳ Ｐゴシック" charset="-128"/>
          <a:cs typeface="+mn-cs"/>
        </a:defRPr>
      </a:lvl4pPr>
      <a:lvl5pPr marL="2060575" indent="-228600" algn="l" rtl="0" eaLnBrk="1" fontAlgn="base" hangingPunct="1">
        <a:lnSpc>
          <a:spcPct val="112000"/>
        </a:lnSpc>
        <a:spcBef>
          <a:spcPct val="0"/>
        </a:spcBef>
        <a:spcAft>
          <a:spcPts val="600"/>
        </a:spcAft>
        <a:buSzPct val="100000"/>
        <a:buFont typeface="Arial" panose="020B0604020202020204" pitchFamily="34" charset="0"/>
        <a:buChar char="•"/>
        <a:tabLst/>
        <a:defRPr sz="1400" kern="1200" spc="20">
          <a:solidFill>
            <a:schemeClr val="tx1"/>
          </a:solidFill>
          <a:latin typeface="+mn-lt"/>
          <a:ea typeface="ＭＳ Ｐゴシック" charset="-128"/>
          <a:cs typeface="+mn-cs"/>
        </a:defRPr>
      </a:lvl5pPr>
      <a:lvl6pPr marL="685800" indent="-228600" algn="l" defTabSz="914400" rtl="0" eaLnBrk="1" latinLnBrk="0" hangingPunct="1">
        <a:lnSpc>
          <a:spcPct val="112000"/>
        </a:lnSpc>
        <a:spcBef>
          <a:spcPts val="0"/>
        </a:spcBef>
        <a:buFont typeface="Arial" panose="020B0604020202020204" pitchFamily="34" charset="0"/>
        <a:buChar char="•"/>
        <a:tabLst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914400" indent="-228600" algn="l" defTabSz="914400" rtl="0" eaLnBrk="1" latinLnBrk="0" hangingPunct="1">
        <a:lnSpc>
          <a:spcPct val="112000"/>
        </a:lnSpc>
        <a:spcBef>
          <a:spcPts val="0"/>
        </a:spcBef>
        <a:buFont typeface="Arial" panose="020B0604020202020204" pitchFamily="34" charset="0"/>
        <a:buChar char="•"/>
        <a:tabLst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9.png"/><Relationship Id="rId7" Type="http://schemas.openxmlformats.org/officeDocument/2006/relationships/image" Target="../media/image21.png"/><Relationship Id="rId12" Type="http://schemas.openxmlformats.org/officeDocument/2006/relationships/image" Target="../media/image25.jpe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8.xml"/><Relationship Id="rId6" Type="http://schemas.microsoft.com/office/2007/relationships/hdphoto" Target="../media/hdphoto2.wdp"/><Relationship Id="rId11" Type="http://schemas.openxmlformats.org/officeDocument/2006/relationships/image" Target="../media/image24.png"/><Relationship Id="rId5" Type="http://schemas.openxmlformats.org/officeDocument/2006/relationships/image" Target="../media/image20.png"/><Relationship Id="rId10" Type="http://schemas.openxmlformats.org/officeDocument/2006/relationships/image" Target="../media/image23.png"/><Relationship Id="rId4" Type="http://schemas.microsoft.com/office/2007/relationships/hdphoto" Target="../media/hdphoto1.wdp"/><Relationship Id="rId9" Type="http://schemas.microsoft.com/office/2007/relationships/hdphoto" Target="../media/hdphoto3.wdp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hyperlink" Target="http://haveibeenpwned.com/" TargetMode="External"/><Relationship Id="rId3" Type="http://schemas.openxmlformats.org/officeDocument/2006/relationships/hyperlink" Target="http://password.kaspersky.com/" TargetMode="External"/><Relationship Id="rId7" Type="http://schemas.openxmlformats.org/officeDocument/2006/relationships/hyperlink" Target="http://periksadata.com/" TargetMode="External"/><Relationship Id="rId12" Type="http://schemas.openxmlformats.org/officeDocument/2006/relationships/hyperlink" Target="https://s.id/igretas" TargetMode="External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8.xml"/><Relationship Id="rId6" Type="http://schemas.openxmlformats.org/officeDocument/2006/relationships/hyperlink" Target="http://fb.com/privacy" TargetMode="External"/><Relationship Id="rId11" Type="http://schemas.openxmlformats.org/officeDocument/2006/relationships/hyperlink" Target="https://s.id/googleretas" TargetMode="External"/><Relationship Id="rId5" Type="http://schemas.openxmlformats.org/officeDocument/2006/relationships/hyperlink" Target="http://g.co/SecurityCheckup" TargetMode="External"/><Relationship Id="rId10" Type="http://schemas.openxmlformats.org/officeDocument/2006/relationships/hyperlink" Target="https://s.id/twretas" TargetMode="External"/><Relationship Id="rId4" Type="http://schemas.openxmlformats.org/officeDocument/2006/relationships/hyperlink" Target="http://ictwatch.id/2fa" TargetMode="External"/><Relationship Id="rId9" Type="http://schemas.openxmlformats.org/officeDocument/2006/relationships/hyperlink" Target="https://s.id/fbretas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EBD2A9C2-487E-41CF-C141-AB29B9F5AA0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99" t="8171" r="31244"/>
          <a:stretch>
            <a:fillRect/>
          </a:stretch>
        </p:blipFill>
        <p:spPr>
          <a:xfrm>
            <a:off x="0" y="12675"/>
            <a:ext cx="12182169" cy="685235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BE2BC94-BCD4-8BD6-880C-33A492748F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31" y="1796686"/>
            <a:ext cx="5142272" cy="506834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BC0EBE0-26D1-52E7-10D3-860A20C9EAA0}"/>
              </a:ext>
            </a:extLst>
          </p:cNvPr>
          <p:cNvSpPr/>
          <p:nvPr/>
        </p:nvSpPr>
        <p:spPr>
          <a:xfrm>
            <a:off x="408981" y="3175819"/>
            <a:ext cx="4241677" cy="32815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CF97EAC-D481-CDDF-32DB-3C87F276CDB0}"/>
              </a:ext>
            </a:extLst>
          </p:cNvPr>
          <p:cNvSpPr txBox="1"/>
          <p:nvPr/>
        </p:nvSpPr>
        <p:spPr>
          <a:xfrm>
            <a:off x="442450" y="3266840"/>
            <a:ext cx="3195105" cy="31700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3982E3"/>
                </a:solidFill>
              </a:rPr>
              <a:t>MODUL-2</a:t>
            </a:r>
          </a:p>
          <a:p>
            <a:endParaRPr lang="en-US" sz="2400" b="1" dirty="0">
              <a:solidFill>
                <a:srgbClr val="23366E"/>
              </a:solidFill>
            </a:endParaRPr>
          </a:p>
          <a:p>
            <a:r>
              <a:rPr lang="en-US" sz="4000" b="1" dirty="0">
                <a:solidFill>
                  <a:srgbClr val="23366E"/>
                </a:solidFill>
              </a:rPr>
              <a:t>KEAMANAN</a:t>
            </a:r>
            <a:br>
              <a:rPr lang="en-US" sz="4000" b="1" dirty="0">
                <a:solidFill>
                  <a:srgbClr val="23366E"/>
                </a:solidFill>
              </a:rPr>
            </a:br>
            <a:r>
              <a:rPr lang="en-US" sz="4000" b="1" dirty="0">
                <a:solidFill>
                  <a:srgbClr val="23366E"/>
                </a:solidFill>
              </a:rPr>
              <a:t>DATA PRIBADI</a:t>
            </a:r>
          </a:p>
          <a:p>
            <a:endParaRPr lang="en-ID" sz="2400" b="1" dirty="0">
              <a:solidFill>
                <a:srgbClr val="23366E"/>
              </a:solidFill>
            </a:endParaRPr>
          </a:p>
          <a:p>
            <a:r>
              <a:rPr lang="en-ID" sz="2400" b="1" dirty="0">
                <a:solidFill>
                  <a:srgbClr val="3982E3"/>
                </a:solidFill>
              </a:rPr>
              <a:t>ISOC Chapter Indonesia</a:t>
            </a:r>
            <a:br>
              <a:rPr lang="en-ID" sz="2400" b="1" dirty="0">
                <a:solidFill>
                  <a:srgbClr val="3982E3"/>
                </a:solidFill>
              </a:rPr>
            </a:br>
            <a:r>
              <a:rPr lang="en-ID" sz="2400" b="1" dirty="0">
                <a:solidFill>
                  <a:srgbClr val="3982E3"/>
                </a:solidFill>
              </a:rPr>
              <a:t>Oktober 2026</a:t>
            </a:r>
            <a:endParaRPr lang="en-US" sz="2400" b="1" dirty="0">
              <a:solidFill>
                <a:srgbClr val="3982E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645154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BD8551-C553-3CEE-F9DB-1D32501F6E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65188" y="557309"/>
            <a:ext cx="8170657" cy="4563512"/>
          </a:xfrm>
        </p:spPr>
        <p:txBody>
          <a:bodyPr/>
          <a:lstStyle/>
          <a:p>
            <a:r>
              <a:rPr lang="en-US" sz="6000" b="1" dirty="0" err="1">
                <a:solidFill>
                  <a:srgbClr val="23366E"/>
                </a:solidFill>
              </a:rPr>
              <a:t>Pahami</a:t>
            </a:r>
            <a:r>
              <a:rPr lang="en-US" sz="6000" b="1" dirty="0">
                <a:solidFill>
                  <a:srgbClr val="23366E"/>
                </a:solidFill>
              </a:rPr>
              <a:t> Data </a:t>
            </a:r>
            <a:r>
              <a:rPr lang="en-US" sz="6000" b="1" dirty="0" err="1">
                <a:solidFill>
                  <a:srgbClr val="23366E"/>
                </a:solidFill>
              </a:rPr>
              <a:t>Pribadi</a:t>
            </a:r>
            <a:br>
              <a:rPr lang="en-US" b="1" dirty="0">
                <a:solidFill>
                  <a:srgbClr val="23366E"/>
                </a:solidFill>
              </a:rPr>
            </a:br>
            <a:br>
              <a:rPr lang="en-US" b="1" dirty="0">
                <a:solidFill>
                  <a:srgbClr val="23366E"/>
                </a:solidFill>
              </a:rPr>
            </a:br>
            <a:endParaRPr lang="en-US" b="1" dirty="0">
              <a:solidFill>
                <a:srgbClr val="23366E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599041-FA09-DB98-F3D9-FFF142C30FB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448800" y="6191250"/>
            <a:ext cx="2743200" cy="365125"/>
          </a:xfrm>
        </p:spPr>
        <p:txBody>
          <a:bodyPr/>
          <a:lstStyle/>
          <a:p>
            <a:fld id="{DBE5F007-28FD-B845-A833-24BC97E499D9}" type="slidenum">
              <a:rPr lang="uk-UA" altLang="en-US" smtClean="0"/>
              <a:pPr/>
              <a:t>2</a:t>
            </a:fld>
            <a:endParaRPr lang="uk-UA" altLang="en-US" dirty="0">
              <a:solidFill>
                <a:schemeClr val="tx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3336B8-5B4E-63D1-D1CE-2103732EF6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84852" y="3509877"/>
            <a:ext cx="8396800" cy="858650"/>
          </a:xfrm>
        </p:spPr>
        <p:txBody>
          <a:bodyPr>
            <a:noAutofit/>
          </a:bodyPr>
          <a:lstStyle/>
          <a:p>
            <a:r>
              <a:rPr lang="en-US" dirty="0" err="1">
                <a:solidFill>
                  <a:srgbClr val="3982E3"/>
                </a:solidFill>
              </a:rPr>
              <a:t>Pemahaman</a:t>
            </a:r>
            <a:r>
              <a:rPr lang="en-US" dirty="0">
                <a:solidFill>
                  <a:srgbClr val="3982E3"/>
                </a:solidFill>
              </a:rPr>
              <a:t>, </a:t>
            </a:r>
            <a:r>
              <a:rPr lang="en-US" dirty="0" err="1">
                <a:solidFill>
                  <a:srgbClr val="3982E3"/>
                </a:solidFill>
              </a:rPr>
              <a:t>Menjaga</a:t>
            </a:r>
            <a:r>
              <a:rPr lang="en-US" dirty="0">
                <a:solidFill>
                  <a:srgbClr val="3982E3"/>
                </a:solidFill>
              </a:rPr>
              <a:t> dan </a:t>
            </a:r>
            <a:r>
              <a:rPr lang="en-US" dirty="0" err="1">
                <a:solidFill>
                  <a:srgbClr val="3982E3"/>
                </a:solidFill>
              </a:rPr>
              <a:t>Pemanfaatan</a:t>
            </a:r>
            <a:r>
              <a:rPr lang="en-US" dirty="0">
                <a:solidFill>
                  <a:srgbClr val="3982E3"/>
                </a:solidFill>
              </a:rPr>
              <a:t> Data </a:t>
            </a:r>
            <a:r>
              <a:rPr lang="en-US" dirty="0" err="1">
                <a:solidFill>
                  <a:srgbClr val="3982E3"/>
                </a:solidFill>
              </a:rPr>
              <a:t>Pribadi</a:t>
            </a:r>
            <a:r>
              <a:rPr lang="en-US" dirty="0">
                <a:solidFill>
                  <a:srgbClr val="3982E3"/>
                </a:solidFill>
              </a:rPr>
              <a:t> </a:t>
            </a:r>
            <a:r>
              <a:rPr lang="en-US" dirty="0" err="1">
                <a:solidFill>
                  <a:srgbClr val="3982E3"/>
                </a:solidFill>
              </a:rPr>
              <a:t>Pemanfaatan</a:t>
            </a:r>
            <a:r>
              <a:rPr lang="en-US" dirty="0">
                <a:solidFill>
                  <a:srgbClr val="3982E3"/>
                </a:solidFill>
              </a:rPr>
              <a:t> dan </a:t>
            </a:r>
            <a:r>
              <a:rPr lang="en-US" dirty="0" err="1">
                <a:solidFill>
                  <a:srgbClr val="3982E3"/>
                </a:solidFill>
              </a:rPr>
              <a:t>Regulasi</a:t>
            </a:r>
            <a:r>
              <a:rPr lang="en-US" dirty="0">
                <a:solidFill>
                  <a:srgbClr val="3982E3"/>
                </a:solidFill>
              </a:rPr>
              <a:t> Data </a:t>
            </a:r>
            <a:r>
              <a:rPr lang="en-US" dirty="0" err="1">
                <a:solidFill>
                  <a:srgbClr val="3982E3"/>
                </a:solidFill>
              </a:rPr>
              <a:t>Pribadi</a:t>
            </a:r>
            <a:endParaRPr lang="en-US" dirty="0">
              <a:solidFill>
                <a:srgbClr val="3982E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12667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466B92-EFE8-FFB3-B967-9943DD1D9E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CBDAF5-3A7B-2B76-FB1B-FD232BED24D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856920" y="6228636"/>
            <a:ext cx="2743200" cy="236803"/>
          </a:xfrm>
        </p:spPr>
        <p:txBody>
          <a:bodyPr/>
          <a:lstStyle/>
          <a:p>
            <a:fld id="{DBE5F007-28FD-B845-A833-24BC97E499D9}" type="slidenum">
              <a:rPr lang="uk-UA" altLang="en-US" smtClean="0"/>
              <a:pPr/>
              <a:t>3</a:t>
            </a:fld>
            <a:endParaRPr lang="uk-UA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0C009E-9BE6-8940-9613-97D60F99955C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dirty="0"/>
              <a:t>Video-1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3794137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5CF023-582E-681C-D670-140ABED055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414BA3-6CF9-3E6B-60D7-C7D35FD8AD9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856920" y="6228636"/>
            <a:ext cx="2743200" cy="236803"/>
          </a:xfrm>
        </p:spPr>
        <p:txBody>
          <a:bodyPr/>
          <a:lstStyle/>
          <a:p>
            <a:fld id="{DBE5F007-28FD-B845-A833-24BC97E499D9}" type="slidenum">
              <a:rPr lang="uk-UA" altLang="en-US" smtClean="0"/>
              <a:pPr/>
              <a:t>4</a:t>
            </a:fld>
            <a:endParaRPr lang="uk-UA" alt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BFED954-A436-D026-AFF3-15311019F0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7123" y="-60741"/>
            <a:ext cx="6858000" cy="6858000"/>
          </a:xfrm>
          <a:prstGeom prst="rect">
            <a:avLst/>
          </a:prstGeom>
        </p:spPr>
      </p:pic>
      <p:sp>
        <p:nvSpPr>
          <p:cNvPr id="7" name="object 4">
            <a:extLst>
              <a:ext uri="{FF2B5EF4-FFF2-40B4-BE49-F238E27FC236}">
                <a16:creationId xmlns:a16="http://schemas.microsoft.com/office/drawing/2014/main" id="{F0FE7761-DE2D-FFA9-D637-684008F4DBED}"/>
              </a:ext>
            </a:extLst>
          </p:cNvPr>
          <p:cNvSpPr txBox="1"/>
          <p:nvPr/>
        </p:nvSpPr>
        <p:spPr>
          <a:xfrm>
            <a:off x="6162883" y="2673539"/>
            <a:ext cx="5634865" cy="24483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805"/>
              </a:lnSpc>
              <a:spcBef>
                <a:spcPts val="0"/>
              </a:spcBef>
              <a:spcAft>
                <a:spcPts val="0"/>
              </a:spcAft>
            </a:pPr>
            <a:r>
              <a:rPr sz="3000" dirty="0">
                <a:solidFill>
                  <a:srgbClr val="3982E3"/>
                </a:solidFill>
                <a:latin typeface="Fira Sans" panose="020B0503050000020004" pitchFamily="34" charset="0"/>
                <a:cs typeface="GNDJJI+2 Regular"/>
              </a:rPr>
              <a:t>“</a:t>
            </a:r>
            <a:r>
              <a:rPr lang="en-US" sz="3000" dirty="0">
                <a:solidFill>
                  <a:srgbClr val="3982E3"/>
                </a:solidFill>
                <a:latin typeface="Fira Sans" panose="020B0503050000020004" pitchFamily="34" charset="0"/>
                <a:cs typeface="GNDJJI+2 Regular"/>
              </a:rPr>
              <a:t> </a:t>
            </a:r>
            <a:r>
              <a:rPr sz="3000" spc="-17" dirty="0" err="1">
                <a:solidFill>
                  <a:srgbClr val="3982E3"/>
                </a:solidFill>
                <a:latin typeface="Fira Sans" panose="020B0503050000020004" pitchFamily="34" charset="0"/>
                <a:cs typeface="PVKELD+2 Regular"/>
              </a:rPr>
              <a:t>Privasi</a:t>
            </a:r>
            <a:r>
              <a:rPr sz="3000" spc="-43" dirty="0">
                <a:solidFill>
                  <a:srgbClr val="3982E3"/>
                </a:solidFill>
                <a:latin typeface="Fira Sans" panose="020B0503050000020004" pitchFamily="34" charset="0"/>
                <a:cs typeface="PVKELD+2 Regular"/>
              </a:rPr>
              <a:t> </a:t>
            </a:r>
            <a:r>
              <a:rPr sz="3000" spc="-18" dirty="0">
                <a:solidFill>
                  <a:srgbClr val="3982E3"/>
                </a:solidFill>
                <a:latin typeface="Fira Sans" panose="020B0503050000020004" pitchFamily="34" charset="0"/>
                <a:cs typeface="PVKELD+2 Regular"/>
              </a:rPr>
              <a:t>adalah</a:t>
            </a:r>
            <a:r>
              <a:rPr sz="3000" spc="-46" dirty="0">
                <a:solidFill>
                  <a:srgbClr val="3982E3"/>
                </a:solidFill>
                <a:latin typeface="Fira Sans" panose="020B0503050000020004" pitchFamily="34" charset="0"/>
                <a:cs typeface="PVKELD+2 Regular"/>
              </a:rPr>
              <a:t> </a:t>
            </a:r>
            <a:r>
              <a:rPr sz="3000" spc="-18" dirty="0">
                <a:solidFill>
                  <a:srgbClr val="3982E3"/>
                </a:solidFill>
                <a:latin typeface="Fira Sans" panose="020B0503050000020004" pitchFamily="34" charset="0"/>
                <a:cs typeface="PVKELD+2 Regular"/>
              </a:rPr>
              <a:t>hak</a:t>
            </a:r>
            <a:r>
              <a:rPr sz="3000" spc="-34" dirty="0">
                <a:solidFill>
                  <a:srgbClr val="3982E3"/>
                </a:solidFill>
                <a:latin typeface="Fira Sans" panose="020B0503050000020004" pitchFamily="34" charset="0"/>
                <a:cs typeface="PVKELD+2 Regular"/>
              </a:rPr>
              <a:t> </a:t>
            </a:r>
            <a:r>
              <a:rPr sz="3000" spc="-15" dirty="0">
                <a:solidFill>
                  <a:srgbClr val="3982E3"/>
                </a:solidFill>
                <a:latin typeface="Fira Sans" panose="020B0503050000020004" pitchFamily="34" charset="0"/>
                <a:cs typeface="PVKELD+2 Regular"/>
              </a:rPr>
              <a:t>individu</a:t>
            </a:r>
          </a:p>
          <a:p>
            <a:pPr marL="0" marR="0">
              <a:lnSpc>
                <a:spcPts val="3808"/>
              </a:lnSpc>
              <a:spcBef>
                <a:spcPts val="55"/>
              </a:spcBef>
              <a:spcAft>
                <a:spcPts val="0"/>
              </a:spcAft>
            </a:pPr>
            <a:r>
              <a:rPr sz="3000" spc="-14" dirty="0">
                <a:solidFill>
                  <a:srgbClr val="3982E3"/>
                </a:solidFill>
                <a:latin typeface="Fira Sans" panose="020B0503050000020004" pitchFamily="34" charset="0"/>
                <a:cs typeface="PVKELD+2 Regular"/>
              </a:rPr>
              <a:t>untuk</a:t>
            </a:r>
            <a:r>
              <a:rPr sz="3000" spc="-54" dirty="0">
                <a:solidFill>
                  <a:srgbClr val="3982E3"/>
                </a:solidFill>
                <a:latin typeface="Fira Sans" panose="020B0503050000020004" pitchFamily="34" charset="0"/>
                <a:cs typeface="PVKELD+2 Regular"/>
              </a:rPr>
              <a:t> </a:t>
            </a:r>
            <a:r>
              <a:rPr sz="3000" spc="-25" dirty="0">
                <a:solidFill>
                  <a:srgbClr val="3982E3"/>
                </a:solidFill>
                <a:latin typeface="Fira Sans" panose="020B0503050000020004" pitchFamily="34" charset="0"/>
                <a:cs typeface="PVKELD+2 Regular"/>
              </a:rPr>
              <a:t>menentukan</a:t>
            </a:r>
            <a:r>
              <a:rPr sz="3000" spc="-40" dirty="0">
                <a:solidFill>
                  <a:srgbClr val="3982E3"/>
                </a:solidFill>
                <a:latin typeface="Fira Sans" panose="020B0503050000020004" pitchFamily="34" charset="0"/>
                <a:cs typeface="PVKELD+2 Regular"/>
              </a:rPr>
              <a:t> </a:t>
            </a:r>
            <a:r>
              <a:rPr sz="3000" spc="-20" dirty="0">
                <a:solidFill>
                  <a:srgbClr val="3982E3"/>
                </a:solidFill>
                <a:latin typeface="Fira Sans" panose="020B0503050000020004" pitchFamily="34" charset="0"/>
                <a:cs typeface="PVKELD+2 Regular"/>
              </a:rPr>
              <a:t>apakah</a:t>
            </a:r>
            <a:r>
              <a:rPr sz="3000" spc="-46" dirty="0">
                <a:solidFill>
                  <a:srgbClr val="3982E3"/>
                </a:solidFill>
                <a:latin typeface="Fira Sans" panose="020B0503050000020004" pitchFamily="34" charset="0"/>
                <a:cs typeface="PVKELD+2 Regular"/>
              </a:rPr>
              <a:t> </a:t>
            </a:r>
            <a:r>
              <a:rPr sz="3000" spc="-18" dirty="0">
                <a:solidFill>
                  <a:srgbClr val="3982E3"/>
                </a:solidFill>
                <a:latin typeface="Fira Sans" panose="020B0503050000020004" pitchFamily="34" charset="0"/>
                <a:cs typeface="PVKELD+2 Regular"/>
              </a:rPr>
              <a:t>data</a:t>
            </a:r>
          </a:p>
          <a:p>
            <a:pPr marL="0" marR="0">
              <a:lnSpc>
                <a:spcPts val="3805"/>
              </a:lnSpc>
              <a:spcBef>
                <a:spcPts val="10"/>
              </a:spcBef>
              <a:spcAft>
                <a:spcPts val="0"/>
              </a:spcAft>
            </a:pPr>
            <a:r>
              <a:rPr sz="3000" spc="-18" dirty="0">
                <a:solidFill>
                  <a:srgbClr val="3982E3"/>
                </a:solidFill>
                <a:latin typeface="Fira Sans" panose="020B0503050000020004" pitchFamily="34" charset="0"/>
                <a:cs typeface="PVKELD+2 Regular"/>
              </a:rPr>
              <a:t>pribadi</a:t>
            </a:r>
            <a:r>
              <a:rPr sz="3000" spc="-31" dirty="0">
                <a:solidFill>
                  <a:srgbClr val="3982E3"/>
                </a:solidFill>
                <a:latin typeface="Fira Sans" panose="020B0503050000020004" pitchFamily="34" charset="0"/>
                <a:cs typeface="PVKELD+2 Regular"/>
              </a:rPr>
              <a:t> </a:t>
            </a:r>
            <a:r>
              <a:rPr sz="3000" spc="-18" dirty="0">
                <a:solidFill>
                  <a:srgbClr val="3982E3"/>
                </a:solidFill>
                <a:latin typeface="Fira Sans" panose="020B0503050000020004" pitchFamily="34" charset="0"/>
                <a:cs typeface="PVKELD+2 Regular"/>
              </a:rPr>
              <a:t>akan</a:t>
            </a:r>
            <a:r>
              <a:rPr sz="3000" spc="-57" dirty="0">
                <a:solidFill>
                  <a:srgbClr val="3982E3"/>
                </a:solidFill>
                <a:latin typeface="Fira Sans" panose="020B0503050000020004" pitchFamily="34" charset="0"/>
                <a:cs typeface="PVKELD+2 Regular"/>
              </a:rPr>
              <a:t> </a:t>
            </a:r>
            <a:r>
              <a:rPr sz="3000" spc="-21" dirty="0">
                <a:solidFill>
                  <a:srgbClr val="3982E3"/>
                </a:solidFill>
                <a:latin typeface="Fira Sans" panose="020B0503050000020004" pitchFamily="34" charset="0"/>
                <a:cs typeface="PVKELD+2 Regular"/>
              </a:rPr>
              <a:t>dikomunikasikan,</a:t>
            </a:r>
          </a:p>
          <a:p>
            <a:pPr marL="0" marR="0">
              <a:lnSpc>
                <a:spcPts val="3808"/>
              </a:lnSpc>
              <a:spcBef>
                <a:spcPts val="55"/>
              </a:spcBef>
              <a:spcAft>
                <a:spcPts val="0"/>
              </a:spcAft>
            </a:pPr>
            <a:r>
              <a:rPr sz="3000" spc="-21" dirty="0">
                <a:solidFill>
                  <a:srgbClr val="3982E3"/>
                </a:solidFill>
                <a:latin typeface="Fira Sans" panose="020B0503050000020004" pitchFamily="34" charset="0"/>
                <a:cs typeface="PVKELD+2 Regular"/>
              </a:rPr>
              <a:t>disampaikan,</a:t>
            </a:r>
            <a:r>
              <a:rPr sz="3000" spc="-28" dirty="0">
                <a:solidFill>
                  <a:srgbClr val="3982E3"/>
                </a:solidFill>
                <a:latin typeface="Fira Sans" panose="020B0503050000020004" pitchFamily="34" charset="0"/>
                <a:cs typeface="PVKELD+2 Regular"/>
              </a:rPr>
              <a:t> </a:t>
            </a:r>
            <a:r>
              <a:rPr sz="3000" spc="-20" dirty="0">
                <a:solidFill>
                  <a:srgbClr val="3982E3"/>
                </a:solidFill>
                <a:latin typeface="Fira Sans" panose="020B0503050000020004" pitchFamily="34" charset="0"/>
                <a:cs typeface="PVKELD+2 Regular"/>
              </a:rPr>
              <a:t>dibagi</a:t>
            </a:r>
            <a:r>
              <a:rPr sz="3000" spc="-31" dirty="0">
                <a:solidFill>
                  <a:srgbClr val="3982E3"/>
                </a:solidFill>
                <a:latin typeface="Fira Sans" panose="020B0503050000020004" pitchFamily="34" charset="0"/>
                <a:cs typeface="PVKELD+2 Regular"/>
              </a:rPr>
              <a:t> </a:t>
            </a:r>
            <a:r>
              <a:rPr sz="3000" spc="-20" dirty="0">
                <a:solidFill>
                  <a:srgbClr val="3982E3"/>
                </a:solidFill>
                <a:latin typeface="Fira Sans" panose="020B0503050000020004" pitchFamily="34" charset="0"/>
                <a:cs typeface="PVKELD+2 Regular"/>
              </a:rPr>
              <a:t>ataupun</a:t>
            </a:r>
          </a:p>
          <a:p>
            <a:pPr marL="0" marR="0">
              <a:lnSpc>
                <a:spcPts val="3805"/>
              </a:lnSpc>
              <a:spcBef>
                <a:spcPts val="60"/>
              </a:spcBef>
              <a:spcAft>
                <a:spcPts val="0"/>
              </a:spcAft>
            </a:pPr>
            <a:r>
              <a:rPr sz="3000" spc="-15" dirty="0">
                <a:solidFill>
                  <a:srgbClr val="3982E3"/>
                </a:solidFill>
                <a:latin typeface="Fira Sans" panose="020B0503050000020004" pitchFamily="34" charset="0"/>
                <a:cs typeface="PVKELD+2 Regular"/>
              </a:rPr>
              <a:t>tidak</a:t>
            </a:r>
            <a:r>
              <a:rPr sz="3000" spc="-49" dirty="0">
                <a:solidFill>
                  <a:srgbClr val="3982E3"/>
                </a:solidFill>
                <a:latin typeface="Fira Sans" panose="020B0503050000020004" pitchFamily="34" charset="0"/>
                <a:cs typeface="PVKELD+2 Regular"/>
              </a:rPr>
              <a:t> </a:t>
            </a:r>
            <a:r>
              <a:rPr sz="3000" spc="-20" dirty="0">
                <a:solidFill>
                  <a:srgbClr val="3982E3"/>
                </a:solidFill>
                <a:latin typeface="Fira Sans" panose="020B0503050000020004" pitchFamily="34" charset="0"/>
                <a:cs typeface="PVKELD+2 Regular"/>
              </a:rPr>
              <a:t>kepada</a:t>
            </a:r>
            <a:r>
              <a:rPr sz="3000" spc="-58" dirty="0">
                <a:solidFill>
                  <a:srgbClr val="3982E3"/>
                </a:solidFill>
                <a:latin typeface="Fira Sans" panose="020B0503050000020004" pitchFamily="34" charset="0"/>
                <a:cs typeface="PVKELD+2 Regular"/>
              </a:rPr>
              <a:t> </a:t>
            </a:r>
            <a:r>
              <a:rPr sz="3000" spc="-15" dirty="0">
                <a:solidFill>
                  <a:srgbClr val="3982E3"/>
                </a:solidFill>
                <a:latin typeface="Fira Sans" panose="020B0503050000020004" pitchFamily="34" charset="0"/>
                <a:cs typeface="PVKELD+2 Regular"/>
              </a:rPr>
              <a:t>pihak</a:t>
            </a:r>
            <a:r>
              <a:rPr sz="3000" spc="-40" dirty="0">
                <a:solidFill>
                  <a:srgbClr val="3982E3"/>
                </a:solidFill>
                <a:latin typeface="Fira Sans" panose="020B0503050000020004" pitchFamily="34" charset="0"/>
                <a:cs typeface="PVKELD+2 Regular"/>
              </a:rPr>
              <a:t> </a:t>
            </a:r>
            <a:r>
              <a:rPr sz="3000" spc="-10" dirty="0">
                <a:solidFill>
                  <a:srgbClr val="3982E3"/>
                </a:solidFill>
                <a:latin typeface="Fira Sans" panose="020B0503050000020004" pitchFamily="34" charset="0"/>
                <a:cs typeface="GNDJJI+2 Regular"/>
              </a:rPr>
              <a:t>lain.”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9555171-DFE7-4166-C794-0042D6A5AFFD}"/>
              </a:ext>
            </a:extLst>
          </p:cNvPr>
          <p:cNvSpPr txBox="1"/>
          <p:nvPr/>
        </p:nvSpPr>
        <p:spPr>
          <a:xfrm>
            <a:off x="6091343" y="1550400"/>
            <a:ext cx="51299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 err="1">
                <a:solidFill>
                  <a:srgbClr val="123F7C"/>
                </a:solidFill>
                <a:latin typeface="Fira Sans Black" panose="020B0A03050000020004" pitchFamily="34" charset="0"/>
              </a:rPr>
              <a:t>Privasi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Fira Sans Black" panose="020B0A03050000020004" pitchFamily="34" charset="0"/>
              </a:rPr>
              <a:t> = </a:t>
            </a:r>
            <a:r>
              <a:rPr lang="en-US" sz="3600" b="1" dirty="0">
                <a:solidFill>
                  <a:srgbClr val="3982E3"/>
                </a:solidFill>
                <a:latin typeface="Fira Sans Black" panose="020B0A03050000020004" pitchFamily="34" charset="0"/>
              </a:rPr>
              <a:t>Hak </a:t>
            </a:r>
            <a:r>
              <a:rPr lang="en-US" sz="3600" b="1" dirty="0" err="1">
                <a:solidFill>
                  <a:srgbClr val="3982E3"/>
                </a:solidFill>
                <a:latin typeface="Fira Sans Black" panose="020B0A03050000020004" pitchFamily="34" charset="0"/>
              </a:rPr>
              <a:t>Individu</a:t>
            </a:r>
            <a:endParaRPr lang="en-ID" sz="3600" b="1" dirty="0">
              <a:solidFill>
                <a:srgbClr val="3982E3"/>
              </a:solidFill>
              <a:latin typeface="Fira Sans Black" panose="020B0A030500000200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47B179C-0DC6-F964-32CD-AD8822488A3E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317785" y="184928"/>
            <a:ext cx="1689834" cy="342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92250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D6572D-F0F6-E863-4CF1-6DF00C564F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EB7B2F-A870-59EB-AA4B-7B48B37342E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856920" y="6228636"/>
            <a:ext cx="2743200" cy="236803"/>
          </a:xfrm>
        </p:spPr>
        <p:txBody>
          <a:bodyPr/>
          <a:lstStyle/>
          <a:p>
            <a:fld id="{DBE5F007-28FD-B845-A833-24BC97E499D9}" type="slidenum">
              <a:rPr lang="uk-UA" altLang="en-US" smtClean="0"/>
              <a:pPr/>
              <a:t>5</a:t>
            </a:fld>
            <a:endParaRPr lang="uk-UA" alt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555D24E-9B48-D2B5-21AE-A8C2759CB160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317785" y="184928"/>
            <a:ext cx="1689834" cy="34217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DD1FFC5-209D-049E-5ACB-5D5B3B8E3F63}"/>
              </a:ext>
            </a:extLst>
          </p:cNvPr>
          <p:cNvSpPr txBox="1"/>
          <p:nvPr/>
        </p:nvSpPr>
        <p:spPr>
          <a:xfrm>
            <a:off x="5703718" y="1447065"/>
            <a:ext cx="61006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 err="1">
                <a:solidFill>
                  <a:srgbClr val="123F7C"/>
                </a:solidFill>
                <a:latin typeface="Fira Sans Black" panose="020B0A03050000020004" pitchFamily="34" charset="0"/>
              </a:rPr>
              <a:t>Privasi</a:t>
            </a:r>
            <a:r>
              <a:rPr lang="en-US" sz="3600" b="1" dirty="0">
                <a:solidFill>
                  <a:srgbClr val="123F7C"/>
                </a:solidFill>
                <a:latin typeface="Fira Sans Black" panose="020B0A03050000020004" pitchFamily="34" charset="0"/>
              </a:rPr>
              <a:t> 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Fira Sans Black" panose="020B0A03050000020004" pitchFamily="34" charset="0"/>
              </a:rPr>
              <a:t>= </a:t>
            </a:r>
            <a:r>
              <a:rPr lang="en-US" sz="3600" b="1" dirty="0" err="1">
                <a:solidFill>
                  <a:srgbClr val="3982E3"/>
                </a:solidFill>
                <a:latin typeface="Fira Sans Black" panose="020B0A03050000020004" pitchFamily="34" charset="0"/>
              </a:rPr>
              <a:t>bebas</a:t>
            </a:r>
            <a:r>
              <a:rPr lang="en-US" sz="3600" b="1" dirty="0">
                <a:solidFill>
                  <a:srgbClr val="3982E3"/>
                </a:solidFill>
                <a:latin typeface="Fira Sans Black" panose="020B0A03050000020004" pitchFamily="34" charset="0"/>
              </a:rPr>
              <a:t> </a:t>
            </a:r>
            <a:r>
              <a:rPr lang="en-US" sz="3600" b="1" dirty="0" err="1">
                <a:solidFill>
                  <a:srgbClr val="3982E3"/>
                </a:solidFill>
                <a:latin typeface="Fira Sans Black" panose="020B0A03050000020004" pitchFamily="34" charset="0"/>
              </a:rPr>
              <a:t>Diskriminasi</a:t>
            </a:r>
            <a:endParaRPr lang="en-ID" sz="3600" b="1" dirty="0">
              <a:solidFill>
                <a:srgbClr val="3982E3"/>
              </a:solidFill>
              <a:latin typeface="Fira Sans Black" panose="020B0A03050000020004" pitchFamily="34" charset="0"/>
            </a:endParaRPr>
          </a:p>
        </p:txBody>
      </p:sp>
      <p:sp>
        <p:nvSpPr>
          <p:cNvPr id="8" name="object 4">
            <a:extLst>
              <a:ext uri="{FF2B5EF4-FFF2-40B4-BE49-F238E27FC236}">
                <a16:creationId xmlns:a16="http://schemas.microsoft.com/office/drawing/2014/main" id="{C006C47B-608E-B0A7-A60E-3EF0A742E69C}"/>
              </a:ext>
            </a:extLst>
          </p:cNvPr>
          <p:cNvSpPr txBox="1"/>
          <p:nvPr/>
        </p:nvSpPr>
        <p:spPr>
          <a:xfrm>
            <a:off x="5793169" y="2606183"/>
            <a:ext cx="6100657" cy="24750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805"/>
              </a:lnSpc>
              <a:spcBef>
                <a:spcPts val="0"/>
              </a:spcBef>
              <a:spcAft>
                <a:spcPts val="0"/>
              </a:spcAft>
            </a:pPr>
            <a:r>
              <a:rPr sz="3300" dirty="0">
                <a:solidFill>
                  <a:srgbClr val="3982E3"/>
                </a:solidFill>
                <a:latin typeface="Fira Sans" panose="020B0503050000020004" pitchFamily="34" charset="0"/>
                <a:cs typeface="GNDJJI+2 Regular"/>
              </a:rPr>
              <a:t>“</a:t>
            </a:r>
            <a:r>
              <a:rPr sz="3300" spc="-18" dirty="0">
                <a:solidFill>
                  <a:srgbClr val="3982E3"/>
                </a:solidFill>
                <a:latin typeface="Fira Sans" panose="020B0503050000020004" pitchFamily="34" charset="0"/>
                <a:cs typeface="PVKELD+2 Regular"/>
              </a:rPr>
              <a:t>Privasi</a:t>
            </a:r>
            <a:r>
              <a:rPr sz="3300" spc="-43" dirty="0">
                <a:solidFill>
                  <a:srgbClr val="3982E3"/>
                </a:solidFill>
                <a:latin typeface="Fira Sans" panose="020B0503050000020004" pitchFamily="34" charset="0"/>
                <a:cs typeface="PVKELD+2 Regular"/>
              </a:rPr>
              <a:t> </a:t>
            </a:r>
            <a:r>
              <a:rPr sz="3300" spc="-25" dirty="0">
                <a:solidFill>
                  <a:srgbClr val="3982E3"/>
                </a:solidFill>
                <a:latin typeface="Fira Sans" panose="020B0503050000020004" pitchFamily="34" charset="0"/>
                <a:cs typeface="PVKELD+2 Regular"/>
              </a:rPr>
              <a:t>memberikan</a:t>
            </a:r>
            <a:r>
              <a:rPr sz="3300" spc="-37" dirty="0">
                <a:solidFill>
                  <a:srgbClr val="3982E3"/>
                </a:solidFill>
                <a:latin typeface="Fira Sans" panose="020B0503050000020004" pitchFamily="34" charset="0"/>
                <a:cs typeface="PVKELD+2 Regular"/>
              </a:rPr>
              <a:t> </a:t>
            </a:r>
            <a:r>
              <a:rPr sz="3300" spc="-15" dirty="0">
                <a:solidFill>
                  <a:srgbClr val="3982E3"/>
                </a:solidFill>
                <a:latin typeface="Fira Sans" panose="020B0503050000020004" pitchFamily="34" charset="0"/>
                <a:cs typeface="PVKELD+2 Regular"/>
              </a:rPr>
              <a:t>ruang</a:t>
            </a:r>
          </a:p>
          <a:p>
            <a:pPr marL="0" marR="0">
              <a:lnSpc>
                <a:spcPts val="3805"/>
              </a:lnSpc>
              <a:spcBef>
                <a:spcPts val="61"/>
              </a:spcBef>
              <a:spcAft>
                <a:spcPts val="0"/>
              </a:spcAft>
            </a:pPr>
            <a:r>
              <a:rPr sz="3300" spc="-10" dirty="0">
                <a:solidFill>
                  <a:srgbClr val="3982E3"/>
                </a:solidFill>
                <a:latin typeface="Fira Sans" panose="020B0503050000020004" pitchFamily="34" charset="0"/>
                <a:cs typeface="PVKELD+2 Regular"/>
              </a:rPr>
              <a:t>bagi</a:t>
            </a:r>
            <a:r>
              <a:rPr sz="3300" spc="-57" dirty="0">
                <a:solidFill>
                  <a:srgbClr val="3982E3"/>
                </a:solidFill>
                <a:latin typeface="Fira Sans" panose="020B0503050000020004" pitchFamily="34" charset="0"/>
                <a:cs typeface="PVKELD+2 Regular"/>
              </a:rPr>
              <a:t> </a:t>
            </a:r>
            <a:r>
              <a:rPr sz="3300" dirty="0">
                <a:solidFill>
                  <a:srgbClr val="3982E3"/>
                </a:solidFill>
                <a:latin typeface="Fira Sans" panose="020B0503050000020004" pitchFamily="34" charset="0"/>
                <a:cs typeface="PVKELD+2 Regular"/>
              </a:rPr>
              <a:t>kita</a:t>
            </a:r>
            <a:r>
              <a:rPr sz="3300" spc="-73" dirty="0">
                <a:solidFill>
                  <a:srgbClr val="3982E3"/>
                </a:solidFill>
                <a:latin typeface="Fira Sans" panose="020B0503050000020004" pitchFamily="34" charset="0"/>
                <a:cs typeface="PVKELD+2 Regular"/>
              </a:rPr>
              <a:t> </a:t>
            </a:r>
            <a:r>
              <a:rPr sz="3300" spc="-15" dirty="0">
                <a:solidFill>
                  <a:srgbClr val="3982E3"/>
                </a:solidFill>
                <a:latin typeface="Fira Sans" panose="020B0503050000020004" pitchFamily="34" charset="0"/>
                <a:cs typeface="PVKELD+2 Regular"/>
              </a:rPr>
              <a:t>untuk</a:t>
            </a:r>
            <a:r>
              <a:rPr sz="3300" spc="-51" dirty="0">
                <a:solidFill>
                  <a:srgbClr val="3982E3"/>
                </a:solidFill>
                <a:latin typeface="Fira Sans" panose="020B0503050000020004" pitchFamily="34" charset="0"/>
                <a:cs typeface="PVKELD+2 Regular"/>
              </a:rPr>
              <a:t> </a:t>
            </a:r>
            <a:r>
              <a:rPr sz="3300" spc="-20" dirty="0">
                <a:solidFill>
                  <a:srgbClr val="3982E3"/>
                </a:solidFill>
                <a:latin typeface="Fira Sans" panose="020B0503050000020004" pitchFamily="34" charset="0"/>
                <a:cs typeface="PVKELD+2 Regular"/>
              </a:rPr>
              <a:t>dapat</a:t>
            </a:r>
            <a:r>
              <a:rPr sz="3300" spc="-31" dirty="0">
                <a:solidFill>
                  <a:srgbClr val="3982E3"/>
                </a:solidFill>
                <a:latin typeface="Fira Sans" panose="020B0503050000020004" pitchFamily="34" charset="0"/>
                <a:cs typeface="PVKELD+2 Regular"/>
              </a:rPr>
              <a:t> </a:t>
            </a:r>
            <a:r>
              <a:rPr sz="3300" spc="-14" dirty="0">
                <a:solidFill>
                  <a:srgbClr val="3982E3"/>
                </a:solidFill>
                <a:latin typeface="Fira Sans" panose="020B0503050000020004" pitchFamily="34" charset="0"/>
                <a:cs typeface="PVKELD+2 Regular"/>
              </a:rPr>
              <a:t>hidup</a:t>
            </a:r>
          </a:p>
          <a:p>
            <a:pPr marL="0" marR="0">
              <a:lnSpc>
                <a:spcPts val="3805"/>
              </a:lnSpc>
              <a:spcBef>
                <a:spcPts val="8"/>
              </a:spcBef>
              <a:spcAft>
                <a:spcPts val="0"/>
              </a:spcAft>
            </a:pPr>
            <a:r>
              <a:rPr sz="3300" spc="-20" dirty="0">
                <a:solidFill>
                  <a:srgbClr val="3982E3"/>
                </a:solidFill>
                <a:latin typeface="Fira Sans" panose="020B0503050000020004" pitchFamily="34" charset="0"/>
                <a:cs typeface="PVKELD+2 Regular"/>
              </a:rPr>
              <a:t>sebagai</a:t>
            </a:r>
            <a:r>
              <a:rPr sz="3300" spc="-37" dirty="0">
                <a:solidFill>
                  <a:srgbClr val="3982E3"/>
                </a:solidFill>
                <a:latin typeface="Fira Sans" panose="020B0503050000020004" pitchFamily="34" charset="0"/>
                <a:cs typeface="PVKELD+2 Regular"/>
              </a:rPr>
              <a:t> </a:t>
            </a:r>
            <a:r>
              <a:rPr sz="3300" spc="-10" dirty="0">
                <a:solidFill>
                  <a:srgbClr val="3982E3"/>
                </a:solidFill>
                <a:latin typeface="Fira Sans" panose="020B0503050000020004" pitchFamily="34" charset="0"/>
                <a:cs typeface="PVKELD+2 Regular"/>
              </a:rPr>
              <a:t>diri</a:t>
            </a:r>
            <a:r>
              <a:rPr sz="3300" spc="-40" dirty="0">
                <a:solidFill>
                  <a:srgbClr val="3982E3"/>
                </a:solidFill>
                <a:latin typeface="Fira Sans" panose="020B0503050000020004" pitchFamily="34" charset="0"/>
                <a:cs typeface="PVKELD+2 Regular"/>
              </a:rPr>
              <a:t> </a:t>
            </a:r>
            <a:r>
              <a:rPr sz="3300" spc="-17" dirty="0">
                <a:solidFill>
                  <a:srgbClr val="3982E3"/>
                </a:solidFill>
                <a:latin typeface="Fira Sans" panose="020B0503050000020004" pitchFamily="34" charset="0"/>
                <a:cs typeface="PVKELD+2 Regular"/>
              </a:rPr>
              <a:t>sendiri,</a:t>
            </a:r>
            <a:r>
              <a:rPr sz="3300" spc="-46" dirty="0">
                <a:solidFill>
                  <a:srgbClr val="3982E3"/>
                </a:solidFill>
                <a:latin typeface="Fira Sans" panose="020B0503050000020004" pitchFamily="34" charset="0"/>
                <a:cs typeface="PVKELD+2 Regular"/>
              </a:rPr>
              <a:t> </a:t>
            </a:r>
            <a:r>
              <a:rPr sz="3300" spc="-15" dirty="0">
                <a:solidFill>
                  <a:srgbClr val="3982E3"/>
                </a:solidFill>
                <a:latin typeface="Fira Sans" panose="020B0503050000020004" pitchFamily="34" charset="0"/>
                <a:cs typeface="PVKELD+2 Regular"/>
              </a:rPr>
              <a:t>sehingga</a:t>
            </a:r>
          </a:p>
          <a:p>
            <a:pPr marL="0" marR="0">
              <a:lnSpc>
                <a:spcPts val="3808"/>
              </a:lnSpc>
              <a:spcBef>
                <a:spcPts val="55"/>
              </a:spcBef>
              <a:spcAft>
                <a:spcPts val="0"/>
              </a:spcAft>
            </a:pPr>
            <a:r>
              <a:rPr sz="3300" spc="-10" dirty="0">
                <a:solidFill>
                  <a:srgbClr val="3982E3"/>
                </a:solidFill>
                <a:latin typeface="Fira Sans" panose="020B0503050000020004" pitchFamily="34" charset="0"/>
                <a:cs typeface="PVKELD+2 Regular"/>
              </a:rPr>
              <a:t>kita</a:t>
            </a:r>
            <a:r>
              <a:rPr sz="3300" spc="-58" dirty="0">
                <a:solidFill>
                  <a:srgbClr val="3982E3"/>
                </a:solidFill>
                <a:latin typeface="Fira Sans" panose="020B0503050000020004" pitchFamily="34" charset="0"/>
                <a:cs typeface="PVKELD+2 Regular"/>
              </a:rPr>
              <a:t> </a:t>
            </a:r>
            <a:r>
              <a:rPr sz="3300" spc="-23" dirty="0">
                <a:solidFill>
                  <a:srgbClr val="3982E3"/>
                </a:solidFill>
                <a:latin typeface="Fira Sans" panose="020B0503050000020004" pitchFamily="34" charset="0"/>
                <a:cs typeface="PVKELD+2 Regular"/>
              </a:rPr>
              <a:t>bebas</a:t>
            </a:r>
            <a:r>
              <a:rPr sz="3300" spc="-31" dirty="0">
                <a:solidFill>
                  <a:srgbClr val="3982E3"/>
                </a:solidFill>
                <a:latin typeface="Fira Sans" panose="020B0503050000020004" pitchFamily="34" charset="0"/>
                <a:cs typeface="PVKELD+2 Regular"/>
              </a:rPr>
              <a:t> </a:t>
            </a:r>
            <a:r>
              <a:rPr sz="3300" spc="-21" dirty="0">
                <a:solidFill>
                  <a:srgbClr val="3982E3"/>
                </a:solidFill>
                <a:latin typeface="Fira Sans" panose="020B0503050000020004" pitchFamily="34" charset="0"/>
                <a:cs typeface="PVKELD+2 Regular"/>
              </a:rPr>
              <a:t>berekspresi</a:t>
            </a:r>
            <a:r>
              <a:rPr sz="3300" spc="-25" dirty="0">
                <a:solidFill>
                  <a:srgbClr val="3982E3"/>
                </a:solidFill>
                <a:latin typeface="Fira Sans" panose="020B0503050000020004" pitchFamily="34" charset="0"/>
                <a:cs typeface="PVKELD+2 Regular"/>
              </a:rPr>
              <a:t> </a:t>
            </a:r>
            <a:r>
              <a:rPr sz="3300" spc="-17" dirty="0">
                <a:solidFill>
                  <a:srgbClr val="3982E3"/>
                </a:solidFill>
                <a:latin typeface="Fira Sans" panose="020B0503050000020004" pitchFamily="34" charset="0"/>
                <a:cs typeface="PVKELD+2 Regular"/>
              </a:rPr>
              <a:t>tanpa</a:t>
            </a:r>
          </a:p>
          <a:p>
            <a:pPr marL="0" marR="0">
              <a:lnSpc>
                <a:spcPts val="3805"/>
              </a:lnSpc>
              <a:spcBef>
                <a:spcPts val="60"/>
              </a:spcBef>
              <a:spcAft>
                <a:spcPts val="0"/>
              </a:spcAft>
            </a:pPr>
            <a:r>
              <a:rPr sz="3300" spc="-15" dirty="0">
                <a:solidFill>
                  <a:srgbClr val="3982E3"/>
                </a:solidFill>
                <a:latin typeface="Fira Sans" panose="020B0503050000020004" pitchFamily="34" charset="0"/>
                <a:cs typeface="PVKELD+2 Regular"/>
              </a:rPr>
              <a:t>kuatir</a:t>
            </a:r>
            <a:r>
              <a:rPr sz="3300" spc="-55" dirty="0">
                <a:solidFill>
                  <a:srgbClr val="3982E3"/>
                </a:solidFill>
                <a:latin typeface="Fira Sans" panose="020B0503050000020004" pitchFamily="34" charset="0"/>
                <a:cs typeface="PVKELD+2 Regular"/>
              </a:rPr>
              <a:t> </a:t>
            </a:r>
            <a:r>
              <a:rPr sz="3300" spc="-17" dirty="0">
                <a:solidFill>
                  <a:srgbClr val="3982E3"/>
                </a:solidFill>
                <a:latin typeface="Fira Sans" panose="020B0503050000020004" pitchFamily="34" charset="0"/>
                <a:cs typeface="PVKELD+2 Regular"/>
              </a:rPr>
              <a:t>terkena</a:t>
            </a:r>
            <a:r>
              <a:rPr sz="3300" spc="-74" dirty="0">
                <a:solidFill>
                  <a:srgbClr val="3982E3"/>
                </a:solidFill>
                <a:latin typeface="Fira Sans" panose="020B0503050000020004" pitchFamily="34" charset="0"/>
                <a:cs typeface="PVKELD+2 Regular"/>
              </a:rPr>
              <a:t> </a:t>
            </a:r>
            <a:r>
              <a:rPr sz="3300" spc="-18" dirty="0">
                <a:solidFill>
                  <a:srgbClr val="3982E3"/>
                </a:solidFill>
                <a:latin typeface="Fira Sans" panose="020B0503050000020004" pitchFamily="34" charset="0"/>
                <a:cs typeface="PVKELD+2 Regular"/>
              </a:rPr>
              <a:t>diskriminasi</a:t>
            </a:r>
            <a:r>
              <a:rPr sz="3300" spc="-10" dirty="0">
                <a:solidFill>
                  <a:srgbClr val="3982E3"/>
                </a:solidFill>
                <a:latin typeface="Fira Sans" panose="020B0503050000020004" pitchFamily="34" charset="0"/>
                <a:cs typeface="GNDJJI+2 Regular"/>
              </a:rPr>
              <a:t>.”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90412A3-9481-5E44-306A-E9BFCB7E7CBA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43953" y="1318230"/>
            <a:ext cx="4287631" cy="4221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25909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611219-7F74-64AF-AEBC-EC34A0A9B9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2D92C3-B01D-7B42-FCC3-E47165C96CF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856920" y="6228636"/>
            <a:ext cx="2743200" cy="236803"/>
          </a:xfrm>
        </p:spPr>
        <p:txBody>
          <a:bodyPr/>
          <a:lstStyle/>
          <a:p>
            <a:fld id="{DBE5F007-28FD-B845-A833-24BC97E499D9}" type="slidenum">
              <a:rPr lang="uk-UA" altLang="en-US" smtClean="0"/>
              <a:pPr/>
              <a:t>6</a:t>
            </a:fld>
            <a:endParaRPr lang="uk-UA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A6D92A4-F971-28AD-5196-2BCCEDBB7C2D}"/>
              </a:ext>
            </a:extLst>
          </p:cNvPr>
          <p:cNvSpPr txBox="1"/>
          <p:nvPr/>
        </p:nvSpPr>
        <p:spPr>
          <a:xfrm>
            <a:off x="5703718" y="1447065"/>
            <a:ext cx="61006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 err="1">
                <a:solidFill>
                  <a:srgbClr val="123F7C"/>
                </a:solidFill>
                <a:latin typeface="Fira Sans Black" panose="020B0A03050000020004" pitchFamily="34" charset="0"/>
              </a:rPr>
              <a:t>Privasi</a:t>
            </a:r>
            <a:r>
              <a:rPr lang="en-US" sz="3600" b="1" dirty="0">
                <a:solidFill>
                  <a:srgbClr val="123F7C"/>
                </a:solidFill>
                <a:latin typeface="Fira Sans Black" panose="020B0A03050000020004" pitchFamily="34" charset="0"/>
              </a:rPr>
              <a:t> = </a:t>
            </a:r>
            <a:r>
              <a:rPr lang="en-US" sz="3600" b="1" dirty="0">
                <a:solidFill>
                  <a:srgbClr val="3982E3"/>
                </a:solidFill>
                <a:latin typeface="Fira Sans Black" panose="020B0A03050000020004" pitchFamily="34" charset="0"/>
              </a:rPr>
              <a:t>Data </a:t>
            </a:r>
            <a:r>
              <a:rPr lang="en-US" sz="3600" b="1" dirty="0" err="1">
                <a:solidFill>
                  <a:srgbClr val="3982E3"/>
                </a:solidFill>
                <a:latin typeface="Fira Sans Black" panose="020B0A03050000020004" pitchFamily="34" charset="0"/>
              </a:rPr>
              <a:t>Pribadi</a:t>
            </a:r>
            <a:endParaRPr lang="en-ID" sz="3600" b="1" dirty="0">
              <a:solidFill>
                <a:srgbClr val="3982E3"/>
              </a:solidFill>
              <a:latin typeface="Fira Sans Black" panose="020B0A030500000200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EBE3E88-0F0D-D6C6-1D1B-1E9E5A72F7D8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80713" y="1057126"/>
            <a:ext cx="4721088" cy="4188358"/>
          </a:xfrm>
          <a:prstGeom prst="rect">
            <a:avLst/>
          </a:prstGeom>
        </p:spPr>
      </p:pic>
      <p:sp>
        <p:nvSpPr>
          <p:cNvPr id="8" name="object 5">
            <a:extLst>
              <a:ext uri="{FF2B5EF4-FFF2-40B4-BE49-F238E27FC236}">
                <a16:creationId xmlns:a16="http://schemas.microsoft.com/office/drawing/2014/main" id="{199E523D-51DD-B5EF-CA63-7ADAAF687CDC}"/>
              </a:ext>
            </a:extLst>
          </p:cNvPr>
          <p:cNvSpPr txBox="1"/>
          <p:nvPr/>
        </p:nvSpPr>
        <p:spPr>
          <a:xfrm>
            <a:off x="5828716" y="2226894"/>
            <a:ext cx="5712388" cy="26914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805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spc="-23" dirty="0">
                <a:solidFill>
                  <a:schemeClr val="accent1">
                    <a:lumMod val="75000"/>
                  </a:schemeClr>
                </a:solidFill>
                <a:latin typeface="Fira Sans" panose="020B0503050000020004" pitchFamily="34" charset="0"/>
                <a:cs typeface="PVKELD+2 Regular"/>
              </a:rPr>
              <a:t>Kadar </a:t>
            </a:r>
            <a:r>
              <a:rPr lang="en-US" sz="2800" spc="-23" dirty="0" err="1">
                <a:solidFill>
                  <a:schemeClr val="accent1">
                    <a:lumMod val="75000"/>
                  </a:schemeClr>
                </a:solidFill>
                <a:latin typeface="Fira Sans" panose="020B0503050000020004" pitchFamily="34" charset="0"/>
                <a:cs typeface="PVKELD+2 Regular"/>
              </a:rPr>
              <a:t>Informasi</a:t>
            </a:r>
            <a:r>
              <a:rPr lang="en-US" sz="2800" spc="-23" dirty="0">
                <a:solidFill>
                  <a:schemeClr val="accent1">
                    <a:lumMod val="75000"/>
                  </a:schemeClr>
                </a:solidFill>
                <a:latin typeface="Fira Sans" panose="020B0503050000020004" pitchFamily="34" charset="0"/>
                <a:cs typeface="PVKELD+2 Regular"/>
              </a:rPr>
              <a:t> yang </a:t>
            </a:r>
            <a:r>
              <a:rPr sz="2800" spc="-23" dirty="0" err="1">
                <a:solidFill>
                  <a:schemeClr val="accent1">
                    <a:lumMod val="75000"/>
                  </a:schemeClr>
                </a:solidFill>
                <a:latin typeface="Fira Sans" panose="020B0503050000020004" pitchFamily="34" charset="0"/>
                <a:cs typeface="PVKELD+2 Regular"/>
              </a:rPr>
              <a:t>dikomunikasikan</a:t>
            </a:r>
            <a:r>
              <a:rPr sz="2800" spc="-40" dirty="0">
                <a:solidFill>
                  <a:schemeClr val="accent1">
                    <a:lumMod val="75000"/>
                  </a:schemeClr>
                </a:solidFill>
                <a:latin typeface="Fira Sans" panose="020B0503050000020004" pitchFamily="34" charset="0"/>
                <a:cs typeface="PVKELD+2 Regular"/>
              </a:rPr>
              <a:t> </a:t>
            </a:r>
            <a:r>
              <a:rPr sz="2800" spc="-20" dirty="0">
                <a:solidFill>
                  <a:schemeClr val="accent1">
                    <a:lumMod val="75000"/>
                  </a:schemeClr>
                </a:solidFill>
                <a:latin typeface="Fira Sans" panose="020B0503050000020004" pitchFamily="34" charset="0"/>
                <a:cs typeface="PVKELD+2 Regular"/>
              </a:rPr>
              <a:t>tergantung</a:t>
            </a:r>
          </a:p>
          <a:p>
            <a:pPr marL="0" marR="0">
              <a:lnSpc>
                <a:spcPts val="3362"/>
              </a:lnSpc>
              <a:spcBef>
                <a:spcPts val="0"/>
              </a:spcBef>
              <a:spcAft>
                <a:spcPts val="0"/>
              </a:spcAft>
            </a:pPr>
            <a:r>
              <a:rPr sz="2800" spc="-17" dirty="0">
                <a:solidFill>
                  <a:schemeClr val="accent1">
                    <a:lumMod val="75000"/>
                  </a:schemeClr>
                </a:solidFill>
                <a:latin typeface="Fira Sans" panose="020B0503050000020004" pitchFamily="34" charset="0"/>
                <a:cs typeface="PVKELD+2 Regular"/>
              </a:rPr>
              <a:t>sejauh</a:t>
            </a:r>
            <a:r>
              <a:rPr sz="2800" spc="-47" dirty="0">
                <a:solidFill>
                  <a:schemeClr val="accent1">
                    <a:lumMod val="75000"/>
                  </a:schemeClr>
                </a:solidFill>
                <a:latin typeface="Fira Sans" panose="020B0503050000020004" pitchFamily="34" charset="0"/>
                <a:cs typeface="PVKELD+2 Regular"/>
              </a:rPr>
              <a:t> </a:t>
            </a:r>
            <a:r>
              <a:rPr sz="2800" spc="-25" dirty="0">
                <a:solidFill>
                  <a:schemeClr val="accent1">
                    <a:lumMod val="75000"/>
                  </a:schemeClr>
                </a:solidFill>
                <a:latin typeface="Fira Sans" panose="020B0503050000020004" pitchFamily="34" charset="0"/>
                <a:cs typeface="PVKELD+2 Regular"/>
              </a:rPr>
              <a:t>mana</a:t>
            </a:r>
            <a:r>
              <a:rPr sz="2800" spc="-28" dirty="0">
                <a:solidFill>
                  <a:schemeClr val="accent1">
                    <a:lumMod val="75000"/>
                  </a:schemeClr>
                </a:solidFill>
                <a:latin typeface="Fira Sans" panose="020B0503050000020004" pitchFamily="34" charset="0"/>
                <a:cs typeface="PVKELD+2 Regular"/>
              </a:rPr>
              <a:t> </a:t>
            </a:r>
            <a:r>
              <a:rPr sz="2800" spc="-20" dirty="0">
                <a:solidFill>
                  <a:schemeClr val="accent1">
                    <a:lumMod val="75000"/>
                  </a:schemeClr>
                </a:solidFill>
                <a:latin typeface="Fira Sans" panose="020B0503050000020004" pitchFamily="34" charset="0"/>
                <a:cs typeface="PVKELD+2 Regular"/>
              </a:rPr>
              <a:t>kepentingan,</a:t>
            </a:r>
          </a:p>
          <a:p>
            <a:pPr marL="0" marR="0">
              <a:lnSpc>
                <a:spcPts val="3359"/>
              </a:lnSpc>
              <a:spcBef>
                <a:spcPts val="0"/>
              </a:spcBef>
              <a:spcAft>
                <a:spcPts val="0"/>
              </a:spcAft>
            </a:pPr>
            <a:r>
              <a:rPr sz="2800" spc="-23" dirty="0">
                <a:solidFill>
                  <a:schemeClr val="accent1">
                    <a:lumMod val="75000"/>
                  </a:schemeClr>
                </a:solidFill>
                <a:latin typeface="Fira Sans" panose="020B0503050000020004" pitchFamily="34" charset="0"/>
                <a:cs typeface="PVKELD+2 Regular"/>
              </a:rPr>
              <a:t>dampak</a:t>
            </a:r>
            <a:r>
              <a:rPr sz="2800" spc="-52" dirty="0">
                <a:solidFill>
                  <a:schemeClr val="accent1">
                    <a:lumMod val="75000"/>
                  </a:schemeClr>
                </a:solidFill>
                <a:latin typeface="Fira Sans" panose="020B0503050000020004" pitchFamily="34" charset="0"/>
                <a:cs typeface="PVKELD+2 Regular"/>
              </a:rPr>
              <a:t> </a:t>
            </a:r>
            <a:r>
              <a:rPr sz="2800" spc="-12" dirty="0">
                <a:solidFill>
                  <a:schemeClr val="accent1">
                    <a:lumMod val="75000"/>
                  </a:schemeClr>
                </a:solidFill>
                <a:latin typeface="Fira Sans" panose="020B0503050000020004" pitchFamily="34" charset="0"/>
                <a:cs typeface="PVKELD+2 Regular"/>
              </a:rPr>
              <a:t>dan</a:t>
            </a:r>
            <a:r>
              <a:rPr sz="2800" spc="-43" dirty="0">
                <a:solidFill>
                  <a:schemeClr val="accent1">
                    <a:lumMod val="75000"/>
                  </a:schemeClr>
                </a:solidFill>
                <a:latin typeface="Fira Sans" panose="020B0503050000020004" pitchFamily="34" charset="0"/>
                <a:cs typeface="PVKELD+2 Regular"/>
              </a:rPr>
              <a:t> </a:t>
            </a:r>
            <a:r>
              <a:rPr sz="2800" spc="-23" dirty="0">
                <a:solidFill>
                  <a:schemeClr val="accent1">
                    <a:lumMod val="75000"/>
                  </a:schemeClr>
                </a:solidFill>
                <a:latin typeface="Fira Sans" panose="020B0503050000020004" pitchFamily="34" charset="0"/>
                <a:cs typeface="PVKELD+2 Regular"/>
              </a:rPr>
              <a:t>manfaat</a:t>
            </a:r>
            <a:r>
              <a:rPr sz="2800" spc="-40" dirty="0">
                <a:solidFill>
                  <a:schemeClr val="accent1">
                    <a:lumMod val="75000"/>
                  </a:schemeClr>
                </a:solidFill>
                <a:latin typeface="Fira Sans" panose="020B0503050000020004" pitchFamily="34" charset="0"/>
                <a:cs typeface="PVKELD+2 Regular"/>
              </a:rPr>
              <a:t> </a:t>
            </a:r>
            <a:r>
              <a:rPr sz="2800" spc="-11" dirty="0">
                <a:solidFill>
                  <a:schemeClr val="accent1">
                    <a:lumMod val="75000"/>
                  </a:schemeClr>
                </a:solidFill>
                <a:latin typeface="Fira Sans" panose="020B0503050000020004" pitchFamily="34" charset="0"/>
                <a:cs typeface="PVKELD+2 Regular"/>
              </a:rPr>
              <a:t>yang</a:t>
            </a:r>
          </a:p>
          <a:p>
            <a:pPr marL="0" marR="0">
              <a:lnSpc>
                <a:spcPts val="3359"/>
              </a:lnSpc>
              <a:spcBef>
                <a:spcPts val="0"/>
              </a:spcBef>
              <a:spcAft>
                <a:spcPts val="0"/>
              </a:spcAft>
            </a:pPr>
            <a:r>
              <a:rPr sz="2800" spc="-20" dirty="0">
                <a:solidFill>
                  <a:schemeClr val="accent1">
                    <a:lumMod val="75000"/>
                  </a:schemeClr>
                </a:solidFill>
                <a:latin typeface="Fira Sans" panose="020B0503050000020004" pitchFamily="34" charset="0"/>
                <a:cs typeface="PVKELD+2 Regular"/>
              </a:rPr>
              <a:t>dirasakan</a:t>
            </a:r>
            <a:r>
              <a:rPr sz="2800" spc="-56" dirty="0">
                <a:solidFill>
                  <a:schemeClr val="accent1">
                    <a:lumMod val="75000"/>
                  </a:schemeClr>
                </a:solidFill>
                <a:latin typeface="Fira Sans" panose="020B0503050000020004" pitchFamily="34" charset="0"/>
                <a:cs typeface="PVKELD+2 Regular"/>
              </a:rPr>
              <a:t> </a:t>
            </a:r>
            <a:r>
              <a:rPr sz="2800" spc="-15" dirty="0">
                <a:solidFill>
                  <a:schemeClr val="accent1">
                    <a:lumMod val="75000"/>
                  </a:schemeClr>
                </a:solidFill>
                <a:latin typeface="Fira Sans" panose="020B0503050000020004" pitchFamily="34" charset="0"/>
                <a:cs typeface="PVKELD+2 Regular"/>
              </a:rPr>
              <a:t>pemilik</a:t>
            </a:r>
            <a:r>
              <a:rPr sz="2800" spc="-50" dirty="0">
                <a:solidFill>
                  <a:schemeClr val="accent1">
                    <a:lumMod val="75000"/>
                  </a:schemeClr>
                </a:solidFill>
                <a:latin typeface="Fira Sans" panose="020B0503050000020004" pitchFamily="34" charset="0"/>
                <a:cs typeface="PVKELD+2 Regular"/>
              </a:rPr>
              <a:t> </a:t>
            </a:r>
            <a:r>
              <a:rPr sz="2800" spc="-18" dirty="0">
                <a:solidFill>
                  <a:schemeClr val="accent1">
                    <a:lumMod val="75000"/>
                  </a:schemeClr>
                </a:solidFill>
                <a:latin typeface="Fira Sans" panose="020B0503050000020004" pitchFamily="34" charset="0"/>
                <a:cs typeface="PVKELD+2 Regular"/>
              </a:rPr>
              <a:t>informasi,</a:t>
            </a:r>
          </a:p>
          <a:p>
            <a:pPr marL="0" marR="0">
              <a:lnSpc>
                <a:spcPts val="3363"/>
              </a:lnSpc>
              <a:spcBef>
                <a:spcPts val="0"/>
              </a:spcBef>
              <a:spcAft>
                <a:spcPts val="0"/>
              </a:spcAft>
            </a:pPr>
            <a:r>
              <a:rPr sz="2800" spc="-20" dirty="0">
                <a:solidFill>
                  <a:schemeClr val="accent1">
                    <a:lumMod val="75000"/>
                  </a:schemeClr>
                </a:solidFill>
                <a:latin typeface="Fira Sans" panose="020B0503050000020004" pitchFamily="34" charset="0"/>
                <a:cs typeface="PVKELD+2 Regular"/>
              </a:rPr>
              <a:t>khususnya</a:t>
            </a:r>
            <a:r>
              <a:rPr sz="2800" spc="-46" dirty="0">
                <a:solidFill>
                  <a:schemeClr val="accent1">
                    <a:lumMod val="75000"/>
                  </a:schemeClr>
                </a:solidFill>
                <a:latin typeface="Fira Sans" panose="020B0503050000020004" pitchFamily="34" charset="0"/>
                <a:cs typeface="PVKELD+2 Regular"/>
              </a:rPr>
              <a:t> </a:t>
            </a:r>
            <a:r>
              <a:rPr sz="2800" spc="-17" dirty="0">
                <a:solidFill>
                  <a:schemeClr val="accent1">
                    <a:lumMod val="75000"/>
                  </a:schemeClr>
                </a:solidFill>
                <a:latin typeface="Fira Sans" panose="020B0503050000020004" pitchFamily="34" charset="0"/>
                <a:cs typeface="PVKELD+2 Regular"/>
              </a:rPr>
              <a:t>terkait</a:t>
            </a:r>
            <a:r>
              <a:rPr sz="2800" spc="-54" dirty="0">
                <a:solidFill>
                  <a:schemeClr val="accent1">
                    <a:lumMod val="75000"/>
                  </a:schemeClr>
                </a:solidFill>
                <a:latin typeface="Fira Sans" panose="020B0503050000020004" pitchFamily="34" charset="0"/>
                <a:cs typeface="PVKELD+2 Regular"/>
              </a:rPr>
              <a:t> </a:t>
            </a:r>
            <a:r>
              <a:rPr sz="2800" spc="-14" dirty="0">
                <a:solidFill>
                  <a:srgbClr val="FF0000"/>
                </a:solidFill>
                <a:latin typeface="Fira Sans" panose="020B0503050000020004" pitchFamily="34" charset="0"/>
                <a:cs typeface="PVKELD+2 Regular"/>
              </a:rPr>
              <a:t>data</a:t>
            </a:r>
            <a:r>
              <a:rPr sz="2800" spc="-55" dirty="0">
                <a:solidFill>
                  <a:srgbClr val="FF0000"/>
                </a:solidFill>
                <a:latin typeface="Fira Sans" panose="020B0503050000020004" pitchFamily="34" charset="0"/>
                <a:cs typeface="PVKELD+2 Regular"/>
              </a:rPr>
              <a:t> </a:t>
            </a:r>
            <a:r>
              <a:rPr sz="2800" spc="-18" dirty="0">
                <a:solidFill>
                  <a:srgbClr val="FF0000"/>
                </a:solidFill>
                <a:latin typeface="Fira Sans" panose="020B0503050000020004" pitchFamily="34" charset="0"/>
                <a:cs typeface="PVKELD+2 Regular"/>
              </a:rPr>
              <a:t>pribadi</a:t>
            </a:r>
            <a:r>
              <a:rPr sz="2800" spc="-10" dirty="0">
                <a:solidFill>
                  <a:schemeClr val="accent1">
                    <a:lumMod val="75000"/>
                  </a:schemeClr>
                </a:solidFill>
                <a:latin typeface="Fira Sans" panose="020B0503050000020004" pitchFamily="34" charset="0"/>
                <a:cs typeface="GNDJJI+2 Regular"/>
              </a:rPr>
              <a:t>.”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1FC6057-005C-8C82-2EE0-70EAC240E747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317785" y="184928"/>
            <a:ext cx="1689834" cy="342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67635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FC481B-5350-7441-0A34-4B566BED3A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3E37AC1-7BFF-DF97-7908-3DBCAF0CAA6B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317785" y="184928"/>
            <a:ext cx="1689834" cy="34217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B773387-4E47-E9AF-710E-F87E49C09282}"/>
              </a:ext>
            </a:extLst>
          </p:cNvPr>
          <p:cNvSpPr txBox="1"/>
          <p:nvPr/>
        </p:nvSpPr>
        <p:spPr>
          <a:xfrm>
            <a:off x="384759" y="3130939"/>
            <a:ext cx="25400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d-ID" sz="3200" b="1" dirty="0">
                <a:solidFill>
                  <a:srgbClr val="123F7C"/>
                </a:solidFill>
                <a:latin typeface="Fira Sans Black" panose="020B0A03050000020004" pitchFamily="34" charset="0"/>
              </a:rPr>
              <a:t>Jenis </a:t>
            </a:r>
            <a:br>
              <a:rPr lang="en-US" sz="3200" b="1" dirty="0">
                <a:solidFill>
                  <a:srgbClr val="123F7C"/>
                </a:solidFill>
                <a:latin typeface="Fira Sans Black" panose="020B0A03050000020004" pitchFamily="34" charset="0"/>
              </a:rPr>
            </a:br>
            <a:r>
              <a:rPr lang="id-ID" sz="3200" b="1" dirty="0">
                <a:solidFill>
                  <a:srgbClr val="123F7C"/>
                </a:solidFill>
                <a:latin typeface="Fira Sans Black" panose="020B0A03050000020004" pitchFamily="34" charset="0"/>
              </a:rPr>
              <a:t>Data </a:t>
            </a:r>
            <a:br>
              <a:rPr lang="en-US" sz="3200" b="1" dirty="0">
                <a:solidFill>
                  <a:srgbClr val="123F7C"/>
                </a:solidFill>
                <a:latin typeface="Fira Sans Black" panose="020B0A03050000020004" pitchFamily="34" charset="0"/>
              </a:rPr>
            </a:br>
            <a:r>
              <a:rPr lang="id-ID" sz="3200" b="1" dirty="0">
                <a:solidFill>
                  <a:srgbClr val="123F7C"/>
                </a:solidFill>
                <a:latin typeface="Fira Sans Black" panose="020B0A03050000020004" pitchFamily="34" charset="0"/>
              </a:rPr>
              <a:t>Pribadi</a:t>
            </a:r>
            <a:endParaRPr lang="en-ID" sz="3200" b="1" dirty="0">
              <a:solidFill>
                <a:srgbClr val="123F7C"/>
              </a:solidFill>
              <a:latin typeface="Fira Sans Black" panose="020B0A030500000200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CA0D516-F6C0-5217-ABBB-4CD0A590CBFC}"/>
              </a:ext>
            </a:extLst>
          </p:cNvPr>
          <p:cNvSpPr txBox="1"/>
          <p:nvPr/>
        </p:nvSpPr>
        <p:spPr>
          <a:xfrm>
            <a:off x="217041" y="1069377"/>
            <a:ext cx="1114905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b="1" dirty="0">
                <a:solidFill>
                  <a:schemeClr val="accent1">
                    <a:lumMod val="75000"/>
                  </a:schemeClr>
                </a:solidFill>
              </a:rPr>
              <a:t>“ Setiap data tentang seseorang baik yang terindentifikasi dan/atau dapat diidentifikasi secara umum ataupun spesifik atau dikombinasi dengan informasi lainnya baik secara langsung maupun tidak langsung melalui sistem elektronik dan/atau non elektronik”</a:t>
            </a:r>
            <a:endParaRPr lang="en-ID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92E5630-DAB0-661A-99F0-A76EE5F88DD5}"/>
              </a:ext>
            </a:extLst>
          </p:cNvPr>
          <p:cNvSpPr txBox="1"/>
          <p:nvPr/>
        </p:nvSpPr>
        <p:spPr>
          <a:xfrm>
            <a:off x="-1609645" y="433062"/>
            <a:ext cx="437949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d-ID" sz="3200" b="1" dirty="0">
                <a:solidFill>
                  <a:srgbClr val="123F7C"/>
                </a:solidFill>
                <a:latin typeface="Fira Sans Black" panose="020B0A03050000020004" pitchFamily="34" charset="0"/>
              </a:rPr>
              <a:t>Data Pribadi</a:t>
            </a:r>
            <a:endParaRPr lang="en-ID" sz="3200" b="1" dirty="0">
              <a:solidFill>
                <a:srgbClr val="123F7C"/>
              </a:solidFill>
              <a:latin typeface="Fira Sans Black" panose="020B0A030500000200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3A4EA9B-4291-B9BB-FD48-34D8E22BAA77}"/>
              </a:ext>
            </a:extLst>
          </p:cNvPr>
          <p:cNvSpPr txBox="1"/>
          <p:nvPr/>
        </p:nvSpPr>
        <p:spPr>
          <a:xfrm>
            <a:off x="3421626" y="2954363"/>
            <a:ext cx="4150513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id-ID" sz="2000" b="1" dirty="0">
                <a:solidFill>
                  <a:schemeClr val="accent1">
                    <a:lumMod val="75000"/>
                  </a:schemeClr>
                </a:solidFill>
              </a:rPr>
              <a:t>Nama Lengkap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d-ID" sz="2000" b="1" dirty="0">
                <a:solidFill>
                  <a:schemeClr val="accent1">
                    <a:lumMod val="75000"/>
                  </a:schemeClr>
                </a:solidFill>
              </a:rPr>
              <a:t>Jenis Kelamin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d-ID" sz="2000" b="1" dirty="0">
                <a:solidFill>
                  <a:schemeClr val="accent1">
                    <a:lumMod val="75000"/>
                  </a:schemeClr>
                </a:solidFill>
              </a:rPr>
              <a:t>Kewarganegaraan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d-ID" sz="2000" b="1" dirty="0">
                <a:solidFill>
                  <a:schemeClr val="accent1">
                    <a:lumMod val="75000"/>
                  </a:schemeClr>
                </a:solidFill>
              </a:rPr>
              <a:t>Agama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d-ID" sz="2000" b="1" dirty="0">
                <a:solidFill>
                  <a:schemeClr val="accent1">
                    <a:lumMod val="75000"/>
                  </a:schemeClr>
                </a:solidFill>
              </a:rPr>
              <a:t>Nomor NIK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d-ID" sz="2000" b="1" dirty="0">
                <a:solidFill>
                  <a:schemeClr val="accent1">
                    <a:lumMod val="75000"/>
                  </a:schemeClr>
                </a:solidFill>
              </a:rPr>
              <a:t>Nomor Telepon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d-ID" sz="2000" b="1" dirty="0">
                <a:solidFill>
                  <a:schemeClr val="accent1">
                    <a:lumMod val="75000"/>
                  </a:schemeClr>
                </a:solidFill>
              </a:rPr>
              <a:t>Nomor NPWP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d-ID" sz="2000" b="1" dirty="0">
                <a:solidFill>
                  <a:schemeClr val="accent1">
                    <a:lumMod val="75000"/>
                  </a:schemeClr>
                </a:solidFill>
              </a:rPr>
              <a:t>Akun sosial media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d-ID" sz="2000" b="1" dirty="0">
                <a:solidFill>
                  <a:schemeClr val="accent1">
                    <a:lumMod val="75000"/>
                  </a:schemeClr>
                </a:solidFill>
              </a:rPr>
              <a:t>Data informasi lainnya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D" sz="16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AE657E0-D8E1-365B-B848-377D66B8EADE}"/>
              </a:ext>
            </a:extLst>
          </p:cNvPr>
          <p:cNvSpPr txBox="1"/>
          <p:nvPr/>
        </p:nvSpPr>
        <p:spPr>
          <a:xfrm>
            <a:off x="7141454" y="2893039"/>
            <a:ext cx="3672684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6213" indent="-176213">
              <a:buFont typeface="Arial" panose="020B0604020202020204" pitchFamily="34" charset="0"/>
              <a:buChar char="•"/>
            </a:pPr>
            <a:r>
              <a:rPr lang="id-ID" sz="2000" b="1" dirty="0">
                <a:solidFill>
                  <a:schemeClr val="accent1">
                    <a:lumMod val="75000"/>
                  </a:schemeClr>
                </a:solidFill>
              </a:rPr>
              <a:t>Data Informasi Kesehatan</a:t>
            </a:r>
          </a:p>
          <a:p>
            <a:pPr marL="176213" indent="-176213">
              <a:buFont typeface="Arial" panose="020B0604020202020204" pitchFamily="34" charset="0"/>
              <a:buChar char="•"/>
            </a:pPr>
            <a:r>
              <a:rPr lang="id-ID" sz="2000" b="1" dirty="0">
                <a:solidFill>
                  <a:schemeClr val="accent1">
                    <a:lumMod val="75000"/>
                  </a:schemeClr>
                </a:solidFill>
              </a:rPr>
              <a:t>Data Biometrik</a:t>
            </a:r>
          </a:p>
          <a:p>
            <a:pPr marL="176213" indent="-176213">
              <a:buFont typeface="Arial" panose="020B0604020202020204" pitchFamily="34" charset="0"/>
              <a:buChar char="•"/>
            </a:pPr>
            <a:r>
              <a:rPr lang="id-ID" sz="2000" b="1" dirty="0">
                <a:solidFill>
                  <a:schemeClr val="accent1">
                    <a:lumMod val="75000"/>
                  </a:schemeClr>
                </a:solidFill>
              </a:rPr>
              <a:t>Data Genetika</a:t>
            </a:r>
          </a:p>
          <a:p>
            <a:pPr marL="176213" indent="-176213">
              <a:buFont typeface="Arial" panose="020B0604020202020204" pitchFamily="34" charset="0"/>
              <a:buChar char="•"/>
            </a:pPr>
            <a:r>
              <a:rPr lang="id-ID" sz="2000" b="1" dirty="0">
                <a:solidFill>
                  <a:schemeClr val="accent1">
                    <a:lumMod val="75000"/>
                  </a:schemeClr>
                </a:solidFill>
              </a:rPr>
              <a:t>Data Pandangan Politik</a:t>
            </a:r>
          </a:p>
          <a:p>
            <a:pPr marL="176213" indent="-176213">
              <a:buFont typeface="Arial" panose="020B0604020202020204" pitchFamily="34" charset="0"/>
              <a:buChar char="•"/>
            </a:pPr>
            <a:r>
              <a:rPr lang="id-ID" sz="2000" b="1" dirty="0">
                <a:solidFill>
                  <a:schemeClr val="accent1">
                    <a:lumMod val="75000"/>
                  </a:schemeClr>
                </a:solidFill>
              </a:rPr>
              <a:t>Data Keuangan Pribadi</a:t>
            </a:r>
          </a:p>
          <a:p>
            <a:pPr marL="176213" indent="-176213">
              <a:buFont typeface="Arial" panose="020B0604020202020204" pitchFamily="34" charset="0"/>
              <a:buChar char="•"/>
            </a:pPr>
            <a:r>
              <a:rPr lang="id-ID" sz="2000" b="1" dirty="0">
                <a:solidFill>
                  <a:schemeClr val="accent1">
                    <a:lumMod val="75000"/>
                  </a:schemeClr>
                </a:solidFill>
              </a:rPr>
              <a:t>Data Riwayat Transaksi</a:t>
            </a:r>
          </a:p>
          <a:p>
            <a:pPr marL="176213" indent="-176213">
              <a:buFont typeface="Arial" panose="020B0604020202020204" pitchFamily="34" charset="0"/>
              <a:buChar char="•"/>
            </a:pPr>
            <a:r>
              <a:rPr lang="id-ID" sz="2000" b="1" dirty="0">
                <a:solidFill>
                  <a:schemeClr val="accent1">
                    <a:lumMod val="75000"/>
                  </a:schemeClr>
                </a:solidFill>
              </a:rPr>
              <a:t>Data perjalanan</a:t>
            </a:r>
          </a:p>
          <a:p>
            <a:pPr marL="176213" indent="-176213">
              <a:buFont typeface="Arial" panose="020B0604020202020204" pitchFamily="34" charset="0"/>
              <a:buChar char="•"/>
            </a:pPr>
            <a:r>
              <a:rPr lang="id-ID" sz="2000" b="1" dirty="0">
                <a:solidFill>
                  <a:schemeClr val="accent1">
                    <a:lumMod val="75000"/>
                  </a:schemeClr>
                </a:solidFill>
              </a:rPr>
              <a:t>Data olahan lainnya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D" sz="16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2D78602C-DBA1-6115-C3B8-5B89EA475DD9}"/>
              </a:ext>
            </a:extLst>
          </p:cNvPr>
          <p:cNvSpPr/>
          <p:nvPr/>
        </p:nvSpPr>
        <p:spPr>
          <a:xfrm>
            <a:off x="3342968" y="2540166"/>
            <a:ext cx="3451122" cy="3339524"/>
          </a:xfrm>
          <a:prstGeom prst="roundRect">
            <a:avLst>
              <a:gd name="adj" fmla="val 10958"/>
            </a:avLst>
          </a:prstGeom>
          <a:noFill/>
          <a:ln w="9525">
            <a:solidFill>
              <a:srgbClr val="42B549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E0120AE9-7DA2-4214-D111-3211C284ED26}"/>
              </a:ext>
            </a:extLst>
          </p:cNvPr>
          <p:cNvSpPr/>
          <p:nvPr/>
        </p:nvSpPr>
        <p:spPr>
          <a:xfrm>
            <a:off x="7163059" y="2497274"/>
            <a:ext cx="3367289" cy="3382415"/>
          </a:xfrm>
          <a:prstGeom prst="roundRect">
            <a:avLst>
              <a:gd name="adj" fmla="val 10958"/>
            </a:avLst>
          </a:prstGeom>
          <a:noFill/>
          <a:ln w="9525">
            <a:solidFill>
              <a:srgbClr val="42B549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352B0541-D2DB-1034-6469-4D44968C5284}"/>
              </a:ext>
            </a:extLst>
          </p:cNvPr>
          <p:cNvSpPr/>
          <p:nvPr/>
        </p:nvSpPr>
        <p:spPr>
          <a:xfrm>
            <a:off x="3677265" y="2330229"/>
            <a:ext cx="2757566" cy="604912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d-ID" b="1" dirty="0">
                <a:solidFill>
                  <a:schemeClr val="bg1"/>
                </a:solidFill>
              </a:rPr>
              <a:t>Data yang bersifat Umum</a:t>
            </a:r>
            <a:endParaRPr lang="en-ID" b="1" dirty="0">
              <a:solidFill>
                <a:schemeClr val="bg1"/>
              </a:solidFill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28AA0437-BFC6-A954-0D71-E0E1110CD7FC}"/>
              </a:ext>
            </a:extLst>
          </p:cNvPr>
          <p:cNvSpPr/>
          <p:nvPr/>
        </p:nvSpPr>
        <p:spPr>
          <a:xfrm>
            <a:off x="7375952" y="2287337"/>
            <a:ext cx="2849595" cy="609533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d-ID" b="1" dirty="0">
                <a:solidFill>
                  <a:schemeClr val="bg1"/>
                </a:solidFill>
              </a:rPr>
              <a:t>Data yang bersifat Spesifik</a:t>
            </a:r>
            <a:endParaRPr lang="en-ID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08984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AA4020-F774-ECF5-F26D-587DABC284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CC129D8-BFBF-FB48-7ECE-471A1303D70C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317785" y="184928"/>
            <a:ext cx="1689834" cy="34217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5C70FC7-4B32-E1CB-8B75-0D2072C841F9}"/>
              </a:ext>
            </a:extLst>
          </p:cNvPr>
          <p:cNvSpPr txBox="1"/>
          <p:nvPr/>
        </p:nvSpPr>
        <p:spPr>
          <a:xfrm>
            <a:off x="1848297" y="1112351"/>
            <a:ext cx="43794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d-ID" sz="28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Fira Sans Black" panose="020B0A03050000020004" pitchFamily="34" charset="0"/>
              </a:rPr>
              <a:t>Data Analitik</a:t>
            </a:r>
            <a:endParaRPr lang="en-ID" sz="2800" b="1" dirty="0">
              <a:solidFill>
                <a:schemeClr val="accent1">
                  <a:lumMod val="60000"/>
                  <a:lumOff val="40000"/>
                </a:schemeClr>
              </a:solidFill>
              <a:latin typeface="Fira Sans Black" panose="020B0A030500000200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94F081B-8F39-F6A8-BF99-2B02304A8CB4}"/>
              </a:ext>
            </a:extLst>
          </p:cNvPr>
          <p:cNvSpPr txBox="1"/>
          <p:nvPr/>
        </p:nvSpPr>
        <p:spPr>
          <a:xfrm>
            <a:off x="69574" y="1502311"/>
            <a:ext cx="617889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d-ID" sz="1600" b="1" dirty="0">
                <a:solidFill>
                  <a:schemeClr val="accent1">
                    <a:lumMod val="75000"/>
                  </a:schemeClr>
                </a:solidFill>
              </a:rPr>
              <a:t>“</a:t>
            </a:r>
            <a:r>
              <a:rPr lang="id-ID" sz="1600" b="1" i="0" dirty="0">
                <a:solidFill>
                  <a:schemeClr val="accent1">
                    <a:lumMod val="75000"/>
                  </a:schemeClr>
                </a:solidFill>
                <a:effectLst/>
              </a:rPr>
              <a:t>A</a:t>
            </a:r>
            <a:r>
              <a:rPr lang="en-ID" sz="1600" b="1" i="0" dirty="0">
                <a:solidFill>
                  <a:schemeClr val="accent1">
                    <a:lumMod val="75000"/>
                  </a:schemeClr>
                </a:solidFill>
                <a:effectLst/>
              </a:rPr>
              <a:t>rea </a:t>
            </a:r>
            <a:r>
              <a:rPr lang="en-ID" sz="1600" b="1" i="0" dirty="0" err="1">
                <a:solidFill>
                  <a:schemeClr val="accent1">
                    <a:lumMod val="75000"/>
                  </a:schemeClr>
                </a:solidFill>
                <a:effectLst/>
              </a:rPr>
              <a:t>eksplorasi</a:t>
            </a:r>
            <a:r>
              <a:rPr lang="en-ID" sz="1600" b="1" i="0" dirty="0">
                <a:solidFill>
                  <a:schemeClr val="accent1">
                    <a:lumMod val="75000"/>
                  </a:schemeClr>
                </a:solidFill>
                <a:effectLst/>
              </a:rPr>
              <a:t> data </a:t>
            </a:r>
            <a:r>
              <a:rPr lang="en-ID" sz="1600" b="1" i="0" dirty="0" err="1">
                <a:solidFill>
                  <a:schemeClr val="accent1">
                    <a:lumMod val="75000"/>
                  </a:schemeClr>
                </a:solidFill>
                <a:effectLst/>
              </a:rPr>
              <a:t>mentah</a:t>
            </a:r>
            <a:r>
              <a:rPr lang="en-ID" sz="1600" b="1" i="0" dirty="0">
                <a:solidFill>
                  <a:schemeClr val="accent1">
                    <a:lumMod val="75000"/>
                  </a:schemeClr>
                </a:solidFill>
                <a:effectLst/>
              </a:rPr>
              <a:t> yang </a:t>
            </a:r>
            <a:r>
              <a:rPr lang="en-ID" sz="1600" b="1" i="0" dirty="0" err="1">
                <a:solidFill>
                  <a:schemeClr val="accent1">
                    <a:lumMod val="75000"/>
                  </a:schemeClr>
                </a:solidFill>
                <a:effectLst/>
              </a:rPr>
              <a:t>luas</a:t>
            </a:r>
            <a:r>
              <a:rPr lang="en-ID" sz="1600" b="1" i="0" dirty="0">
                <a:solidFill>
                  <a:schemeClr val="accent1">
                    <a:lumMod val="75000"/>
                  </a:schemeClr>
                </a:solidFill>
                <a:effectLst/>
              </a:rPr>
              <a:t> </a:t>
            </a:r>
            <a:r>
              <a:rPr lang="en-ID" sz="1600" b="1" i="0" dirty="0" err="1">
                <a:solidFill>
                  <a:schemeClr val="accent1">
                    <a:lumMod val="75000"/>
                  </a:schemeClr>
                </a:solidFill>
                <a:effectLst/>
              </a:rPr>
              <a:t>dengan</a:t>
            </a:r>
            <a:r>
              <a:rPr lang="en-ID" sz="1600" b="1" i="0" dirty="0">
                <a:solidFill>
                  <a:schemeClr val="accent1">
                    <a:lumMod val="75000"/>
                  </a:schemeClr>
                </a:solidFill>
                <a:effectLst/>
              </a:rPr>
              <a:t> </a:t>
            </a:r>
            <a:r>
              <a:rPr lang="en-ID" sz="1600" b="1" i="0" dirty="0" err="1">
                <a:solidFill>
                  <a:schemeClr val="accent1">
                    <a:lumMod val="75000"/>
                  </a:schemeClr>
                </a:solidFill>
                <a:effectLst/>
              </a:rPr>
              <a:t>berbagai</a:t>
            </a:r>
            <a:r>
              <a:rPr lang="en-ID" sz="1600" b="1" i="0" dirty="0">
                <a:solidFill>
                  <a:schemeClr val="accent1">
                    <a:lumMod val="75000"/>
                  </a:schemeClr>
                </a:solidFill>
                <a:effectLst/>
              </a:rPr>
              <a:t> </a:t>
            </a:r>
            <a:r>
              <a:rPr lang="en-ID" sz="1600" b="1" i="0" dirty="0" err="1">
                <a:solidFill>
                  <a:schemeClr val="accent1">
                    <a:lumMod val="75000"/>
                  </a:schemeClr>
                </a:solidFill>
                <a:effectLst/>
              </a:rPr>
              <a:t>macam</a:t>
            </a:r>
            <a:r>
              <a:rPr lang="en-ID" sz="1600" b="1" i="0" dirty="0">
                <a:solidFill>
                  <a:schemeClr val="accent1">
                    <a:lumMod val="75000"/>
                  </a:schemeClr>
                </a:solidFill>
                <a:effectLst/>
              </a:rPr>
              <a:t> </a:t>
            </a:r>
            <a:r>
              <a:rPr lang="en-ID" sz="1600" b="1" i="0" dirty="0" err="1">
                <a:solidFill>
                  <a:schemeClr val="accent1">
                    <a:lumMod val="75000"/>
                  </a:schemeClr>
                </a:solidFill>
                <a:effectLst/>
              </a:rPr>
              <a:t>teknik</a:t>
            </a:r>
            <a:r>
              <a:rPr lang="en-ID" sz="1600" b="1" i="0" dirty="0">
                <a:solidFill>
                  <a:schemeClr val="accent1">
                    <a:lumMod val="75000"/>
                  </a:schemeClr>
                </a:solidFill>
                <a:effectLst/>
              </a:rPr>
              <a:t> dan </a:t>
            </a:r>
            <a:r>
              <a:rPr lang="en-ID" sz="1600" b="1" i="0" dirty="0" err="1">
                <a:solidFill>
                  <a:schemeClr val="accent1">
                    <a:lumMod val="75000"/>
                  </a:schemeClr>
                </a:solidFill>
                <a:effectLst/>
              </a:rPr>
              <a:t>alat</a:t>
            </a:r>
            <a:r>
              <a:rPr lang="en-ID" sz="1600" b="1" i="0" dirty="0">
                <a:solidFill>
                  <a:schemeClr val="accent1">
                    <a:lumMod val="75000"/>
                  </a:schemeClr>
                </a:solidFill>
                <a:effectLst/>
              </a:rPr>
              <a:t> </a:t>
            </a:r>
            <a:r>
              <a:rPr lang="en-ID" sz="1600" b="1" i="0" dirty="0" err="1">
                <a:solidFill>
                  <a:schemeClr val="accent1">
                    <a:lumMod val="75000"/>
                  </a:schemeClr>
                </a:solidFill>
                <a:effectLst/>
              </a:rPr>
              <a:t>tertentu</a:t>
            </a:r>
            <a:r>
              <a:rPr lang="en-ID" sz="1600" b="1" i="0" dirty="0">
                <a:solidFill>
                  <a:schemeClr val="accent1">
                    <a:lumMod val="75000"/>
                  </a:schemeClr>
                </a:solidFill>
                <a:effectLst/>
              </a:rPr>
              <a:t> </a:t>
            </a:r>
            <a:r>
              <a:rPr lang="en-ID" sz="1600" b="1" i="0" dirty="0" err="1">
                <a:solidFill>
                  <a:schemeClr val="accent1">
                    <a:lumMod val="75000"/>
                  </a:schemeClr>
                </a:solidFill>
                <a:effectLst/>
              </a:rPr>
              <a:t>untuk</a:t>
            </a:r>
            <a:r>
              <a:rPr lang="en-ID" sz="1600" b="1" i="0" dirty="0">
                <a:solidFill>
                  <a:schemeClr val="accent1">
                    <a:lumMod val="75000"/>
                  </a:schemeClr>
                </a:solidFill>
                <a:effectLst/>
              </a:rPr>
              <a:t> </a:t>
            </a:r>
            <a:r>
              <a:rPr lang="en-ID" sz="1600" b="1" i="0" dirty="0" err="1">
                <a:solidFill>
                  <a:schemeClr val="accent1">
                    <a:lumMod val="75000"/>
                  </a:schemeClr>
                </a:solidFill>
                <a:effectLst/>
              </a:rPr>
              <a:t>menemukan</a:t>
            </a:r>
            <a:r>
              <a:rPr lang="en-ID" sz="1600" b="1" i="0" dirty="0">
                <a:solidFill>
                  <a:schemeClr val="accent1">
                    <a:lumMod val="75000"/>
                  </a:schemeClr>
                </a:solidFill>
                <a:effectLst/>
              </a:rPr>
              <a:t> </a:t>
            </a:r>
            <a:r>
              <a:rPr lang="en-ID" sz="1600" b="1" i="0" dirty="0" err="1">
                <a:solidFill>
                  <a:schemeClr val="accent1">
                    <a:lumMod val="75000"/>
                  </a:schemeClr>
                </a:solidFill>
                <a:effectLst/>
              </a:rPr>
              <a:t>sebuah</a:t>
            </a:r>
            <a:r>
              <a:rPr lang="en-ID" sz="1600" b="1" i="0" dirty="0">
                <a:solidFill>
                  <a:schemeClr val="accent1">
                    <a:lumMod val="75000"/>
                  </a:schemeClr>
                </a:solidFill>
                <a:effectLst/>
              </a:rPr>
              <a:t> </a:t>
            </a:r>
            <a:r>
              <a:rPr lang="id-ID" sz="1600" b="1" i="0" dirty="0">
                <a:solidFill>
                  <a:schemeClr val="accent1">
                    <a:lumMod val="75000"/>
                  </a:schemeClr>
                </a:solidFill>
                <a:effectLst/>
              </a:rPr>
              <a:t>TREN</a:t>
            </a:r>
            <a:r>
              <a:rPr lang="en-ID" sz="1600" b="1" i="0" dirty="0">
                <a:solidFill>
                  <a:schemeClr val="accent1">
                    <a:lumMod val="75000"/>
                  </a:schemeClr>
                </a:solidFill>
                <a:effectLst/>
              </a:rPr>
              <a:t> yang </a:t>
            </a:r>
            <a:r>
              <a:rPr lang="id-ID" sz="1600" b="1" i="0" dirty="0">
                <a:solidFill>
                  <a:schemeClr val="accent1">
                    <a:lumMod val="75000"/>
                  </a:schemeClr>
                </a:solidFill>
                <a:effectLst/>
              </a:rPr>
              <a:t>dianggap </a:t>
            </a:r>
            <a:r>
              <a:rPr lang="en-ID" sz="1600" b="1" i="0" dirty="0" err="1">
                <a:solidFill>
                  <a:schemeClr val="accent1">
                    <a:lumMod val="75000"/>
                  </a:schemeClr>
                </a:solidFill>
                <a:effectLst/>
              </a:rPr>
              <a:t>berguna</a:t>
            </a:r>
            <a:r>
              <a:rPr lang="en-ID" sz="1600" b="1" i="0" dirty="0">
                <a:solidFill>
                  <a:schemeClr val="accent1">
                    <a:lumMod val="75000"/>
                  </a:schemeClr>
                </a:solidFill>
                <a:effectLst/>
              </a:rPr>
              <a:t> </a:t>
            </a:r>
            <a:r>
              <a:rPr lang="en-ID" sz="1600" b="1" i="0" dirty="0" err="1">
                <a:solidFill>
                  <a:schemeClr val="accent1">
                    <a:lumMod val="75000"/>
                  </a:schemeClr>
                </a:solidFill>
                <a:effectLst/>
              </a:rPr>
              <a:t>dalam</a:t>
            </a:r>
            <a:r>
              <a:rPr lang="en-ID" sz="1600" b="1" i="0" dirty="0">
                <a:solidFill>
                  <a:schemeClr val="accent1">
                    <a:lumMod val="75000"/>
                  </a:schemeClr>
                </a:solidFill>
                <a:effectLst/>
              </a:rPr>
              <a:t> </a:t>
            </a:r>
            <a:r>
              <a:rPr lang="en-ID" sz="1600" b="1" i="0" dirty="0" err="1">
                <a:solidFill>
                  <a:schemeClr val="accent1">
                    <a:lumMod val="75000"/>
                  </a:schemeClr>
                </a:solidFill>
                <a:effectLst/>
              </a:rPr>
              <a:t>menghasilkan</a:t>
            </a:r>
            <a:r>
              <a:rPr lang="en-ID" sz="1600" b="1" i="0" dirty="0">
                <a:solidFill>
                  <a:schemeClr val="accent1">
                    <a:lumMod val="75000"/>
                  </a:schemeClr>
                </a:solidFill>
                <a:effectLst/>
              </a:rPr>
              <a:t> </a:t>
            </a:r>
            <a:r>
              <a:rPr lang="id-ID" sz="1600" b="1" i="0" dirty="0">
                <a:solidFill>
                  <a:schemeClr val="accent1">
                    <a:lumMod val="75000"/>
                  </a:schemeClr>
                </a:solidFill>
                <a:effectLst/>
              </a:rPr>
              <a:t>Analisa data melalui P</a:t>
            </a:r>
            <a:r>
              <a:rPr lang="en-ID" sz="1600" b="1" i="0" dirty="0" err="1">
                <a:solidFill>
                  <a:schemeClr val="accent1">
                    <a:lumMod val="75000"/>
                  </a:schemeClr>
                </a:solidFill>
                <a:effectLst/>
              </a:rPr>
              <a:t>rediksi</a:t>
            </a:r>
            <a:r>
              <a:rPr lang="en-ID" sz="1600" b="1" i="0" dirty="0">
                <a:solidFill>
                  <a:schemeClr val="accent1">
                    <a:lumMod val="75000"/>
                  </a:schemeClr>
                </a:solidFill>
                <a:effectLst/>
              </a:rPr>
              <a:t> &amp; </a:t>
            </a:r>
            <a:r>
              <a:rPr lang="id-ID" sz="1600" b="1" i="0" dirty="0">
                <a:solidFill>
                  <a:schemeClr val="accent1">
                    <a:lumMod val="75000"/>
                  </a:schemeClr>
                </a:solidFill>
                <a:effectLst/>
              </a:rPr>
              <a:t>K</a:t>
            </a:r>
            <a:r>
              <a:rPr lang="en-ID" sz="1600" b="1" i="0" dirty="0" err="1">
                <a:solidFill>
                  <a:schemeClr val="accent1">
                    <a:lumMod val="75000"/>
                  </a:schemeClr>
                </a:solidFill>
                <a:effectLst/>
              </a:rPr>
              <a:t>eputusan</a:t>
            </a:r>
            <a:r>
              <a:rPr lang="en-ID" sz="1600" b="1" i="0" dirty="0">
                <a:solidFill>
                  <a:schemeClr val="accent1">
                    <a:lumMod val="75000"/>
                  </a:schemeClr>
                </a:solidFill>
                <a:effectLst/>
              </a:rPr>
              <a:t> </a:t>
            </a:r>
            <a:r>
              <a:rPr lang="en-ID" sz="1600" b="1" i="0" dirty="0" err="1">
                <a:solidFill>
                  <a:schemeClr val="accent1">
                    <a:lumMod val="75000"/>
                  </a:schemeClr>
                </a:solidFill>
                <a:effectLst/>
              </a:rPr>
              <a:t>yg</a:t>
            </a:r>
            <a:r>
              <a:rPr lang="en-ID" sz="1600" b="1" i="0" dirty="0">
                <a:solidFill>
                  <a:schemeClr val="accent1">
                    <a:lumMod val="75000"/>
                  </a:schemeClr>
                </a:solidFill>
                <a:effectLst/>
              </a:rPr>
              <a:t> </a:t>
            </a:r>
            <a:r>
              <a:rPr lang="en-ID" sz="1600" b="1" i="0" dirty="0" err="1">
                <a:solidFill>
                  <a:schemeClr val="accent1">
                    <a:lumMod val="75000"/>
                  </a:schemeClr>
                </a:solidFill>
                <a:effectLst/>
              </a:rPr>
              <a:t>tepat</a:t>
            </a:r>
            <a:r>
              <a:rPr lang="en-ID" sz="1600" b="1" i="0" dirty="0">
                <a:solidFill>
                  <a:schemeClr val="accent1">
                    <a:lumMod val="75000"/>
                  </a:schemeClr>
                </a:solidFill>
                <a:effectLst/>
              </a:rPr>
              <a:t> di masa </a:t>
            </a:r>
            <a:r>
              <a:rPr lang="en-ID" sz="1600" b="1" i="0" dirty="0" err="1">
                <a:solidFill>
                  <a:schemeClr val="accent1">
                    <a:lumMod val="75000"/>
                  </a:schemeClr>
                </a:solidFill>
                <a:effectLst/>
              </a:rPr>
              <a:t>depan</a:t>
            </a:r>
            <a:r>
              <a:rPr lang="id-ID" sz="1600" b="1" dirty="0">
                <a:solidFill>
                  <a:schemeClr val="accent1">
                    <a:lumMod val="75000"/>
                  </a:schemeClr>
                </a:solidFill>
              </a:rPr>
              <a:t> “ </a:t>
            </a:r>
            <a:endParaRPr lang="en-ID" sz="16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FA03290-8DC6-BF2F-C311-783E989C9C9F}"/>
              </a:ext>
            </a:extLst>
          </p:cNvPr>
          <p:cNvSpPr txBox="1"/>
          <p:nvPr/>
        </p:nvSpPr>
        <p:spPr>
          <a:xfrm>
            <a:off x="1945084" y="2805176"/>
            <a:ext cx="43794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d-ID" sz="28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Fira Sans Black" panose="020B0A03050000020004" pitchFamily="34" charset="0"/>
              </a:rPr>
              <a:t>Type Data Analitik</a:t>
            </a:r>
            <a:endParaRPr lang="en-ID" sz="2800" b="1" dirty="0">
              <a:solidFill>
                <a:schemeClr val="accent1">
                  <a:lumMod val="60000"/>
                  <a:lumOff val="40000"/>
                </a:schemeClr>
              </a:solidFill>
              <a:latin typeface="Fira Sans Black" panose="020B0A03050000020004" pitchFamily="34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E2116E6F-6D03-B264-2D6C-8C0CF911E3FB}"/>
              </a:ext>
            </a:extLst>
          </p:cNvPr>
          <p:cNvSpPr/>
          <p:nvPr/>
        </p:nvSpPr>
        <p:spPr>
          <a:xfrm>
            <a:off x="703458" y="3413594"/>
            <a:ext cx="2238858" cy="337661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d-ID" sz="1600" b="1" dirty="0">
                <a:solidFill>
                  <a:schemeClr val="bg1"/>
                </a:solidFill>
              </a:rPr>
              <a:t>Data Diskriptif</a:t>
            </a:r>
            <a:endParaRPr lang="en-ID" sz="1600" b="1" dirty="0">
              <a:solidFill>
                <a:schemeClr val="bg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6540FC6-9FF2-E7D8-BF30-DA5FAEA11990}"/>
              </a:ext>
            </a:extLst>
          </p:cNvPr>
          <p:cNvSpPr txBox="1"/>
          <p:nvPr/>
        </p:nvSpPr>
        <p:spPr>
          <a:xfrm>
            <a:off x="165777" y="3848371"/>
            <a:ext cx="316911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d-ID" sz="1600" b="1" dirty="0"/>
              <a:t>Merangkum kumpulan data besar utk memberikan visualisasi</a:t>
            </a:r>
            <a:endParaRPr lang="en-ID" sz="1600" b="1" dirty="0">
              <a:solidFill>
                <a:srgbClr val="42B549"/>
              </a:solidFill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127FFCD4-E845-2A27-674C-9509972FFD4E}"/>
              </a:ext>
            </a:extLst>
          </p:cNvPr>
          <p:cNvSpPr/>
          <p:nvPr/>
        </p:nvSpPr>
        <p:spPr>
          <a:xfrm>
            <a:off x="267376" y="3646976"/>
            <a:ext cx="3058295" cy="762699"/>
          </a:xfrm>
          <a:prstGeom prst="roundRect">
            <a:avLst>
              <a:gd name="adj" fmla="val 10958"/>
            </a:avLst>
          </a:prstGeom>
          <a:noFill/>
          <a:ln w="9525">
            <a:solidFill>
              <a:srgbClr val="42B549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457BB1CE-C1EE-DBEA-D06B-B593A763C8CC}"/>
              </a:ext>
            </a:extLst>
          </p:cNvPr>
          <p:cNvSpPr/>
          <p:nvPr/>
        </p:nvSpPr>
        <p:spPr>
          <a:xfrm>
            <a:off x="3562111" y="3419712"/>
            <a:ext cx="2238858" cy="337661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d-ID" sz="1600" b="1" dirty="0">
                <a:solidFill>
                  <a:schemeClr val="bg1"/>
                </a:solidFill>
              </a:rPr>
              <a:t>Data Diagnostig</a:t>
            </a:r>
            <a:endParaRPr lang="en-ID" sz="1600" b="1" dirty="0">
              <a:solidFill>
                <a:schemeClr val="bg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DE8D0F8-60ED-DBB4-35F9-AFB204C0593A}"/>
              </a:ext>
            </a:extLst>
          </p:cNvPr>
          <p:cNvSpPr txBox="1"/>
          <p:nvPr/>
        </p:nvSpPr>
        <p:spPr>
          <a:xfrm>
            <a:off x="3332218" y="3806810"/>
            <a:ext cx="2933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d-ID" sz="1600" b="1" dirty="0"/>
              <a:t>Menemukenali hubungan serta tren atas anomali yang terjadi</a:t>
            </a:r>
            <a:endParaRPr lang="en-ID" sz="1600" b="1" dirty="0">
              <a:solidFill>
                <a:srgbClr val="42B549"/>
              </a:solidFill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B4AA3346-46B5-6EB6-5886-47D3D2BB2DC2}"/>
              </a:ext>
            </a:extLst>
          </p:cNvPr>
          <p:cNvSpPr/>
          <p:nvPr/>
        </p:nvSpPr>
        <p:spPr>
          <a:xfrm>
            <a:off x="3413389" y="3647082"/>
            <a:ext cx="2836003" cy="762699"/>
          </a:xfrm>
          <a:prstGeom prst="roundRect">
            <a:avLst>
              <a:gd name="adj" fmla="val 10958"/>
            </a:avLst>
          </a:prstGeom>
          <a:noFill/>
          <a:ln w="9525">
            <a:solidFill>
              <a:srgbClr val="42B549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68147366-7B59-963D-3A2E-E985E4A51A87}"/>
              </a:ext>
            </a:extLst>
          </p:cNvPr>
          <p:cNvSpPr/>
          <p:nvPr/>
        </p:nvSpPr>
        <p:spPr>
          <a:xfrm>
            <a:off x="855859" y="4727822"/>
            <a:ext cx="2238858" cy="337661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d-ID" sz="1600" b="1" dirty="0">
                <a:solidFill>
                  <a:schemeClr val="bg1"/>
                </a:solidFill>
              </a:rPr>
              <a:t>Data Prediktif</a:t>
            </a:r>
            <a:endParaRPr lang="en-ID" sz="1600" b="1" dirty="0">
              <a:solidFill>
                <a:schemeClr val="bg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622689E-BF47-0DD5-745D-ADC5A4609E9D}"/>
              </a:ext>
            </a:extLst>
          </p:cNvPr>
          <p:cNvSpPr txBox="1"/>
          <p:nvPr/>
        </p:nvSpPr>
        <p:spPr>
          <a:xfrm>
            <a:off x="148777" y="5125655"/>
            <a:ext cx="323688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d-ID" sz="1600" b="1" dirty="0"/>
              <a:t>Mengidentifikasi trend dan menentukan kecenderungan tren yang akan berulang</a:t>
            </a:r>
            <a:endParaRPr lang="en-ID" sz="1600" b="1" dirty="0">
              <a:solidFill>
                <a:srgbClr val="42B549"/>
              </a:solidFill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9DABFBC6-16A3-2BF5-879B-7B82AAA53D87}"/>
              </a:ext>
            </a:extLst>
          </p:cNvPr>
          <p:cNvSpPr/>
          <p:nvPr/>
        </p:nvSpPr>
        <p:spPr>
          <a:xfrm>
            <a:off x="267377" y="4956691"/>
            <a:ext cx="3064842" cy="1006691"/>
          </a:xfrm>
          <a:prstGeom prst="roundRect">
            <a:avLst>
              <a:gd name="adj" fmla="val 10958"/>
            </a:avLst>
          </a:prstGeom>
          <a:noFill/>
          <a:ln w="9525">
            <a:solidFill>
              <a:srgbClr val="42B549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35329AA8-5903-17D4-329C-9520AE4747E1}"/>
              </a:ext>
            </a:extLst>
          </p:cNvPr>
          <p:cNvSpPr/>
          <p:nvPr/>
        </p:nvSpPr>
        <p:spPr>
          <a:xfrm>
            <a:off x="3585209" y="4741678"/>
            <a:ext cx="2238858" cy="337661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d-ID" sz="1600" b="1" dirty="0">
                <a:solidFill>
                  <a:schemeClr val="bg1"/>
                </a:solidFill>
              </a:rPr>
              <a:t>Data Preskriptif</a:t>
            </a:r>
            <a:endParaRPr lang="en-ID" sz="1600" b="1" dirty="0">
              <a:solidFill>
                <a:schemeClr val="bg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0A7F1CA-9A71-DC11-8E98-A0B017896C1B}"/>
              </a:ext>
            </a:extLst>
          </p:cNvPr>
          <p:cNvSpPr txBox="1"/>
          <p:nvPr/>
        </p:nvSpPr>
        <p:spPr>
          <a:xfrm>
            <a:off x="3311787" y="5139511"/>
            <a:ext cx="269880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d-ID" sz="1600" b="1" dirty="0"/>
              <a:t>Membuat keputusan dan langkah ke depan yang dianggap tepat</a:t>
            </a:r>
            <a:endParaRPr lang="en-ID" sz="1600" b="1" dirty="0">
              <a:solidFill>
                <a:srgbClr val="42B549"/>
              </a:solidFill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80942742-7E4F-E2B1-1EEA-B7AC76870779}"/>
              </a:ext>
            </a:extLst>
          </p:cNvPr>
          <p:cNvSpPr/>
          <p:nvPr/>
        </p:nvSpPr>
        <p:spPr>
          <a:xfrm>
            <a:off x="3413389" y="4970547"/>
            <a:ext cx="2836003" cy="997532"/>
          </a:xfrm>
          <a:prstGeom prst="roundRect">
            <a:avLst>
              <a:gd name="adj" fmla="val 10958"/>
            </a:avLst>
          </a:prstGeom>
          <a:noFill/>
          <a:ln w="9525">
            <a:solidFill>
              <a:srgbClr val="42B549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125980D3-020B-9EE7-FEAB-EC529FF951D8}"/>
              </a:ext>
            </a:extLst>
          </p:cNvPr>
          <p:cNvSpPr/>
          <p:nvPr/>
        </p:nvSpPr>
        <p:spPr>
          <a:xfrm>
            <a:off x="550383" y="3469535"/>
            <a:ext cx="216000" cy="216000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A6A4079-E03B-8D5C-3E0B-B2B1FE9E0341}"/>
              </a:ext>
            </a:extLst>
          </p:cNvPr>
          <p:cNvSpPr txBox="1"/>
          <p:nvPr/>
        </p:nvSpPr>
        <p:spPr>
          <a:xfrm>
            <a:off x="587772" y="3445856"/>
            <a:ext cx="45719" cy="261610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id-ID" sz="11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</a:t>
            </a:r>
            <a:endParaRPr lang="en-ID" sz="11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31A68FBA-4419-5F98-07FE-89FC7F7C063F}"/>
              </a:ext>
            </a:extLst>
          </p:cNvPr>
          <p:cNvSpPr/>
          <p:nvPr/>
        </p:nvSpPr>
        <p:spPr>
          <a:xfrm>
            <a:off x="3441541" y="3492627"/>
            <a:ext cx="216000" cy="216000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292C0B9-4F7E-E379-40D2-534EF6582067}"/>
              </a:ext>
            </a:extLst>
          </p:cNvPr>
          <p:cNvSpPr txBox="1"/>
          <p:nvPr/>
        </p:nvSpPr>
        <p:spPr>
          <a:xfrm>
            <a:off x="3478486" y="3468948"/>
            <a:ext cx="45719" cy="261610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id-ID" sz="11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endParaRPr lang="en-ID" sz="11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366D5988-5C1D-F0AC-4907-4AB830085324}"/>
              </a:ext>
            </a:extLst>
          </p:cNvPr>
          <p:cNvSpPr/>
          <p:nvPr/>
        </p:nvSpPr>
        <p:spPr>
          <a:xfrm>
            <a:off x="713966" y="4797619"/>
            <a:ext cx="216000" cy="216000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D555FDF-1F97-D5EA-45FB-156D371D27CD}"/>
              </a:ext>
            </a:extLst>
          </p:cNvPr>
          <p:cNvSpPr txBox="1"/>
          <p:nvPr/>
        </p:nvSpPr>
        <p:spPr>
          <a:xfrm>
            <a:off x="760147" y="4773940"/>
            <a:ext cx="45719" cy="261610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id-ID" sz="11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</a:t>
            </a:r>
            <a:endParaRPr lang="en-ID" sz="11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742045BB-A596-D41B-1EE6-DD4106F04798}"/>
              </a:ext>
            </a:extLst>
          </p:cNvPr>
          <p:cNvSpPr/>
          <p:nvPr/>
        </p:nvSpPr>
        <p:spPr>
          <a:xfrm>
            <a:off x="3441546" y="4820708"/>
            <a:ext cx="216000" cy="216000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8B32E48-2701-B092-9C7C-13C7F8CE3C4F}"/>
              </a:ext>
            </a:extLst>
          </p:cNvPr>
          <p:cNvSpPr txBox="1"/>
          <p:nvPr/>
        </p:nvSpPr>
        <p:spPr>
          <a:xfrm>
            <a:off x="3487727" y="4797029"/>
            <a:ext cx="45719" cy="261610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id-ID" sz="11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</a:t>
            </a:r>
            <a:endParaRPr lang="en-ID" sz="11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92C76CE-1514-2B79-1B04-D88D0E9D66E7}"/>
              </a:ext>
            </a:extLst>
          </p:cNvPr>
          <p:cNvSpPr txBox="1"/>
          <p:nvPr/>
        </p:nvSpPr>
        <p:spPr>
          <a:xfrm>
            <a:off x="6442362" y="1536880"/>
            <a:ext cx="550152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2400" b="1" dirty="0">
                <a:solidFill>
                  <a:schemeClr val="accent1">
                    <a:lumMod val="75000"/>
                  </a:schemeClr>
                </a:solidFill>
              </a:rPr>
              <a:t>“</a:t>
            </a:r>
            <a:r>
              <a:rPr lang="en-ID" b="1" i="0" dirty="0" err="1">
                <a:solidFill>
                  <a:schemeClr val="accent1">
                    <a:lumMod val="75000"/>
                  </a:schemeClr>
                </a:solidFill>
                <a:effectLst/>
              </a:rPr>
              <a:t>bagian</a:t>
            </a:r>
            <a:r>
              <a:rPr lang="en-ID" b="1" i="0" dirty="0">
                <a:solidFill>
                  <a:schemeClr val="accent1">
                    <a:lumMod val="75000"/>
                  </a:schemeClr>
                </a:solidFill>
                <a:effectLst/>
              </a:rPr>
              <a:t> </a:t>
            </a:r>
            <a:r>
              <a:rPr lang="en-ID" b="1" i="0" dirty="0" err="1">
                <a:solidFill>
                  <a:schemeClr val="accent1">
                    <a:lumMod val="75000"/>
                  </a:schemeClr>
                </a:solidFill>
                <a:effectLst/>
              </a:rPr>
              <a:t>dari</a:t>
            </a:r>
            <a:r>
              <a:rPr lang="en-ID" b="1" i="0" dirty="0">
                <a:solidFill>
                  <a:schemeClr val="accent1">
                    <a:lumMod val="75000"/>
                  </a:schemeClr>
                </a:solidFill>
                <a:effectLst/>
              </a:rPr>
              <a:t> data </a:t>
            </a:r>
            <a:r>
              <a:rPr lang="en-ID" b="1" i="0" dirty="0" err="1">
                <a:solidFill>
                  <a:schemeClr val="accent1">
                    <a:lumMod val="75000"/>
                  </a:schemeClr>
                </a:solidFill>
                <a:effectLst/>
              </a:rPr>
              <a:t>analitik</a:t>
            </a:r>
            <a:r>
              <a:rPr lang="en-ID" b="1" i="0" dirty="0">
                <a:solidFill>
                  <a:schemeClr val="accent1">
                    <a:lumMod val="75000"/>
                  </a:schemeClr>
                </a:solidFill>
                <a:effectLst/>
              </a:rPr>
              <a:t> yang </a:t>
            </a:r>
            <a:r>
              <a:rPr lang="en-ID" b="1" i="0" dirty="0" err="1">
                <a:solidFill>
                  <a:schemeClr val="accent1">
                    <a:lumMod val="75000"/>
                  </a:schemeClr>
                </a:solidFill>
                <a:effectLst/>
              </a:rPr>
              <a:t>membantu</a:t>
            </a:r>
            <a:r>
              <a:rPr lang="en-ID" b="1" i="0" dirty="0">
                <a:solidFill>
                  <a:schemeClr val="accent1">
                    <a:lumMod val="75000"/>
                  </a:schemeClr>
                </a:solidFill>
                <a:effectLst/>
              </a:rPr>
              <a:t> </a:t>
            </a:r>
            <a:r>
              <a:rPr lang="en-ID" b="1" i="0" dirty="0" err="1">
                <a:solidFill>
                  <a:schemeClr val="accent1">
                    <a:lumMod val="75000"/>
                  </a:schemeClr>
                </a:solidFill>
                <a:effectLst/>
              </a:rPr>
              <a:t>memahami</a:t>
            </a:r>
            <a:r>
              <a:rPr lang="en-ID" b="1" i="0" dirty="0">
                <a:solidFill>
                  <a:schemeClr val="accent1">
                    <a:lumMod val="75000"/>
                  </a:schemeClr>
                </a:solidFill>
                <a:effectLst/>
              </a:rPr>
              <a:t> data dan </a:t>
            </a:r>
            <a:r>
              <a:rPr lang="en-ID" b="1" i="0" dirty="0" err="1">
                <a:solidFill>
                  <a:schemeClr val="accent1">
                    <a:lumMod val="75000"/>
                  </a:schemeClr>
                </a:solidFill>
                <a:effectLst/>
              </a:rPr>
              <a:t>memberikan</a:t>
            </a:r>
            <a:r>
              <a:rPr lang="en-ID" b="1" i="0" dirty="0">
                <a:solidFill>
                  <a:schemeClr val="accent1">
                    <a:lumMod val="75000"/>
                  </a:schemeClr>
                </a:solidFill>
                <a:effectLst/>
              </a:rPr>
              <a:t> </a:t>
            </a:r>
            <a:r>
              <a:rPr lang="en-ID" b="1" i="1" dirty="0">
                <a:solidFill>
                  <a:schemeClr val="accent1">
                    <a:lumMod val="75000"/>
                  </a:schemeClr>
                </a:solidFill>
                <a:effectLst/>
              </a:rPr>
              <a:t>insight</a:t>
            </a:r>
            <a:r>
              <a:rPr lang="en-ID" b="1" i="0" dirty="0">
                <a:solidFill>
                  <a:schemeClr val="accent1">
                    <a:lumMod val="75000"/>
                  </a:schemeClr>
                </a:solidFill>
                <a:effectLst/>
              </a:rPr>
              <a:t> </a:t>
            </a:r>
            <a:r>
              <a:rPr lang="en-ID" b="1" i="0" dirty="0" err="1">
                <a:solidFill>
                  <a:schemeClr val="accent1">
                    <a:lumMod val="75000"/>
                  </a:schemeClr>
                </a:solidFill>
                <a:effectLst/>
              </a:rPr>
              <a:t>dari</a:t>
            </a:r>
            <a:r>
              <a:rPr lang="en-ID" b="1" i="0" dirty="0">
                <a:solidFill>
                  <a:schemeClr val="accent1">
                    <a:lumMod val="75000"/>
                  </a:schemeClr>
                </a:solidFill>
                <a:effectLst/>
              </a:rPr>
              <a:t> masa </a:t>
            </a:r>
            <a:r>
              <a:rPr lang="en-ID" b="1" i="0" dirty="0" err="1">
                <a:solidFill>
                  <a:schemeClr val="accent1">
                    <a:lumMod val="75000"/>
                  </a:schemeClr>
                </a:solidFill>
                <a:effectLst/>
              </a:rPr>
              <a:t>lalu</a:t>
            </a:r>
            <a:r>
              <a:rPr lang="en-ID" b="1" i="0" dirty="0">
                <a:solidFill>
                  <a:schemeClr val="accent1">
                    <a:lumMod val="75000"/>
                  </a:schemeClr>
                </a:solidFill>
                <a:effectLst/>
              </a:rPr>
              <a:t> </a:t>
            </a:r>
            <a:r>
              <a:rPr lang="en-ID" b="1" i="0" dirty="0" err="1">
                <a:solidFill>
                  <a:schemeClr val="accent1">
                    <a:lumMod val="75000"/>
                  </a:schemeClr>
                </a:solidFill>
                <a:effectLst/>
              </a:rPr>
              <a:t>untuk</a:t>
            </a:r>
            <a:r>
              <a:rPr lang="en-ID" b="1" i="0" dirty="0">
                <a:solidFill>
                  <a:schemeClr val="accent1">
                    <a:lumMod val="75000"/>
                  </a:schemeClr>
                </a:solidFill>
                <a:effectLst/>
              </a:rPr>
              <a:t> </a:t>
            </a:r>
            <a:r>
              <a:rPr lang="en-ID" b="1" i="0" dirty="0" err="1">
                <a:solidFill>
                  <a:schemeClr val="accent1">
                    <a:lumMod val="75000"/>
                  </a:schemeClr>
                </a:solidFill>
                <a:effectLst/>
              </a:rPr>
              <a:t>memahami</a:t>
            </a:r>
            <a:r>
              <a:rPr lang="en-ID" b="1" i="0" dirty="0">
                <a:solidFill>
                  <a:schemeClr val="accent1">
                    <a:lumMod val="75000"/>
                  </a:schemeClr>
                </a:solidFill>
                <a:effectLst/>
              </a:rPr>
              <a:t> </a:t>
            </a:r>
            <a:r>
              <a:rPr lang="en-ID" b="1" i="0" dirty="0" err="1">
                <a:solidFill>
                  <a:schemeClr val="accent1">
                    <a:lumMod val="75000"/>
                  </a:schemeClr>
                </a:solidFill>
                <a:effectLst/>
              </a:rPr>
              <a:t>apa</a:t>
            </a:r>
            <a:r>
              <a:rPr lang="en-ID" b="1" i="0" dirty="0">
                <a:solidFill>
                  <a:schemeClr val="accent1">
                    <a:lumMod val="75000"/>
                  </a:schemeClr>
                </a:solidFill>
                <a:effectLst/>
              </a:rPr>
              <a:t> yang </a:t>
            </a:r>
            <a:r>
              <a:rPr lang="en-ID" b="1" i="0" dirty="0" err="1">
                <a:solidFill>
                  <a:schemeClr val="accent1">
                    <a:lumMod val="75000"/>
                  </a:schemeClr>
                </a:solidFill>
                <a:effectLst/>
              </a:rPr>
              <a:t>terjadi</a:t>
            </a:r>
            <a:r>
              <a:rPr lang="en-ID" b="1" i="0" dirty="0">
                <a:solidFill>
                  <a:schemeClr val="accent1">
                    <a:lumMod val="75000"/>
                  </a:schemeClr>
                </a:solidFill>
                <a:effectLst/>
              </a:rPr>
              <a:t> </a:t>
            </a:r>
            <a:r>
              <a:rPr lang="en-ID" b="1" i="0" dirty="0" err="1">
                <a:solidFill>
                  <a:schemeClr val="accent1">
                    <a:lumMod val="75000"/>
                  </a:schemeClr>
                </a:solidFill>
                <a:effectLst/>
              </a:rPr>
              <a:t>selama</a:t>
            </a:r>
            <a:r>
              <a:rPr lang="en-ID" b="1" i="0" dirty="0">
                <a:solidFill>
                  <a:schemeClr val="accent1">
                    <a:lumMod val="75000"/>
                  </a:schemeClr>
                </a:solidFill>
                <a:effectLst/>
              </a:rPr>
              <a:t> </a:t>
            </a:r>
            <a:r>
              <a:rPr lang="en-ID" b="1" i="0" dirty="0" err="1">
                <a:solidFill>
                  <a:schemeClr val="accent1">
                    <a:lumMod val="75000"/>
                  </a:schemeClr>
                </a:solidFill>
                <a:effectLst/>
              </a:rPr>
              <a:t>ini</a:t>
            </a:r>
            <a:r>
              <a:rPr lang="id-ID" b="1" dirty="0">
                <a:solidFill>
                  <a:schemeClr val="accent1">
                    <a:lumMod val="75000"/>
                  </a:schemeClr>
                </a:solidFill>
              </a:rPr>
              <a:t> “ </a:t>
            </a:r>
            <a:endParaRPr lang="en-ID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B87E1D4-5D22-8139-5471-D7804DCA8D08}"/>
              </a:ext>
            </a:extLst>
          </p:cNvPr>
          <p:cNvSpPr txBox="1"/>
          <p:nvPr/>
        </p:nvSpPr>
        <p:spPr>
          <a:xfrm>
            <a:off x="6481689" y="2776349"/>
            <a:ext cx="44534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28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Fira Sans Black" panose="020B0A03050000020004" pitchFamily="34" charset="0"/>
              </a:rPr>
              <a:t>Type Data Analisis</a:t>
            </a:r>
            <a:endParaRPr lang="en-ID" sz="2800" b="1" dirty="0">
              <a:solidFill>
                <a:schemeClr val="accent1">
                  <a:lumMod val="60000"/>
                  <a:lumOff val="40000"/>
                </a:schemeClr>
              </a:solidFill>
              <a:latin typeface="Fira Sans Black" panose="020B0A03050000020004" pitchFamily="34" charset="0"/>
            </a:endParaRP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59A80001-3760-C802-EAA6-0C39BAF1076B}"/>
              </a:ext>
            </a:extLst>
          </p:cNvPr>
          <p:cNvSpPr/>
          <p:nvPr/>
        </p:nvSpPr>
        <p:spPr>
          <a:xfrm>
            <a:off x="6809913" y="3343690"/>
            <a:ext cx="2546063" cy="337661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d-ID" sz="1600" b="1" dirty="0">
                <a:solidFill>
                  <a:schemeClr val="bg1"/>
                </a:solidFill>
              </a:rPr>
              <a:t>Analisis Teks</a:t>
            </a:r>
            <a:r>
              <a:rPr lang="en-US" sz="1600" b="1" dirty="0">
                <a:solidFill>
                  <a:schemeClr val="bg1"/>
                </a:solidFill>
              </a:rPr>
              <a:t>/</a:t>
            </a:r>
            <a:r>
              <a:rPr lang="id-ID" sz="1600" b="1" dirty="0">
                <a:solidFill>
                  <a:schemeClr val="bg1"/>
                </a:solidFill>
              </a:rPr>
              <a:t>Data</a:t>
            </a:r>
            <a:endParaRPr lang="en-ID" sz="1600" b="1" dirty="0">
              <a:solidFill>
                <a:schemeClr val="bg1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D4A0DD4-F891-9A84-07AD-65170EBDD2BD}"/>
              </a:ext>
            </a:extLst>
          </p:cNvPr>
          <p:cNvSpPr txBox="1"/>
          <p:nvPr/>
        </p:nvSpPr>
        <p:spPr>
          <a:xfrm>
            <a:off x="6662564" y="3721263"/>
            <a:ext cx="316911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1600" b="1" dirty="0"/>
              <a:t>Menemukan pola dalam </a:t>
            </a:r>
            <a:endParaRPr lang="en-US" sz="1600" b="1" dirty="0"/>
          </a:p>
          <a:p>
            <a:r>
              <a:rPr lang="id-ID" sz="1600" b="1" dirty="0"/>
              <a:t>kumpulan data</a:t>
            </a:r>
            <a:endParaRPr lang="en-ID" sz="1600" b="1" dirty="0">
              <a:solidFill>
                <a:srgbClr val="42B549"/>
              </a:solidFill>
            </a:endParaRP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A8C8DBFE-6838-0145-CE91-D8705D7E08BA}"/>
              </a:ext>
            </a:extLst>
          </p:cNvPr>
          <p:cNvSpPr/>
          <p:nvPr/>
        </p:nvSpPr>
        <p:spPr>
          <a:xfrm>
            <a:off x="6685759" y="3576966"/>
            <a:ext cx="2739991" cy="863303"/>
          </a:xfrm>
          <a:prstGeom prst="roundRect">
            <a:avLst>
              <a:gd name="adj" fmla="val 10958"/>
            </a:avLst>
          </a:prstGeom>
          <a:noFill/>
          <a:ln w="9525">
            <a:solidFill>
              <a:srgbClr val="42B549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7752DE4F-D42A-BA5C-A2B0-503C33A2C0B8}"/>
              </a:ext>
            </a:extLst>
          </p:cNvPr>
          <p:cNvSpPr/>
          <p:nvPr/>
        </p:nvSpPr>
        <p:spPr>
          <a:xfrm>
            <a:off x="9717156" y="3349808"/>
            <a:ext cx="2238858" cy="337661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d-ID" sz="1600" b="1" dirty="0">
                <a:solidFill>
                  <a:schemeClr val="bg1"/>
                </a:solidFill>
              </a:rPr>
              <a:t>Analisis Statistik</a:t>
            </a:r>
            <a:endParaRPr lang="en-ID" sz="1600" b="1" dirty="0">
              <a:solidFill>
                <a:schemeClr val="bg1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973C38A-F216-92B8-29F4-C8E1B390A867}"/>
              </a:ext>
            </a:extLst>
          </p:cNvPr>
          <p:cNvSpPr txBox="1"/>
          <p:nvPr/>
        </p:nvSpPr>
        <p:spPr>
          <a:xfrm>
            <a:off x="9527349" y="3658250"/>
            <a:ext cx="259224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1600" b="1" i="0" dirty="0" err="1">
                <a:effectLst/>
              </a:rPr>
              <a:t>pengumpulan</a:t>
            </a:r>
            <a:r>
              <a:rPr lang="en-ID" sz="1600" b="1" i="0" dirty="0">
                <a:effectLst/>
              </a:rPr>
              <a:t>, </a:t>
            </a:r>
            <a:r>
              <a:rPr lang="en-ID" sz="1600" b="1" i="0" dirty="0" err="1">
                <a:effectLst/>
              </a:rPr>
              <a:t>analisis</a:t>
            </a:r>
            <a:r>
              <a:rPr lang="en-ID" sz="1600" b="1" i="0" dirty="0">
                <a:effectLst/>
              </a:rPr>
              <a:t>, </a:t>
            </a:r>
            <a:r>
              <a:rPr lang="en-ID" sz="1600" b="1" i="0" dirty="0" err="1">
                <a:effectLst/>
              </a:rPr>
              <a:t>pemodelan</a:t>
            </a:r>
            <a:r>
              <a:rPr lang="en-ID" sz="1600" b="1" i="0" dirty="0">
                <a:effectLst/>
              </a:rPr>
              <a:t>, </a:t>
            </a:r>
            <a:r>
              <a:rPr lang="en-ID" sz="1600" b="1" i="0" dirty="0" err="1">
                <a:effectLst/>
              </a:rPr>
              <a:t>interpretasi</a:t>
            </a:r>
            <a:r>
              <a:rPr lang="en-ID" sz="1600" b="1" i="0" dirty="0">
                <a:effectLst/>
              </a:rPr>
              <a:t> &amp; </a:t>
            </a:r>
            <a:r>
              <a:rPr lang="en-ID" sz="1600" b="1" i="0" dirty="0" err="1">
                <a:effectLst/>
              </a:rPr>
              <a:t>penyajian</a:t>
            </a:r>
            <a:r>
              <a:rPr lang="en-ID" sz="1600" b="1" i="0" dirty="0">
                <a:effectLst/>
              </a:rPr>
              <a:t> data</a:t>
            </a:r>
            <a:endParaRPr lang="en-ID" sz="1600" b="1" dirty="0"/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FC67129C-E520-FFD4-84B5-CC8AC766E037}"/>
              </a:ext>
            </a:extLst>
          </p:cNvPr>
          <p:cNvSpPr/>
          <p:nvPr/>
        </p:nvSpPr>
        <p:spPr>
          <a:xfrm>
            <a:off x="9471932" y="3577178"/>
            <a:ext cx="2546064" cy="863212"/>
          </a:xfrm>
          <a:prstGeom prst="roundRect">
            <a:avLst>
              <a:gd name="adj" fmla="val 10958"/>
            </a:avLst>
          </a:prstGeom>
          <a:noFill/>
          <a:ln w="9525">
            <a:solidFill>
              <a:srgbClr val="42B549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D4ACEF8B-F74D-FD43-BA0D-BE9E317F445C}"/>
              </a:ext>
            </a:extLst>
          </p:cNvPr>
          <p:cNvSpPr/>
          <p:nvPr/>
        </p:nvSpPr>
        <p:spPr>
          <a:xfrm>
            <a:off x="6744237" y="3399631"/>
            <a:ext cx="216000" cy="216000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097F1FC-A68C-7C96-A895-228340F108D4}"/>
              </a:ext>
            </a:extLst>
          </p:cNvPr>
          <p:cNvSpPr txBox="1"/>
          <p:nvPr/>
        </p:nvSpPr>
        <p:spPr>
          <a:xfrm>
            <a:off x="6797044" y="3375952"/>
            <a:ext cx="45719" cy="261610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id-ID" sz="11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</a:t>
            </a:r>
            <a:endParaRPr lang="en-ID" sz="11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1DB8E585-08CB-5D53-D521-020438CF9BFB}"/>
              </a:ext>
            </a:extLst>
          </p:cNvPr>
          <p:cNvSpPr/>
          <p:nvPr/>
        </p:nvSpPr>
        <p:spPr>
          <a:xfrm>
            <a:off x="9596586" y="3422723"/>
            <a:ext cx="216000" cy="216000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6ACE745-611C-B853-AE67-F3B5DCCDCB66}"/>
              </a:ext>
            </a:extLst>
          </p:cNvPr>
          <p:cNvSpPr txBox="1"/>
          <p:nvPr/>
        </p:nvSpPr>
        <p:spPr>
          <a:xfrm>
            <a:off x="9633531" y="3399044"/>
            <a:ext cx="45719" cy="261610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id-ID" sz="11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endParaRPr lang="en-ID" sz="11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392F06F8-1991-2C9D-2CE0-CB45BD9CFE3F}"/>
              </a:ext>
            </a:extLst>
          </p:cNvPr>
          <p:cNvSpPr/>
          <p:nvPr/>
        </p:nvSpPr>
        <p:spPr>
          <a:xfrm>
            <a:off x="7149446" y="4452294"/>
            <a:ext cx="2238858" cy="337661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id-ID" sz="1600" b="1" dirty="0">
                <a:solidFill>
                  <a:schemeClr val="bg1"/>
                </a:solidFill>
              </a:rPr>
              <a:t>Analisis Eksplorasi</a:t>
            </a:r>
            <a:endParaRPr lang="en-ID" sz="1600" b="1" dirty="0">
              <a:solidFill>
                <a:schemeClr val="bg1"/>
              </a:solidFill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12AA376-90EA-DBCB-2DC9-A8BBC7A1F001}"/>
              </a:ext>
            </a:extLst>
          </p:cNvPr>
          <p:cNvSpPr txBox="1"/>
          <p:nvPr/>
        </p:nvSpPr>
        <p:spPr>
          <a:xfrm>
            <a:off x="6694891" y="4918355"/>
            <a:ext cx="277704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1600" b="1" i="0" dirty="0" err="1">
                <a:effectLst/>
              </a:rPr>
              <a:t>menyelidiki</a:t>
            </a:r>
            <a:r>
              <a:rPr lang="en-ID" sz="1600" b="1" i="0" dirty="0">
                <a:effectLst/>
              </a:rPr>
              <a:t> </a:t>
            </a:r>
            <a:r>
              <a:rPr lang="en-ID" sz="1600" b="1" i="0" dirty="0" err="1">
                <a:effectLst/>
              </a:rPr>
              <a:t>hubungan</a:t>
            </a:r>
            <a:r>
              <a:rPr lang="en-ID" sz="1600" b="1" i="0" dirty="0">
                <a:effectLst/>
              </a:rPr>
              <a:t> </a:t>
            </a:r>
            <a:r>
              <a:rPr lang="en-ID" sz="1600" b="1" i="0" dirty="0" err="1">
                <a:effectLst/>
              </a:rPr>
              <a:t>antara</a:t>
            </a:r>
            <a:r>
              <a:rPr lang="en-ID" sz="1600" b="1" i="0" dirty="0">
                <a:effectLst/>
              </a:rPr>
              <a:t> data </a:t>
            </a:r>
            <a:r>
              <a:rPr lang="id-ID" sz="1600" b="1" i="0" dirty="0">
                <a:effectLst/>
              </a:rPr>
              <a:t>&amp;</a:t>
            </a:r>
            <a:r>
              <a:rPr lang="en-ID" sz="1600" b="1" i="0" dirty="0">
                <a:effectLst/>
              </a:rPr>
              <a:t> </a:t>
            </a:r>
            <a:r>
              <a:rPr lang="en-ID" sz="1600" b="1" i="0" dirty="0" err="1">
                <a:effectLst/>
              </a:rPr>
              <a:t>variabel</a:t>
            </a:r>
            <a:r>
              <a:rPr lang="en-ID" sz="1600" b="1" i="0" dirty="0">
                <a:effectLst/>
              </a:rPr>
              <a:t> </a:t>
            </a:r>
            <a:r>
              <a:rPr lang="id-ID" sz="1600" b="1" i="0" dirty="0">
                <a:effectLst/>
              </a:rPr>
              <a:t>utk t</a:t>
            </a:r>
            <a:r>
              <a:rPr lang="en-ID" sz="1600" b="1" i="0" dirty="0" err="1">
                <a:effectLst/>
              </a:rPr>
              <a:t>emukan</a:t>
            </a:r>
            <a:r>
              <a:rPr lang="en-ID" sz="1600" b="1" i="0" dirty="0">
                <a:effectLst/>
              </a:rPr>
              <a:t> </a:t>
            </a:r>
            <a:r>
              <a:rPr lang="en-ID" sz="1600" b="1" i="0" dirty="0" err="1">
                <a:effectLst/>
              </a:rPr>
              <a:t>koneksi</a:t>
            </a:r>
            <a:r>
              <a:rPr lang="en-ID" sz="1600" b="1" i="0" dirty="0">
                <a:effectLst/>
              </a:rPr>
              <a:t>, </a:t>
            </a:r>
            <a:r>
              <a:rPr lang="en-ID" sz="1600" b="1" i="0" dirty="0" err="1">
                <a:effectLst/>
              </a:rPr>
              <a:t>menghasilkan</a:t>
            </a:r>
            <a:r>
              <a:rPr lang="en-ID" sz="1600" b="1" i="0" dirty="0">
                <a:effectLst/>
              </a:rPr>
              <a:t> </a:t>
            </a:r>
            <a:r>
              <a:rPr lang="en-ID" sz="1600" b="1" i="0" dirty="0" err="1">
                <a:effectLst/>
              </a:rPr>
              <a:t>hipotesis</a:t>
            </a:r>
            <a:r>
              <a:rPr lang="en-ID" sz="1600" b="1" i="0" dirty="0">
                <a:effectLst/>
              </a:rPr>
              <a:t>, dan </a:t>
            </a:r>
            <a:r>
              <a:rPr lang="en-ID" sz="1600" b="1" i="0" dirty="0" err="1">
                <a:effectLst/>
              </a:rPr>
              <a:t>solusi</a:t>
            </a:r>
            <a:endParaRPr lang="en-ID" sz="1600" b="1" dirty="0"/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2D374BC8-03AD-9B71-40C7-BE9ABC88E702}"/>
              </a:ext>
            </a:extLst>
          </p:cNvPr>
          <p:cNvSpPr/>
          <p:nvPr/>
        </p:nvSpPr>
        <p:spPr>
          <a:xfrm>
            <a:off x="6718086" y="4685570"/>
            <a:ext cx="2739991" cy="1310003"/>
          </a:xfrm>
          <a:prstGeom prst="roundRect">
            <a:avLst>
              <a:gd name="adj" fmla="val 10958"/>
            </a:avLst>
          </a:prstGeom>
          <a:noFill/>
          <a:ln w="9525">
            <a:solidFill>
              <a:srgbClr val="42B549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70BDB7DE-6D11-7E09-AE6F-56C9B7BE0135}"/>
              </a:ext>
            </a:extLst>
          </p:cNvPr>
          <p:cNvSpPr/>
          <p:nvPr/>
        </p:nvSpPr>
        <p:spPr>
          <a:xfrm>
            <a:off x="9749483" y="4458412"/>
            <a:ext cx="2238858" cy="337661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d-ID" sz="1600" b="1" dirty="0">
                <a:solidFill>
                  <a:schemeClr val="bg1"/>
                </a:solidFill>
              </a:rPr>
              <a:t>Analisis Dianostig</a:t>
            </a:r>
            <a:endParaRPr lang="en-ID" sz="1600" b="1" dirty="0">
              <a:solidFill>
                <a:schemeClr val="bg1"/>
              </a:solidFill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6B1A2A7-13D6-8738-7C49-2FC7A3272946}"/>
              </a:ext>
            </a:extLst>
          </p:cNvPr>
          <p:cNvSpPr txBox="1"/>
          <p:nvPr/>
        </p:nvSpPr>
        <p:spPr>
          <a:xfrm>
            <a:off x="9559676" y="4875006"/>
            <a:ext cx="255991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1600" b="1" i="0" dirty="0" err="1">
                <a:effectLst/>
                <a:ea typeface="Lato" panose="020F0502020204030203" pitchFamily="34" charset="0"/>
                <a:cs typeface="Lato" panose="020F0502020204030203" pitchFamily="34" charset="0"/>
              </a:rPr>
              <a:t>mencari</a:t>
            </a:r>
            <a:r>
              <a:rPr lang="en-ID" sz="1600" b="1" i="0" dirty="0">
                <a:effectLst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ID" sz="1600" b="1" i="0" dirty="0" err="1">
                <a:effectLst/>
                <a:ea typeface="Lato" panose="020F0502020204030203" pitchFamily="34" charset="0"/>
                <a:cs typeface="Lato" panose="020F0502020204030203" pitchFamily="34" charset="0"/>
              </a:rPr>
              <a:t>penyebab</a:t>
            </a:r>
            <a:r>
              <a:rPr lang="en-ID" sz="1600" b="1" i="0" dirty="0">
                <a:effectLst/>
                <a:ea typeface="Lato" panose="020F0502020204030203" pitchFamily="34" charset="0"/>
                <a:cs typeface="Lato" panose="020F0502020204030203" pitchFamily="34" charset="0"/>
              </a:rPr>
              <a:t> d</a:t>
            </a:r>
            <a:r>
              <a:rPr lang="id-ID" sz="1600" b="1" i="0" dirty="0">
                <a:effectLst/>
                <a:ea typeface="Lato" panose="020F0502020204030203" pitchFamily="34" charset="0"/>
                <a:cs typeface="Lato" panose="020F0502020204030203" pitchFamily="34" charset="0"/>
              </a:rPr>
              <a:t>a</a:t>
            </a:r>
            <a:r>
              <a:rPr lang="en-ID" sz="1600" b="1" i="0" dirty="0">
                <a:effectLst/>
                <a:ea typeface="Lato" panose="020F0502020204030203" pitchFamily="34" charset="0"/>
                <a:cs typeface="Lato" panose="020F0502020204030203" pitchFamily="34" charset="0"/>
              </a:rPr>
              <a:t>r</a:t>
            </a:r>
            <a:r>
              <a:rPr lang="id-ID" sz="1600" b="1" i="0" dirty="0">
                <a:effectLst/>
                <a:ea typeface="Lato" panose="020F0502020204030203" pitchFamily="34" charset="0"/>
                <a:cs typeface="Lato" panose="020F0502020204030203" pitchFamily="34" charset="0"/>
              </a:rPr>
              <a:t>i </a:t>
            </a:r>
            <a:r>
              <a:rPr lang="en-ID" sz="1600" b="1" i="1" dirty="0">
                <a:effectLst/>
                <a:ea typeface="Lato" panose="020F0502020204030203" pitchFamily="34" charset="0"/>
                <a:cs typeface="Lato" panose="020F0502020204030203" pitchFamily="34" charset="0"/>
              </a:rPr>
              <a:t>insight </a:t>
            </a:r>
            <a:r>
              <a:rPr lang="en-ID" sz="1600" b="1" i="0" dirty="0">
                <a:effectLst/>
                <a:ea typeface="Lato" panose="020F0502020204030203" pitchFamily="34" charset="0"/>
                <a:cs typeface="Lato" panose="020F0502020204030203" pitchFamily="34" charset="0"/>
              </a:rPr>
              <a:t>y</a:t>
            </a:r>
            <a:r>
              <a:rPr lang="id-ID" sz="1600" b="1" i="0" dirty="0">
                <a:effectLst/>
                <a:ea typeface="Lato" panose="020F0502020204030203" pitchFamily="34" charset="0"/>
                <a:cs typeface="Lato" panose="020F0502020204030203" pitchFamily="34" charset="0"/>
              </a:rPr>
              <a:t>g </a:t>
            </a:r>
            <a:r>
              <a:rPr lang="en-ID" sz="1600" b="1" i="0" dirty="0" err="1">
                <a:effectLst/>
                <a:ea typeface="Lato" panose="020F0502020204030203" pitchFamily="34" charset="0"/>
                <a:cs typeface="Lato" panose="020F0502020204030203" pitchFamily="34" charset="0"/>
              </a:rPr>
              <a:t>ditemu`kan</a:t>
            </a:r>
            <a:r>
              <a:rPr lang="en-ID" sz="1600" b="1" i="0" dirty="0">
                <a:effectLst/>
                <a:ea typeface="Lato" panose="020F0502020204030203" pitchFamily="34" charset="0"/>
                <a:cs typeface="Lato" panose="020F0502020204030203" pitchFamily="34" charset="0"/>
              </a:rPr>
              <a:t>. </a:t>
            </a:r>
            <a:r>
              <a:rPr lang="en-ID" sz="1600" b="1" i="0" dirty="0" err="1">
                <a:effectLst/>
                <a:ea typeface="Lato" panose="020F0502020204030203" pitchFamily="34" charset="0"/>
                <a:cs typeface="Lato" panose="020F0502020204030203" pitchFamily="34" charset="0"/>
              </a:rPr>
              <a:t>cocok</a:t>
            </a:r>
            <a:r>
              <a:rPr lang="en-ID" sz="1600" b="1" i="0" dirty="0">
                <a:effectLst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ID" sz="1600" b="1" i="0" dirty="0" err="1">
                <a:effectLst/>
                <a:ea typeface="Lato" panose="020F0502020204030203" pitchFamily="34" charset="0"/>
                <a:cs typeface="Lato" panose="020F0502020204030203" pitchFamily="34" charset="0"/>
              </a:rPr>
              <a:t>utk</a:t>
            </a:r>
            <a:r>
              <a:rPr lang="en-ID" sz="1600" b="1" i="0" dirty="0">
                <a:effectLst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ID" sz="1600" b="1" i="0" dirty="0" err="1">
                <a:effectLst/>
                <a:ea typeface="Lato" panose="020F0502020204030203" pitchFamily="34" charset="0"/>
                <a:cs typeface="Lato" panose="020F0502020204030203" pitchFamily="34" charset="0"/>
              </a:rPr>
              <a:t>mengidentifikasi</a:t>
            </a:r>
            <a:r>
              <a:rPr lang="en-ID" sz="1600" b="1" i="0" dirty="0">
                <a:effectLst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ID" sz="1600" b="1" i="0" dirty="0" err="1">
                <a:effectLst/>
                <a:ea typeface="Lato" panose="020F0502020204030203" pitchFamily="34" charset="0"/>
                <a:cs typeface="Lato" panose="020F0502020204030203" pitchFamily="34" charset="0"/>
              </a:rPr>
              <a:t>pola</a:t>
            </a:r>
            <a:r>
              <a:rPr lang="en-ID" sz="1600" b="1" i="0" dirty="0">
                <a:effectLst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ID" sz="1600" b="1" i="0" dirty="0" err="1">
                <a:effectLst/>
                <a:ea typeface="Lato" panose="020F0502020204030203" pitchFamily="34" charset="0"/>
                <a:cs typeface="Lato" panose="020F0502020204030203" pitchFamily="34" charset="0"/>
              </a:rPr>
              <a:t>perilaku</a:t>
            </a:r>
            <a:r>
              <a:rPr lang="en-ID" sz="1600" b="1" i="0" dirty="0">
                <a:effectLst/>
                <a:ea typeface="Lato" panose="020F0502020204030203" pitchFamily="34" charset="0"/>
                <a:cs typeface="Lato" panose="020F0502020204030203" pitchFamily="34" charset="0"/>
              </a:rPr>
              <a:t> data`</a:t>
            </a:r>
            <a:endParaRPr lang="en-ID" sz="1600" b="1" dirty="0"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A8AE8668-EEB2-7AA3-C5EA-4B8CC3F2D5AF}"/>
              </a:ext>
            </a:extLst>
          </p:cNvPr>
          <p:cNvSpPr/>
          <p:nvPr/>
        </p:nvSpPr>
        <p:spPr>
          <a:xfrm>
            <a:off x="9504258" y="4685570"/>
            <a:ext cx="2546064" cy="1310004"/>
          </a:xfrm>
          <a:prstGeom prst="roundRect">
            <a:avLst>
              <a:gd name="adj" fmla="val 10958"/>
            </a:avLst>
          </a:prstGeom>
          <a:noFill/>
          <a:ln w="9525">
            <a:solidFill>
              <a:srgbClr val="42B549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438AF316-9DCB-304A-B32D-4D1921A694D8}"/>
              </a:ext>
            </a:extLst>
          </p:cNvPr>
          <p:cNvSpPr/>
          <p:nvPr/>
        </p:nvSpPr>
        <p:spPr>
          <a:xfrm>
            <a:off x="7084293" y="4508235"/>
            <a:ext cx="216000" cy="216000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8E4EA36-74D0-0FD7-E2E7-382CBADAC17E}"/>
              </a:ext>
            </a:extLst>
          </p:cNvPr>
          <p:cNvSpPr txBox="1"/>
          <p:nvPr/>
        </p:nvSpPr>
        <p:spPr>
          <a:xfrm>
            <a:off x="7130474" y="4484556"/>
            <a:ext cx="45719" cy="261610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id-ID" sz="11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</a:t>
            </a:r>
            <a:endParaRPr lang="en-ID" sz="11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0BC86913-6326-3476-B602-BB19E8F5A904}"/>
              </a:ext>
            </a:extLst>
          </p:cNvPr>
          <p:cNvSpPr/>
          <p:nvPr/>
        </p:nvSpPr>
        <p:spPr>
          <a:xfrm>
            <a:off x="9628913" y="4531327"/>
            <a:ext cx="216000" cy="216000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10DEDCA-DF04-12D1-001D-CF241907A03F}"/>
              </a:ext>
            </a:extLst>
          </p:cNvPr>
          <p:cNvSpPr txBox="1"/>
          <p:nvPr/>
        </p:nvSpPr>
        <p:spPr>
          <a:xfrm>
            <a:off x="9665858" y="4507648"/>
            <a:ext cx="45719" cy="261610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id-ID" sz="11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</a:t>
            </a:r>
            <a:endParaRPr lang="en-ID" sz="11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4D1DB7A-500F-7964-C3FD-1EB2DCFD329A}"/>
              </a:ext>
            </a:extLst>
          </p:cNvPr>
          <p:cNvSpPr txBox="1"/>
          <p:nvPr/>
        </p:nvSpPr>
        <p:spPr>
          <a:xfrm>
            <a:off x="246703" y="446518"/>
            <a:ext cx="684808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Fira Sans Black" panose="020B0A03050000020004" pitchFamily="34" charset="0"/>
              </a:rPr>
              <a:t>Pemanfaatan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Fira Sans Black" panose="020B0A03050000020004" pitchFamily="34" charset="0"/>
              </a:rPr>
              <a:t> data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Fira Sans Black" panose="020B0A03050000020004" pitchFamily="34" charset="0"/>
              </a:rPr>
              <a:t>Pribadi</a:t>
            </a:r>
            <a:endParaRPr lang="en-ID" sz="3200" b="1" dirty="0">
              <a:solidFill>
                <a:schemeClr val="accent1">
                  <a:lumMod val="75000"/>
                </a:schemeClr>
              </a:solidFill>
              <a:latin typeface="Fira Sans Black" panose="020B0A03050000020004" pitchFamily="34" charset="0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CD91F9B-D8A7-01B6-AFDF-8D9A0A78D542}"/>
              </a:ext>
            </a:extLst>
          </p:cNvPr>
          <p:cNvSpPr txBox="1"/>
          <p:nvPr/>
        </p:nvSpPr>
        <p:spPr>
          <a:xfrm>
            <a:off x="6453961" y="1141286"/>
            <a:ext cx="43794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28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Fira Sans Black" panose="020B0A03050000020004" pitchFamily="34" charset="0"/>
              </a:rPr>
              <a:t>Data Analisis</a:t>
            </a:r>
            <a:endParaRPr lang="en-ID" sz="2800" b="1" dirty="0">
              <a:solidFill>
                <a:schemeClr val="accent1">
                  <a:lumMod val="60000"/>
                  <a:lumOff val="40000"/>
                </a:schemeClr>
              </a:solidFill>
              <a:latin typeface="Fira Sans Black" panose="020B0A030500000200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79862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D9F0024-4D7A-DAD6-205A-0C7365670F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67A16F-81C1-AAA9-E88A-22B8B6FE06C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856920" y="6228636"/>
            <a:ext cx="2743200" cy="236803"/>
          </a:xfrm>
        </p:spPr>
        <p:txBody>
          <a:bodyPr/>
          <a:lstStyle/>
          <a:p>
            <a:fld id="{DBE5F007-28FD-B845-A833-24BC97E499D9}" type="slidenum">
              <a:rPr lang="uk-UA" altLang="en-US" smtClean="0"/>
              <a:pPr/>
              <a:t>9</a:t>
            </a:fld>
            <a:endParaRPr lang="uk-UA" altLang="en-US" dirty="0"/>
          </a:p>
        </p:txBody>
      </p:sp>
      <p:pic>
        <p:nvPicPr>
          <p:cNvPr id="51" name="Picture 50">
            <a:extLst>
              <a:ext uri="{FF2B5EF4-FFF2-40B4-BE49-F238E27FC236}">
                <a16:creationId xmlns:a16="http://schemas.microsoft.com/office/drawing/2014/main" id="{CF010BBE-51C5-0DF0-30DF-6FEBE82381BC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317785" y="184928"/>
            <a:ext cx="1689834" cy="34217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0C1FDFB-72DE-0943-7549-E7664E56827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35093" b="75278" l="20521" r="48125">
                        <a14:foregroundMark x1="29479" y1="36944" x2="29479" y2="36944"/>
                        <a14:foregroundMark x1="30729" y1="69907" x2="30729" y2="69907"/>
                        <a14:foregroundMark x1="23229" y1="59074" x2="21615" y2="65648"/>
                        <a14:foregroundMark x1="21615" y1="65648" x2="21927" y2="74815"/>
                        <a14:foregroundMark x1="21927" y1="74815" x2="22708" y2="75278"/>
                        <a14:foregroundMark x1="28906" y1="37315" x2="34063" y2="40000"/>
                        <a14:foregroundMark x1="31615" y1="36759" x2="31615" y2="36759"/>
                        <a14:foregroundMark x1="46719" y1="62315" x2="46719" y2="62315"/>
                        <a14:foregroundMark x1="45521" y1="60370" x2="45521" y2="60370"/>
                        <a14:foregroundMark x1="43594" y1="59074" x2="47396" y2="64352"/>
                        <a14:foregroundMark x1="47396" y1="64352" x2="47552" y2="64907"/>
                        <a14:foregroundMark x1="48125" y1="54259" x2="43490" y2="57407"/>
                        <a14:foregroundMark x1="43490" y1="57407" x2="42656" y2="58519"/>
                        <a14:foregroundMark x1="41250" y1="62315" x2="42865" y2="60926"/>
                        <a14:foregroundMark x1="45833" y1="70278" x2="45938" y2="61944"/>
                        <a14:foregroundMark x1="48229" y1="68981" x2="47917" y2="61944"/>
                        <a14:foregroundMark x1="34740" y1="65556" x2="34740" y2="65556"/>
                        <a14:foregroundMark x1="35052" y1="58889" x2="35052" y2="58889"/>
                        <a14:foregroundMark x1="33958" y1="68981" x2="33958" y2="68981"/>
                        <a14:foregroundMark x1="28385" y1="68981" x2="28385" y2="68981"/>
                        <a14:foregroundMark x1="30625" y1="68981" x2="30625" y2="68981"/>
                        <a14:foregroundMark x1="30625" y1="68981" x2="29896" y2="69352"/>
                        <a14:foregroundMark x1="31823" y1="67963" x2="27552" y2="68796"/>
                        <a14:foregroundMark x1="27552" y1="68796" x2="25260" y2="67037"/>
                        <a14:foregroundMark x1="31094" y1="37500" x2="30000" y2="36019"/>
                        <a14:foregroundMark x1="27552" y1="36759" x2="32656" y2="36481"/>
                        <a14:foregroundMark x1="32656" y1="36481" x2="32917" y2="36574"/>
                        <a14:foregroundMark x1="27552" y1="36389" x2="31458" y2="39630"/>
                        <a14:foregroundMark x1="31458" y1="39630" x2="34844" y2="40185"/>
                        <a14:foregroundMark x1="26667" y1="38519" x2="30677" y2="37685"/>
                        <a14:foregroundMark x1="30677" y1="37685" x2="30938" y2="37685"/>
                        <a14:foregroundMark x1="32344" y1="38889" x2="33958" y2="41667"/>
                        <a14:foregroundMark x1="33854" y1="39444" x2="33750" y2="42315"/>
                        <a14:foregroundMark x1="34375" y1="36759" x2="34375" y2="36759"/>
                        <a14:foregroundMark x1="35000" y1="37593" x2="35000" y2="37593"/>
                        <a14:foregroundMark x1="35000" y1="37130" x2="35000" y2="37130"/>
                        <a14:foregroundMark x1="35573" y1="38704" x2="35573" y2="38704"/>
                        <a14:foregroundMark x1="35677" y1="39074" x2="35677" y2="39074"/>
                        <a14:foregroundMark x1="35781" y1="39352" x2="35781" y2="39352"/>
                        <a14:foregroundMark x1="35729" y1="40556" x2="35729" y2="40556"/>
                        <a14:foregroundMark x1="27187" y1="37870" x2="27187" y2="37870"/>
                        <a14:foregroundMark x1="27760" y1="35093" x2="27760" y2="35093"/>
                        <a14:foregroundMark x1="27240" y1="35093" x2="27240" y2="35093"/>
                        <a14:foregroundMark x1="34635" y1="63889" x2="34635" y2="63889"/>
                        <a14:foregroundMark x1="41927" y1="46019" x2="41927" y2="46019"/>
                        <a14:foregroundMark x1="41927" y1="48519" x2="41927" y2="48519"/>
                        <a14:foregroundMark x1="41927" y1="48519" x2="40313" y2="55463"/>
                        <a14:foregroundMark x1="40313" y1="55463" x2="40208" y2="55185"/>
                        <a14:foregroundMark x1="42240" y1="46574" x2="42396" y2="53148"/>
                        <a14:foregroundMark x1="23802" y1="57130" x2="23802" y2="57130"/>
                        <a14:foregroundMark x1="20521" y1="69630" x2="20521" y2="69630"/>
                        <a14:foregroundMark x1="34167" y1="69537" x2="34167" y2="69537"/>
                      </a14:backgroundRemoval>
                    </a14:imgEffect>
                  </a14:imgLayer>
                </a14:imgProps>
              </a:ext>
            </a:extLst>
          </a:blip>
          <a:srcRect l="18750" t="32972" r="53545" b="30603"/>
          <a:stretch/>
        </p:blipFill>
        <p:spPr>
          <a:xfrm>
            <a:off x="923885" y="2555897"/>
            <a:ext cx="1913973" cy="1415410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35D4B64-EB3A-4B86-B441-141360EA67C0}"/>
              </a:ext>
            </a:extLst>
          </p:cNvPr>
          <p:cNvSpPr/>
          <p:nvPr/>
        </p:nvSpPr>
        <p:spPr>
          <a:xfrm>
            <a:off x="923885" y="2372988"/>
            <a:ext cx="1966455" cy="2876203"/>
          </a:xfrm>
          <a:prstGeom prst="roundRect">
            <a:avLst>
              <a:gd name="adj" fmla="val 11539"/>
            </a:avLst>
          </a:prstGeom>
          <a:noFill/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CDAADD4-5DB0-5B4E-90E2-85B259DC39FE}"/>
              </a:ext>
            </a:extLst>
          </p:cNvPr>
          <p:cNvSpPr txBox="1"/>
          <p:nvPr/>
        </p:nvSpPr>
        <p:spPr>
          <a:xfrm>
            <a:off x="1137225" y="4186061"/>
            <a:ext cx="14872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d-ID" sz="1400" b="1" dirty="0">
                <a:solidFill>
                  <a:schemeClr val="accent1">
                    <a:lumMod val="75000"/>
                  </a:schemeClr>
                </a:solidFill>
              </a:rPr>
              <a:t>DATA PRIBADI</a:t>
            </a:r>
            <a:endParaRPr lang="en-ID" sz="14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548B217-7DD0-EC8E-E4B5-94655975BC10}"/>
              </a:ext>
            </a:extLst>
          </p:cNvPr>
          <p:cNvSpPr txBox="1"/>
          <p:nvPr/>
        </p:nvSpPr>
        <p:spPr>
          <a:xfrm>
            <a:off x="2988070" y="2537828"/>
            <a:ext cx="2164008" cy="1277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id-ID" sz="1100" b="1" dirty="0">
                <a:solidFill>
                  <a:schemeClr val="accent1">
                    <a:lumMod val="75000"/>
                  </a:schemeClr>
                </a:solidFill>
              </a:rPr>
              <a:t>PERMEN 102 DUKCAPIL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id-ID" sz="1100" b="1" dirty="0">
                <a:solidFill>
                  <a:schemeClr val="accent1">
                    <a:lumMod val="75000"/>
                  </a:schemeClr>
                </a:solidFill>
              </a:rPr>
              <a:t>UU No. 11 2008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id-ID" sz="1100" b="1" dirty="0">
                <a:solidFill>
                  <a:schemeClr val="accent1">
                    <a:lumMod val="75000"/>
                  </a:schemeClr>
                </a:solidFill>
              </a:rPr>
              <a:t>RUU PDP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id-ID" sz="1100" b="1" dirty="0">
                <a:solidFill>
                  <a:schemeClr val="accent1">
                    <a:lumMod val="75000"/>
                  </a:schemeClr>
                </a:solidFill>
              </a:rPr>
              <a:t>PBI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id-ID" sz="1100" b="1" dirty="0">
                <a:solidFill>
                  <a:schemeClr val="accent1">
                    <a:lumMod val="75000"/>
                  </a:schemeClr>
                </a:solidFill>
              </a:rPr>
              <a:t>POJK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id-ID" sz="1100" b="1" dirty="0">
                <a:solidFill>
                  <a:schemeClr val="accent1">
                    <a:lumMod val="75000"/>
                  </a:schemeClr>
                </a:solidFill>
              </a:rPr>
              <a:t>Kesepakatan User / PKS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id-ID" sz="1100" b="1" dirty="0">
                <a:solidFill>
                  <a:schemeClr val="accent1">
                    <a:lumMod val="75000"/>
                  </a:schemeClr>
                </a:solidFill>
              </a:rPr>
              <a:t>Aturan Pemerintah lainnya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43F8130-BAC3-E9C0-E33B-125AD3920E1F}"/>
              </a:ext>
            </a:extLst>
          </p:cNvPr>
          <p:cNvSpPr txBox="1"/>
          <p:nvPr/>
        </p:nvSpPr>
        <p:spPr>
          <a:xfrm>
            <a:off x="3022147" y="4192611"/>
            <a:ext cx="153521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d-ID" sz="1600" b="1" dirty="0"/>
              <a:t>Penguasaan Digital Safety</a:t>
            </a:r>
          </a:p>
          <a:p>
            <a:pPr algn="ctr"/>
            <a:r>
              <a:rPr lang="id-ID" sz="1600" b="1" dirty="0"/>
              <a:t>Literasi Digital</a:t>
            </a:r>
            <a:endParaRPr lang="en-ID" sz="16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27B4BCA-2A47-AC38-CCF0-AAD9D048C0D5}"/>
              </a:ext>
            </a:extLst>
          </p:cNvPr>
          <p:cNvSpPr txBox="1"/>
          <p:nvPr/>
        </p:nvSpPr>
        <p:spPr>
          <a:xfrm>
            <a:off x="1012488" y="4493838"/>
            <a:ext cx="182537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d-ID" sz="1100" b="1" dirty="0">
                <a:solidFill>
                  <a:schemeClr val="accent1">
                    <a:lumMod val="75000"/>
                  </a:schemeClr>
                </a:solidFill>
              </a:rPr>
              <a:t>Data Pribadi sebagai aset digital netizen, di gunakan sebagai syarat EKYC</a:t>
            </a:r>
            <a:endParaRPr lang="en-ID" sz="11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0C3C6ED-B913-9455-1DCD-2E44B692ECBA}"/>
              </a:ext>
            </a:extLst>
          </p:cNvPr>
          <p:cNvSpPr/>
          <p:nvPr/>
        </p:nvSpPr>
        <p:spPr>
          <a:xfrm>
            <a:off x="4984147" y="2372987"/>
            <a:ext cx="1966455" cy="2876203"/>
          </a:xfrm>
          <a:prstGeom prst="roundRect">
            <a:avLst>
              <a:gd name="adj" fmla="val 11539"/>
            </a:avLst>
          </a:prstGeom>
          <a:noFill/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10" name="Picture 2" descr="KYC, eKYC và vai trò của AI trong lĩnh vực xác định danh tính khách hàng -  Blog | TheGioiMayChu">
            <a:extLst>
              <a:ext uri="{FF2B5EF4-FFF2-40B4-BE49-F238E27FC236}">
                <a16:creationId xmlns:a16="http://schemas.microsoft.com/office/drawing/2014/main" id="{4F912DC8-FF6E-5B94-35B3-169197D7DF7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>
                        <a14:foregroundMark x1="34766" y1="85502" x2="45313" y2="87546"/>
                        <a14:foregroundMark x1="74609" y1="26022" x2="74609" y2="26022"/>
                        <a14:foregroundMark x1="74609" y1="26022" x2="74609" y2="26022"/>
                        <a14:foregroundMark x1="74609" y1="26022" x2="76855" y2="43680"/>
                        <a14:foregroundMark x1="77832" y1="23420" x2="77832" y2="23420"/>
                        <a14:foregroundMark x1="79102" y1="20632" x2="79102" y2="20632"/>
                        <a14:foregroundMark x1="81445" y1="20260" x2="81445" y2="20260"/>
                        <a14:foregroundMark x1="84180" y1="23048" x2="84180" y2="23048"/>
                        <a14:foregroundMark x1="87402" y1="23606" x2="87402" y2="23606"/>
                        <a14:foregroundMark x1="45117" y1="18587" x2="45117" y2="18587"/>
                        <a14:foregroundMark x1="34766" y1="18773" x2="39844" y2="17844"/>
                        <a14:foregroundMark x1="39844" y1="17844" x2="47852" y2="19517"/>
                        <a14:foregroundMark x1="48828" y1="19517" x2="48828" y2="19517"/>
                        <a14:foregroundMark x1="51074" y1="21190" x2="51074" y2="21190"/>
                        <a14:foregroundMark x1="50977" y1="24164" x2="51270" y2="42751"/>
                        <a14:foregroundMark x1="33203" y1="19517" x2="31055" y2="30669"/>
                        <a14:foregroundMark x1="31055" y1="30669" x2="31250" y2="48885"/>
                        <a14:foregroundMark x1="31641" y1="20446" x2="31641" y2="20446"/>
                        <a14:foregroundMark x1="31641" y1="20446" x2="30957" y2="29182"/>
                        <a14:foregroundMark x1="37695" y1="17100" x2="45117" y2="17472"/>
                        <a14:backgroundMark x1="25000" y1="81599" x2="25000" y2="8159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4222"/>
          <a:stretch/>
        </p:blipFill>
        <p:spPr bwMode="auto">
          <a:xfrm>
            <a:off x="5026045" y="2548346"/>
            <a:ext cx="2042233" cy="14159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" descr="Icon Dokumen Png">
            <a:extLst>
              <a:ext uri="{FF2B5EF4-FFF2-40B4-BE49-F238E27FC236}">
                <a16:creationId xmlns:a16="http://schemas.microsoft.com/office/drawing/2014/main" id="{4EE8413D-F882-ECFE-3B5A-7CAF3F00FA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4742" y="2738775"/>
            <a:ext cx="732758" cy="7327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3C9DE56-5E55-4E70-4D01-F09B28C3D387}"/>
              </a:ext>
            </a:extLst>
          </p:cNvPr>
          <p:cNvSpPr txBox="1"/>
          <p:nvPr/>
        </p:nvSpPr>
        <p:spPr>
          <a:xfrm>
            <a:off x="5235732" y="3941658"/>
            <a:ext cx="15082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d-ID" sz="1400" b="1" dirty="0">
                <a:solidFill>
                  <a:schemeClr val="accent1">
                    <a:lumMod val="75000"/>
                  </a:schemeClr>
                </a:solidFill>
              </a:rPr>
              <a:t>ASET DIGITAL</a:t>
            </a:r>
            <a:endParaRPr lang="en-ID" sz="14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6800752-C1F4-7DF9-FF52-418B630D8036}"/>
              </a:ext>
            </a:extLst>
          </p:cNvPr>
          <p:cNvSpPr txBox="1"/>
          <p:nvPr/>
        </p:nvSpPr>
        <p:spPr>
          <a:xfrm>
            <a:off x="5016324" y="4194006"/>
            <a:ext cx="196645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d-ID" sz="1100" b="1" dirty="0">
                <a:solidFill>
                  <a:schemeClr val="accent1">
                    <a:lumMod val="75000"/>
                  </a:schemeClr>
                </a:solidFill>
              </a:rPr>
              <a:t>Pemanfaatan data pribadi pada proses eKYC pada aplikasi digital yang mengelola transaksi user baik sebagai issuer ataupun acquirer</a:t>
            </a:r>
            <a:endParaRPr lang="en-ID" sz="11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FD6DBAA5-87E2-75B1-76C3-B45ED3CB709D}"/>
              </a:ext>
            </a:extLst>
          </p:cNvPr>
          <p:cNvSpPr/>
          <p:nvPr/>
        </p:nvSpPr>
        <p:spPr>
          <a:xfrm>
            <a:off x="3047878" y="3864131"/>
            <a:ext cx="1838873" cy="402534"/>
          </a:xfrm>
          <a:prstGeom prst="rightArrow">
            <a:avLst>
              <a:gd name="adj1" fmla="val 50000"/>
              <a:gd name="adj2" fmla="val 120370"/>
            </a:avLst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46FC794F-9244-E6C6-7D77-EBC5840A0718}"/>
              </a:ext>
            </a:extLst>
          </p:cNvPr>
          <p:cNvSpPr/>
          <p:nvPr/>
        </p:nvSpPr>
        <p:spPr>
          <a:xfrm>
            <a:off x="7173538" y="785499"/>
            <a:ext cx="1966455" cy="2876203"/>
          </a:xfrm>
          <a:prstGeom prst="roundRect">
            <a:avLst>
              <a:gd name="adj" fmla="val 11539"/>
            </a:avLst>
          </a:prstGeom>
          <a:noFill/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E2CD01C-2DBA-E66D-BCE3-B3C631E9F249}"/>
              </a:ext>
            </a:extLst>
          </p:cNvPr>
          <p:cNvSpPr txBox="1"/>
          <p:nvPr/>
        </p:nvSpPr>
        <p:spPr>
          <a:xfrm>
            <a:off x="7358620" y="2354170"/>
            <a:ext cx="13861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d-ID" sz="1400" b="1" dirty="0">
                <a:solidFill>
                  <a:schemeClr val="accent1">
                    <a:lumMod val="75000"/>
                  </a:schemeClr>
                </a:solidFill>
              </a:rPr>
              <a:t>AI BIG DATA</a:t>
            </a:r>
            <a:endParaRPr lang="en-ID" sz="14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799745A-A009-CEBB-E5AC-96D38D86639A}"/>
              </a:ext>
            </a:extLst>
          </p:cNvPr>
          <p:cNvSpPr txBox="1"/>
          <p:nvPr/>
        </p:nvSpPr>
        <p:spPr>
          <a:xfrm>
            <a:off x="7188907" y="2580136"/>
            <a:ext cx="1937374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d-ID" sz="1100" b="1" dirty="0">
                <a:solidFill>
                  <a:schemeClr val="accent1">
                    <a:lumMod val="75000"/>
                  </a:schemeClr>
                </a:solidFill>
              </a:rPr>
              <a:t>Proses Data Analitik dan Data Analisis yang akan menemukenali dan memfasilitasi kebutuhan user dalam pemanfaatan aplikasi</a:t>
            </a:r>
            <a:endParaRPr lang="en-ID" sz="11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18" name="Picture 6" descr="Analisis Data, Analytics, Manajemen gambar png">
            <a:extLst>
              <a:ext uri="{FF2B5EF4-FFF2-40B4-BE49-F238E27FC236}">
                <a16:creationId xmlns:a16="http://schemas.microsoft.com/office/drawing/2014/main" id="{31E46200-A303-54E8-EAFF-C762F68552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5400" b="90000" l="10000" r="90000">
                        <a14:foregroundMark x1="20333" y1="27600" x2="26556" y2="39400"/>
                        <a14:foregroundMark x1="26556" y1="39400" x2="25000" y2="83400"/>
                        <a14:foregroundMark x1="20000" y1="26800" x2="20000" y2="81600"/>
                        <a14:foregroundMark x1="28111" y1="34200" x2="33778" y2="35000"/>
                        <a14:foregroundMark x1="33778" y1="35000" x2="65556" y2="33600"/>
                        <a14:foregroundMark x1="65556" y1="33600" x2="72111" y2="35000"/>
                        <a14:foregroundMark x1="72111" y1="35000" x2="72889" y2="34600"/>
                        <a14:foregroundMark x1="60222" y1="12800" x2="41333" y2="15200"/>
                        <a14:foregroundMark x1="35444" y1="21400" x2="27333" y2="39200"/>
                        <a14:foregroundMark x1="27333" y1="39200" x2="27333" y2="39400"/>
                        <a14:foregroundMark x1="21111" y1="21400" x2="61444" y2="69600"/>
                        <a14:foregroundMark x1="59667" y1="51200" x2="40444" y2="64600"/>
                        <a14:foregroundMark x1="40444" y1="64600" x2="36556" y2="73800"/>
                        <a14:foregroundMark x1="36556" y1="73800" x2="35111" y2="81800"/>
                        <a14:foregroundMark x1="38444" y1="78600" x2="52111" y2="69000"/>
                        <a14:foregroundMark x1="52111" y1="69000" x2="52333" y2="69000"/>
                        <a14:foregroundMark x1="76111" y1="45600" x2="65111" y2="46800"/>
                        <a14:foregroundMark x1="51000" y1="5400" x2="51000" y2="5400"/>
                        <a14:foregroundMark x1="51000" y1="5400" x2="51000" y2="5400"/>
                        <a14:foregroundMark x1="46000" y1="5400" x2="62556" y2="7600"/>
                        <a14:foregroundMark x1="37889" y1="11000" x2="32444" y2="22800"/>
                        <a14:foregroundMark x1="32444" y1="22800" x2="30333" y2="31200"/>
                        <a14:foregroundMark x1="32222" y1="20800" x2="29444" y2="25800"/>
                        <a14:foregroundMark x1="31778" y1="19200" x2="29222" y2="27600"/>
                        <a14:foregroundMark x1="22333" y1="23200" x2="32333" y2="21600"/>
                        <a14:foregroundMark x1="32333" y1="21600" x2="32889" y2="21600"/>
                        <a14:foregroundMark x1="19778" y1="19800" x2="19778" y2="36200"/>
                        <a14:foregroundMark x1="19778" y1="36200" x2="19778" y2="36200"/>
                        <a14:foregroundMark x1="46000" y1="82000" x2="64000" y2="77400"/>
                        <a14:foregroundMark x1="75333" y1="47600" x2="77333" y2="65200"/>
                        <a14:foregroundMark x1="77333" y1="65200" x2="79444" y2="70400"/>
                        <a14:foregroundMark x1="80111" y1="35800" x2="80111" y2="35800"/>
                        <a14:foregroundMark x1="81222" y1="35000" x2="81222" y2="35000"/>
                        <a14:foregroundMark x1="68889" y1="21800" x2="68889" y2="21800"/>
                        <a14:foregroundMark x1="68889" y1="21800" x2="74000" y2="22600"/>
                        <a14:foregroundMark x1="77111" y1="22800" x2="82000" y2="26000"/>
                        <a14:foregroundMark x1="56444" y1="18600" x2="60667" y2="44600"/>
                        <a14:foregroundMark x1="43222" y1="22600" x2="35556" y2="50400"/>
                        <a14:foregroundMark x1="35556" y1="50400" x2="34222" y2="52600"/>
                        <a14:foregroundMark x1="18556" y1="21000" x2="19222" y2="83400"/>
                        <a14:foregroundMark x1="50778" y1="20400" x2="53000" y2="29000"/>
                        <a14:foregroundMark x1="22667" y1="80400" x2="31556" y2="59800"/>
                        <a14:foregroundMark x1="18667" y1="19800" x2="21889" y2="24200"/>
                        <a14:foregroundMark x1="18111" y1="19000" x2="22000" y2="21600"/>
                        <a14:backgroundMark x1="14111" y1="5000" x2="29778" y2="3400"/>
                        <a14:backgroundMark x1="29778" y1="3400" x2="34889" y2="8200"/>
                        <a14:backgroundMark x1="34889" y1="8200" x2="35000" y2="82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3532" y="882309"/>
            <a:ext cx="2697726" cy="14987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A571E452-BD6E-1F3E-E23E-08C1253DE32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22175" y="1116085"/>
            <a:ext cx="1305905" cy="679221"/>
          </a:xfrm>
          <a:prstGeom prst="rect">
            <a:avLst/>
          </a:prstGeom>
        </p:spPr>
      </p:pic>
      <p:sp>
        <p:nvSpPr>
          <p:cNvPr id="21" name="Arrow: Right 20">
            <a:extLst>
              <a:ext uri="{FF2B5EF4-FFF2-40B4-BE49-F238E27FC236}">
                <a16:creationId xmlns:a16="http://schemas.microsoft.com/office/drawing/2014/main" id="{0EF50CB4-BDF5-DBAA-5EC8-1CF5BBFCEBF4}"/>
              </a:ext>
            </a:extLst>
          </p:cNvPr>
          <p:cNvSpPr/>
          <p:nvPr/>
        </p:nvSpPr>
        <p:spPr>
          <a:xfrm>
            <a:off x="9215191" y="2155999"/>
            <a:ext cx="613947" cy="402534"/>
          </a:xfrm>
          <a:prstGeom prst="rightArrow">
            <a:avLst>
              <a:gd name="adj1" fmla="val 50000"/>
              <a:gd name="adj2" fmla="val 120370"/>
            </a:avLst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434689B-BC7A-6CA1-3D25-E771A8B3EE39}"/>
              </a:ext>
            </a:extLst>
          </p:cNvPr>
          <p:cNvSpPr txBox="1"/>
          <p:nvPr/>
        </p:nvSpPr>
        <p:spPr>
          <a:xfrm>
            <a:off x="9686279" y="1878666"/>
            <a:ext cx="2210752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d-ID" sz="1600" b="1" dirty="0">
                <a:solidFill>
                  <a:schemeClr val="accent1">
                    <a:lumMod val="75000"/>
                  </a:schemeClr>
                </a:solidFill>
              </a:rPr>
              <a:t>CX Experience</a:t>
            </a:r>
            <a:br>
              <a:rPr lang="id-ID" sz="1600" b="1" dirty="0">
                <a:solidFill>
                  <a:schemeClr val="accent1">
                    <a:lumMod val="75000"/>
                  </a:schemeClr>
                </a:solidFill>
              </a:rPr>
            </a:br>
            <a:endParaRPr lang="id-ID" sz="400" b="1" dirty="0">
              <a:solidFill>
                <a:schemeClr val="accent1">
                  <a:lumMod val="75000"/>
                </a:schemeClr>
              </a:solidFill>
            </a:endParaRPr>
          </a:p>
          <a:p>
            <a:pPr algn="ctr"/>
            <a:r>
              <a:rPr lang="id-ID" sz="1600" dirty="0">
                <a:solidFill>
                  <a:schemeClr val="accent1">
                    <a:lumMod val="75000"/>
                  </a:schemeClr>
                </a:solidFill>
              </a:rPr>
              <a:t>Pemenuhan kepuasan netizen dalam pemanfaatan Aplikasi Digital melalui Personalization</a:t>
            </a:r>
            <a:endParaRPr lang="en-ID" sz="16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F5A462A-5F64-E593-B22C-4A725D834997}"/>
              </a:ext>
            </a:extLst>
          </p:cNvPr>
          <p:cNvSpPr txBox="1"/>
          <p:nvPr/>
        </p:nvSpPr>
        <p:spPr>
          <a:xfrm>
            <a:off x="865293" y="397193"/>
            <a:ext cx="933321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Fira Sans Black" panose="020B0A03050000020004" pitchFamily="34" charset="0"/>
              </a:rPr>
              <a:t>Pemanfaatan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Fira Sans Black" panose="020B0A03050000020004" pitchFamily="34" charset="0"/>
              </a:rPr>
              <a:t> </a:t>
            </a:r>
            <a:b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Fira Sans Black" panose="020B0A03050000020004" pitchFamily="34" charset="0"/>
              </a:rPr>
            </a:br>
            <a:r>
              <a:rPr lang="id-ID" sz="3600" b="1" dirty="0">
                <a:solidFill>
                  <a:schemeClr val="accent1">
                    <a:lumMod val="75000"/>
                  </a:schemeClr>
                </a:solidFill>
                <a:latin typeface="Fira Sans Black" panose="020B0A03050000020004" pitchFamily="34" charset="0"/>
              </a:rPr>
              <a:t>Analisa Data Pribadi</a:t>
            </a:r>
            <a:endParaRPr lang="en-ID" sz="3600" dirty="0">
              <a:solidFill>
                <a:schemeClr val="accent1">
                  <a:lumMod val="75000"/>
                </a:schemeClr>
              </a:solidFill>
              <a:latin typeface="Fira Sans Black" panose="020B0A03050000020004" pitchFamily="34" charset="0"/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183A92A0-299F-C5D5-47DD-1BFE5339F74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260790" y="3870731"/>
            <a:ext cx="1803580" cy="907201"/>
          </a:xfrm>
          <a:prstGeom prst="rect">
            <a:avLst/>
          </a:prstGeom>
        </p:spPr>
      </p:pic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AFEAD0C7-C7AA-FD1D-8126-168CB5AA90F8}"/>
              </a:ext>
            </a:extLst>
          </p:cNvPr>
          <p:cNvSpPr/>
          <p:nvPr/>
        </p:nvSpPr>
        <p:spPr>
          <a:xfrm>
            <a:off x="7173538" y="3747767"/>
            <a:ext cx="1966455" cy="2324734"/>
          </a:xfrm>
          <a:prstGeom prst="roundRect">
            <a:avLst>
              <a:gd name="adj" fmla="val 11539"/>
            </a:avLst>
          </a:prstGeom>
          <a:noFill/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12A3A93-B14B-8C12-B63B-6874C6EDF2C1}"/>
              </a:ext>
            </a:extLst>
          </p:cNvPr>
          <p:cNvSpPr txBox="1"/>
          <p:nvPr/>
        </p:nvSpPr>
        <p:spPr>
          <a:xfrm>
            <a:off x="7358620" y="4789668"/>
            <a:ext cx="16064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accent1">
                    <a:lumMod val="75000"/>
                  </a:schemeClr>
                </a:solidFill>
              </a:rPr>
              <a:t>DEEP LEARNING</a:t>
            </a:r>
            <a:endParaRPr lang="en-ID" sz="12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04CF894-7938-E75E-86F4-AA93697CD2AA}"/>
              </a:ext>
            </a:extLst>
          </p:cNvPr>
          <p:cNvSpPr txBox="1"/>
          <p:nvPr/>
        </p:nvSpPr>
        <p:spPr>
          <a:xfrm>
            <a:off x="7139212" y="5115022"/>
            <a:ext cx="196645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d-ID" sz="1100" b="1" dirty="0">
                <a:solidFill>
                  <a:schemeClr val="accent1">
                    <a:lumMod val="75000"/>
                  </a:schemeClr>
                </a:solidFill>
              </a:rPr>
              <a:t>Proses Data Analitik dan Data Analisis yang akan menemukenali dan memfasilitasi kebutuhan </a:t>
            </a:r>
            <a:r>
              <a:rPr lang="en-US" sz="1100" b="1" dirty="0" err="1">
                <a:solidFill>
                  <a:schemeClr val="accent1">
                    <a:lumMod val="75000"/>
                  </a:schemeClr>
                </a:solidFill>
              </a:rPr>
              <a:t>akan</a:t>
            </a:r>
            <a:r>
              <a:rPr lang="en-US" sz="11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1100" b="1" dirty="0" err="1">
                <a:solidFill>
                  <a:schemeClr val="accent1">
                    <a:lumMod val="75000"/>
                  </a:schemeClr>
                </a:solidFill>
              </a:rPr>
              <a:t>spesifikasi</a:t>
            </a:r>
            <a:r>
              <a:rPr lang="en-US" sz="1100" b="1" dirty="0">
                <a:solidFill>
                  <a:schemeClr val="accent1">
                    <a:lumMod val="75000"/>
                  </a:schemeClr>
                </a:solidFill>
              </a:rPr>
              <a:t> user </a:t>
            </a:r>
            <a:r>
              <a:rPr lang="en-US" sz="1100" b="1" dirty="0" err="1">
                <a:solidFill>
                  <a:schemeClr val="accent1">
                    <a:lumMod val="75000"/>
                  </a:schemeClr>
                </a:solidFill>
              </a:rPr>
              <a:t>lebih</a:t>
            </a:r>
            <a:r>
              <a:rPr lang="en-US" sz="1100" b="1" dirty="0">
                <a:solidFill>
                  <a:schemeClr val="accent1">
                    <a:lumMod val="75000"/>
                  </a:schemeClr>
                </a:solidFill>
              </a:rPr>
              <a:t> detail</a:t>
            </a:r>
            <a:endParaRPr lang="en-ID" sz="11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8" name="Arrow: Right 27">
            <a:extLst>
              <a:ext uri="{FF2B5EF4-FFF2-40B4-BE49-F238E27FC236}">
                <a16:creationId xmlns:a16="http://schemas.microsoft.com/office/drawing/2014/main" id="{8BEEEE4F-2793-E35D-F5C6-3CC3CAA68245}"/>
              </a:ext>
            </a:extLst>
          </p:cNvPr>
          <p:cNvSpPr/>
          <p:nvPr/>
        </p:nvSpPr>
        <p:spPr>
          <a:xfrm>
            <a:off x="9215190" y="4705290"/>
            <a:ext cx="613947" cy="402534"/>
          </a:xfrm>
          <a:prstGeom prst="rightArrow">
            <a:avLst>
              <a:gd name="adj1" fmla="val 50000"/>
              <a:gd name="adj2" fmla="val 120370"/>
            </a:avLst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29" name="Picture 2" descr="Word Deepfake and Image of a cartoon head being swapped out">
            <a:extLst>
              <a:ext uri="{FF2B5EF4-FFF2-40B4-BE49-F238E27FC236}">
                <a16:creationId xmlns:a16="http://schemas.microsoft.com/office/drawing/2014/main" id="{15907B0D-36BD-93E2-FCF5-E7FB5E88FC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22175" y="3736553"/>
            <a:ext cx="1208886" cy="13126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88C53E1F-6B51-2903-1001-368280AD6A75}"/>
              </a:ext>
            </a:extLst>
          </p:cNvPr>
          <p:cNvSpPr txBox="1"/>
          <p:nvPr/>
        </p:nvSpPr>
        <p:spPr>
          <a:xfrm>
            <a:off x="9638863" y="5114856"/>
            <a:ext cx="24351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err="1">
                <a:solidFill>
                  <a:schemeClr val="accent1">
                    <a:lumMod val="75000"/>
                  </a:schemeClr>
                </a:solidFill>
              </a:rPr>
              <a:t>Pemanfaatan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accent1">
                    <a:lumMod val="75000"/>
                  </a:schemeClr>
                </a:solidFill>
              </a:rPr>
              <a:t>analisis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accent1">
                    <a:lumMod val="75000"/>
                  </a:schemeClr>
                </a:solidFill>
              </a:rPr>
              <a:t>karakter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</a:rPr>
              <a:t> data </a:t>
            </a:r>
            <a:r>
              <a:rPr lang="en-US" sz="1600" dirty="0" err="1">
                <a:solidFill>
                  <a:schemeClr val="accent1">
                    <a:lumMod val="75000"/>
                  </a:schemeClr>
                </a:solidFill>
              </a:rPr>
              <a:t>pribadi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</a:rPr>
              <a:t> pada konten2 yang </a:t>
            </a:r>
            <a:r>
              <a:rPr lang="en-US" sz="1600" dirty="0" err="1">
                <a:solidFill>
                  <a:schemeClr val="accent1">
                    <a:lumMod val="75000"/>
                  </a:schemeClr>
                </a:solidFill>
              </a:rPr>
              <a:t>merugikan</a:t>
            </a:r>
            <a:endParaRPr lang="en-ID" sz="1600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89919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894C648-DEC9-FFC8-77F5-AB81E66A3E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4B2BAB-DEF1-A60E-C0F8-94E34FF5BE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65188" y="557309"/>
            <a:ext cx="8170657" cy="4563512"/>
          </a:xfrm>
        </p:spPr>
        <p:txBody>
          <a:bodyPr/>
          <a:lstStyle/>
          <a:p>
            <a:r>
              <a:rPr lang="en-US" b="1" dirty="0" err="1">
                <a:solidFill>
                  <a:srgbClr val="23366E"/>
                </a:solidFill>
              </a:rPr>
              <a:t>Menjaga</a:t>
            </a:r>
            <a:r>
              <a:rPr lang="en-US" b="1" dirty="0">
                <a:solidFill>
                  <a:srgbClr val="23366E"/>
                </a:solidFill>
              </a:rPr>
              <a:t> Data </a:t>
            </a:r>
            <a:r>
              <a:rPr lang="en-US" b="1" dirty="0" err="1">
                <a:solidFill>
                  <a:srgbClr val="23366E"/>
                </a:solidFill>
              </a:rPr>
              <a:t>Pribadi</a:t>
            </a:r>
            <a:br>
              <a:rPr lang="en-US" b="1" dirty="0">
                <a:solidFill>
                  <a:srgbClr val="23366E"/>
                </a:solidFill>
              </a:rPr>
            </a:br>
            <a:br>
              <a:rPr lang="en-US" b="1" dirty="0">
                <a:solidFill>
                  <a:srgbClr val="23366E"/>
                </a:solidFill>
              </a:rPr>
            </a:br>
            <a:endParaRPr lang="en-US" b="1" dirty="0">
              <a:solidFill>
                <a:srgbClr val="23366E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3D924E-6BF0-AABF-988F-6C90949CA9E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448800" y="6191250"/>
            <a:ext cx="2743200" cy="365125"/>
          </a:xfrm>
        </p:spPr>
        <p:txBody>
          <a:bodyPr/>
          <a:lstStyle/>
          <a:p>
            <a:fld id="{DBE5F007-28FD-B845-A833-24BC97E499D9}" type="slidenum">
              <a:rPr lang="uk-UA" altLang="en-US" smtClean="0"/>
              <a:pPr/>
              <a:t>10</a:t>
            </a:fld>
            <a:endParaRPr lang="uk-UA" altLang="en-US" dirty="0">
              <a:solidFill>
                <a:schemeClr val="tx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02EC4A-7760-0D0B-9650-9F6962A23B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84852" y="3509877"/>
            <a:ext cx="8396800" cy="858650"/>
          </a:xfrm>
        </p:spPr>
        <p:txBody>
          <a:bodyPr>
            <a:noAutofit/>
          </a:bodyPr>
          <a:lstStyle/>
          <a:p>
            <a:r>
              <a:rPr lang="en-US" sz="2000" dirty="0" err="1">
                <a:solidFill>
                  <a:srgbClr val="3982E3"/>
                </a:solidFill>
              </a:rPr>
              <a:t>Pentingnya</a:t>
            </a:r>
            <a:r>
              <a:rPr lang="en-US" sz="2000" dirty="0">
                <a:solidFill>
                  <a:srgbClr val="3982E3"/>
                </a:solidFill>
              </a:rPr>
              <a:t> </a:t>
            </a:r>
            <a:r>
              <a:rPr lang="en-US" sz="2000" dirty="0" err="1">
                <a:solidFill>
                  <a:srgbClr val="3982E3"/>
                </a:solidFill>
              </a:rPr>
              <a:t>Menjaga</a:t>
            </a:r>
            <a:r>
              <a:rPr lang="en-US" sz="2000" dirty="0">
                <a:solidFill>
                  <a:srgbClr val="3982E3"/>
                </a:solidFill>
              </a:rPr>
              <a:t> Data </a:t>
            </a:r>
            <a:r>
              <a:rPr lang="en-US" sz="2000" dirty="0" err="1">
                <a:solidFill>
                  <a:srgbClr val="3982E3"/>
                </a:solidFill>
              </a:rPr>
              <a:t>Pribadi</a:t>
            </a:r>
            <a:r>
              <a:rPr lang="en-US" sz="2000" dirty="0">
                <a:solidFill>
                  <a:srgbClr val="3982E3"/>
                </a:solidFill>
              </a:rPr>
              <a:t>, </a:t>
            </a:r>
            <a:r>
              <a:rPr lang="en-US" sz="2000" dirty="0" err="1">
                <a:solidFill>
                  <a:srgbClr val="3982E3"/>
                </a:solidFill>
              </a:rPr>
              <a:t>Bagaimana</a:t>
            </a:r>
            <a:r>
              <a:rPr lang="en-US" sz="2000" dirty="0">
                <a:solidFill>
                  <a:srgbClr val="3982E3"/>
                </a:solidFill>
              </a:rPr>
              <a:t> </a:t>
            </a:r>
            <a:r>
              <a:rPr lang="en-US" sz="2000" dirty="0" err="1">
                <a:solidFill>
                  <a:srgbClr val="3982E3"/>
                </a:solidFill>
              </a:rPr>
              <a:t>Caranya</a:t>
            </a:r>
            <a:r>
              <a:rPr lang="en-US" sz="2000" dirty="0">
                <a:solidFill>
                  <a:srgbClr val="3982E3"/>
                </a:solidFill>
              </a:rPr>
              <a:t> </a:t>
            </a:r>
            <a:r>
              <a:rPr lang="en-US" sz="2000" dirty="0" err="1">
                <a:solidFill>
                  <a:srgbClr val="3982E3"/>
                </a:solidFill>
              </a:rPr>
              <a:t>Menjaga</a:t>
            </a:r>
            <a:r>
              <a:rPr lang="en-US" sz="2000" dirty="0">
                <a:solidFill>
                  <a:srgbClr val="3982E3"/>
                </a:solidFill>
              </a:rPr>
              <a:t> Data </a:t>
            </a:r>
            <a:r>
              <a:rPr lang="en-US" sz="2000" dirty="0" err="1">
                <a:solidFill>
                  <a:srgbClr val="3982E3"/>
                </a:solidFill>
              </a:rPr>
              <a:t>Pribadi</a:t>
            </a:r>
            <a:endParaRPr lang="en-US" sz="2000" dirty="0">
              <a:solidFill>
                <a:srgbClr val="3982E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069715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3436168-4FF8-A84F-7278-A4B37AD0D0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DE59176-D21F-7EFC-E1F0-ADB2A199564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856920" y="6228636"/>
            <a:ext cx="2743200" cy="236803"/>
          </a:xfrm>
        </p:spPr>
        <p:txBody>
          <a:bodyPr/>
          <a:lstStyle/>
          <a:p>
            <a:fld id="{DBE5F007-28FD-B845-A833-24BC97E499D9}" type="slidenum">
              <a:rPr lang="uk-UA" altLang="en-US" smtClean="0"/>
              <a:pPr/>
              <a:t>11</a:t>
            </a:fld>
            <a:endParaRPr lang="uk-UA" altLang="en-US" dirty="0"/>
          </a:p>
        </p:txBody>
      </p:sp>
      <p:pic>
        <p:nvPicPr>
          <p:cNvPr id="51" name="Picture 50">
            <a:extLst>
              <a:ext uri="{FF2B5EF4-FFF2-40B4-BE49-F238E27FC236}">
                <a16:creationId xmlns:a16="http://schemas.microsoft.com/office/drawing/2014/main" id="{5BC60FBA-931B-9700-244D-CACB490FBAE9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317785" y="184928"/>
            <a:ext cx="1689834" cy="34217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7EECAC5-15BD-3DAC-33C9-DA3BE01EF0B7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1327"/>
          <a:stretch>
            <a:fillRect/>
          </a:stretch>
        </p:blipFill>
        <p:spPr>
          <a:xfrm>
            <a:off x="1526429" y="737419"/>
            <a:ext cx="9121907" cy="536841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1BA86CC-2F79-1421-FD24-287583951609}"/>
              </a:ext>
            </a:extLst>
          </p:cNvPr>
          <p:cNvSpPr txBox="1"/>
          <p:nvPr/>
        </p:nvSpPr>
        <p:spPr>
          <a:xfrm>
            <a:off x="-99041" y="101541"/>
            <a:ext cx="639051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000" b="1" dirty="0" err="1">
                <a:solidFill>
                  <a:schemeClr val="accent1">
                    <a:lumMod val="75000"/>
                  </a:schemeClr>
                </a:solidFill>
                <a:latin typeface="Fira Sans Black" panose="020B0A03050000020004" pitchFamily="34" charset="0"/>
              </a:rPr>
              <a:t>Pentingnya</a:t>
            </a:r>
            <a:r>
              <a:rPr lang="en-US" sz="3000" b="1" dirty="0">
                <a:solidFill>
                  <a:schemeClr val="accent1">
                    <a:lumMod val="75000"/>
                  </a:schemeClr>
                </a:solidFill>
                <a:latin typeface="Fira Sans Black" panose="020B0A03050000020004" pitchFamily="34" charset="0"/>
              </a:rPr>
              <a:t> </a:t>
            </a:r>
            <a:r>
              <a:rPr lang="en-US" sz="3000" b="1" dirty="0" err="1">
                <a:solidFill>
                  <a:schemeClr val="accent1">
                    <a:lumMod val="75000"/>
                  </a:schemeClr>
                </a:solidFill>
                <a:latin typeface="Fira Sans Black" panose="020B0A03050000020004" pitchFamily="34" charset="0"/>
              </a:rPr>
              <a:t>Menjaga</a:t>
            </a:r>
            <a:r>
              <a:rPr lang="en-US" sz="3000" b="1" dirty="0">
                <a:solidFill>
                  <a:schemeClr val="accent1">
                    <a:lumMod val="75000"/>
                  </a:schemeClr>
                </a:solidFill>
                <a:latin typeface="Fira Sans Black" panose="020B0A03050000020004" pitchFamily="34" charset="0"/>
              </a:rPr>
              <a:t> </a:t>
            </a:r>
            <a:r>
              <a:rPr lang="id-ID" sz="3000" b="1" dirty="0">
                <a:solidFill>
                  <a:schemeClr val="accent1">
                    <a:lumMod val="75000"/>
                  </a:schemeClr>
                </a:solidFill>
                <a:latin typeface="Fira Sans Black" panose="020B0A03050000020004" pitchFamily="34" charset="0"/>
              </a:rPr>
              <a:t>Data Pribadi</a:t>
            </a:r>
            <a:endParaRPr lang="en-ID" sz="3000" b="1" dirty="0">
              <a:solidFill>
                <a:schemeClr val="accent1">
                  <a:lumMod val="75000"/>
                </a:schemeClr>
              </a:solidFill>
              <a:latin typeface="Fira Sans Black" panose="020B0A030500000200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502596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C91897-2198-E3CA-5C99-EC44764A2F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F558210-0853-9D7C-D0C0-EE0283AA4F1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856920" y="6228636"/>
            <a:ext cx="2743200" cy="236803"/>
          </a:xfrm>
        </p:spPr>
        <p:txBody>
          <a:bodyPr/>
          <a:lstStyle/>
          <a:p>
            <a:fld id="{DBE5F007-28FD-B845-A833-24BC97E499D9}" type="slidenum">
              <a:rPr lang="uk-UA" altLang="en-US" smtClean="0"/>
              <a:pPr/>
              <a:t>12</a:t>
            </a:fld>
            <a:endParaRPr lang="uk-UA" altLang="en-US" dirty="0"/>
          </a:p>
        </p:txBody>
      </p:sp>
      <p:pic>
        <p:nvPicPr>
          <p:cNvPr id="51" name="Picture 50">
            <a:extLst>
              <a:ext uri="{FF2B5EF4-FFF2-40B4-BE49-F238E27FC236}">
                <a16:creationId xmlns:a16="http://schemas.microsoft.com/office/drawing/2014/main" id="{A7D945AD-0D2B-D61D-B1AE-F117D1BF3593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317785" y="184928"/>
            <a:ext cx="1689834" cy="34217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A598D42-029E-C0EF-ABCE-FB63B654DCB4}"/>
              </a:ext>
            </a:extLst>
          </p:cNvPr>
          <p:cNvSpPr txBox="1"/>
          <p:nvPr/>
        </p:nvSpPr>
        <p:spPr>
          <a:xfrm>
            <a:off x="139210" y="4743504"/>
            <a:ext cx="353101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2800" b="1" dirty="0">
                <a:solidFill>
                  <a:schemeClr val="accent1">
                    <a:lumMod val="75000"/>
                  </a:schemeClr>
                </a:solidFill>
                <a:latin typeface="Fira Sans Black" panose="020B0A03050000020004" pitchFamily="34" charset="0"/>
              </a:rPr>
              <a:t>Data Pribadi</a:t>
            </a:r>
            <a:r>
              <a:rPr lang="en-US" sz="2800" b="1" dirty="0">
                <a:solidFill>
                  <a:schemeClr val="accent1">
                    <a:lumMod val="75000"/>
                  </a:schemeClr>
                </a:solidFill>
                <a:latin typeface="Fira Sans Black" panose="020B0A03050000020004" pitchFamily="34" charset="0"/>
              </a:rPr>
              <a:t> </a:t>
            </a:r>
          </a:p>
          <a:p>
            <a:r>
              <a:rPr lang="en-US" sz="2800" b="1" dirty="0">
                <a:solidFill>
                  <a:schemeClr val="accent1">
                    <a:lumMod val="75000"/>
                  </a:schemeClr>
                </a:solidFill>
                <a:latin typeface="Fira Sans Black" panose="020B0A03050000020004" pitchFamily="34" charset="0"/>
              </a:rPr>
              <a:t>yang Harus di Jaga</a:t>
            </a:r>
            <a:endParaRPr lang="en-ID" sz="2800" b="1" dirty="0">
              <a:solidFill>
                <a:schemeClr val="accent1">
                  <a:lumMod val="75000"/>
                </a:schemeClr>
              </a:solidFill>
              <a:latin typeface="Fira Sans Black" panose="020B0A03050000020004" pitchFamily="34" charset="0"/>
            </a:endParaRP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1AA0169B-7363-04A5-14FE-79B316243D9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clrChange>
              <a:clrFrom>
                <a:srgbClr val="E1D8DB"/>
              </a:clrFrom>
              <a:clrTo>
                <a:srgbClr val="E1D8DB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758"/>
          <a:stretch>
            <a:fillRect/>
          </a:stretch>
        </p:blipFill>
        <p:spPr bwMode="auto">
          <a:xfrm>
            <a:off x="3764666" y="527106"/>
            <a:ext cx="7835454" cy="56028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5802547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54E940-E4F7-16CE-CDCE-0A0C3521D4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F6E49EA-2952-B33E-2E12-84B57D8835A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856920" y="6228636"/>
            <a:ext cx="2743200" cy="236803"/>
          </a:xfrm>
        </p:spPr>
        <p:txBody>
          <a:bodyPr/>
          <a:lstStyle/>
          <a:p>
            <a:fld id="{DBE5F007-28FD-B845-A833-24BC97E499D9}" type="slidenum">
              <a:rPr lang="uk-UA" altLang="en-US" smtClean="0"/>
              <a:pPr/>
              <a:t>13</a:t>
            </a:fld>
            <a:endParaRPr lang="uk-UA" altLang="en-US" dirty="0"/>
          </a:p>
        </p:txBody>
      </p:sp>
      <p:pic>
        <p:nvPicPr>
          <p:cNvPr id="51" name="Picture 50">
            <a:extLst>
              <a:ext uri="{FF2B5EF4-FFF2-40B4-BE49-F238E27FC236}">
                <a16:creationId xmlns:a16="http://schemas.microsoft.com/office/drawing/2014/main" id="{4CCDC53F-D8F3-B62C-4EBB-2844F14AA30E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317785" y="184928"/>
            <a:ext cx="1689834" cy="342178"/>
          </a:xfrm>
          <a:prstGeom prst="rect">
            <a:avLst/>
          </a:prstGeom>
        </p:spPr>
      </p:pic>
      <p:sp>
        <p:nvSpPr>
          <p:cNvPr id="3" name="Google Shape;191;p6">
            <a:extLst>
              <a:ext uri="{FF2B5EF4-FFF2-40B4-BE49-F238E27FC236}">
                <a16:creationId xmlns:a16="http://schemas.microsoft.com/office/drawing/2014/main" id="{F891AB4A-63A9-340A-1DC3-2A68201F0F4F}"/>
              </a:ext>
            </a:extLst>
          </p:cNvPr>
          <p:cNvSpPr txBox="1"/>
          <p:nvPr/>
        </p:nvSpPr>
        <p:spPr>
          <a:xfrm>
            <a:off x="561815" y="535803"/>
            <a:ext cx="6885772" cy="7448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id-ID" sz="2800" b="1" i="0" u="none" strike="noStrike" cap="none" dirty="0">
                <a:solidFill>
                  <a:srgbClr val="4472C4"/>
                </a:solidFill>
                <a:latin typeface="Fira Sans Black" panose="020B0A03050000020004" pitchFamily="34" charset="0"/>
                <a:ea typeface="Open Sans"/>
                <a:cs typeface="Open Sans"/>
                <a:sym typeface="Open Sans"/>
              </a:rPr>
              <a:t>DAMPAK </a:t>
            </a:r>
            <a:r>
              <a:rPr lang="en-US" sz="2800" b="1" i="0" u="none" strike="noStrike" cap="none" dirty="0">
                <a:solidFill>
                  <a:srgbClr val="4472C4"/>
                </a:solidFill>
                <a:latin typeface="Fira Sans Black" panose="020B0A03050000020004" pitchFamily="34" charset="0"/>
                <a:ea typeface="Open Sans"/>
                <a:cs typeface="Open Sans"/>
                <a:sym typeface="Open Sans"/>
              </a:rPr>
              <a:t>SERANGAN</a:t>
            </a:r>
            <a:r>
              <a:rPr lang="id-ID" sz="2800" b="1" i="0" u="none" strike="noStrike" cap="none" dirty="0">
                <a:solidFill>
                  <a:srgbClr val="4472C4"/>
                </a:solidFill>
                <a:latin typeface="Fira Sans Black" panose="020B0A03050000020004" pitchFamily="34" charset="0"/>
                <a:ea typeface="Open Sans"/>
                <a:cs typeface="Open Sans"/>
                <a:sym typeface="Open Sans"/>
              </a:rPr>
              <a:t> </a:t>
            </a:r>
            <a:r>
              <a:rPr lang="en-US" sz="4400" b="1" i="0" u="none" strike="noStrike" cap="none" dirty="0">
                <a:solidFill>
                  <a:srgbClr val="A5BBE3"/>
                </a:solidFill>
                <a:latin typeface="Fira Sans Black" panose="020B0A03050000020004" pitchFamily="34" charset="0"/>
                <a:ea typeface="Open Sans"/>
                <a:cs typeface="Open Sans"/>
                <a:sym typeface="Open Sans"/>
              </a:rPr>
              <a:t>HACKER</a:t>
            </a:r>
            <a:endParaRPr sz="2800" b="0" i="0" u="none" strike="noStrike" cap="none" dirty="0">
              <a:solidFill>
                <a:srgbClr val="A5BBE3"/>
              </a:solidFill>
              <a:latin typeface="Fira Sans Black" panose="020B0A03050000020004" pitchFamily="34" charset="0"/>
              <a:ea typeface="Open Sans"/>
              <a:cs typeface="Open Sans"/>
              <a:sym typeface="Open Sans"/>
            </a:endParaRPr>
          </a:p>
        </p:txBody>
      </p:sp>
      <p:sp>
        <p:nvSpPr>
          <p:cNvPr id="4" name="Google Shape;192;p6">
            <a:extLst>
              <a:ext uri="{FF2B5EF4-FFF2-40B4-BE49-F238E27FC236}">
                <a16:creationId xmlns:a16="http://schemas.microsoft.com/office/drawing/2014/main" id="{42BD7D68-21C8-0214-EADD-1C37FE290EF5}"/>
              </a:ext>
            </a:extLst>
          </p:cNvPr>
          <p:cNvSpPr txBox="1"/>
          <p:nvPr/>
        </p:nvSpPr>
        <p:spPr>
          <a:xfrm>
            <a:off x="561816" y="1370349"/>
            <a:ext cx="6659116" cy="1231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000" b="0" i="0" dirty="0" err="1">
                <a:solidFill>
                  <a:srgbClr val="123F7C"/>
                </a:solidFill>
                <a:effectLst/>
                <a:latin typeface="+mj-lt"/>
              </a:rPr>
              <a:t>Serangan</a:t>
            </a:r>
            <a:r>
              <a:rPr lang="en-US" sz="2000" b="0" i="0" dirty="0">
                <a:solidFill>
                  <a:srgbClr val="123F7C"/>
                </a:solidFill>
                <a:effectLst/>
                <a:latin typeface="+mj-lt"/>
              </a:rPr>
              <a:t> Hacker </a:t>
            </a:r>
            <a:r>
              <a:rPr lang="en-US" sz="2000" b="0" i="0" dirty="0" err="1">
                <a:solidFill>
                  <a:srgbClr val="123F7C"/>
                </a:solidFill>
                <a:effectLst/>
                <a:latin typeface="+mj-lt"/>
              </a:rPr>
              <a:t>dikenal</a:t>
            </a:r>
            <a:r>
              <a:rPr lang="en-US" sz="2000" b="0" i="0" dirty="0">
                <a:solidFill>
                  <a:srgbClr val="123F7C"/>
                </a:solidFill>
                <a:effectLst/>
                <a:latin typeface="+mj-lt"/>
              </a:rPr>
              <a:t> </a:t>
            </a:r>
            <a:r>
              <a:rPr lang="en-US" sz="2000" b="0" i="0" dirty="0" err="1">
                <a:solidFill>
                  <a:srgbClr val="123F7C"/>
                </a:solidFill>
                <a:effectLst/>
                <a:latin typeface="+mj-lt"/>
              </a:rPr>
              <a:t>dengan</a:t>
            </a:r>
            <a:r>
              <a:rPr lang="en-US" sz="2000" b="0" i="0" dirty="0">
                <a:solidFill>
                  <a:srgbClr val="123F7C"/>
                </a:solidFill>
                <a:effectLst/>
                <a:latin typeface="+mj-lt"/>
              </a:rPr>
              <a:t> Hacking </a:t>
            </a:r>
            <a:r>
              <a:rPr lang="en-US" sz="2000" b="0" i="0" dirty="0" err="1">
                <a:solidFill>
                  <a:srgbClr val="123F7C"/>
                </a:solidFill>
                <a:effectLst/>
                <a:latin typeface="+mj-lt"/>
              </a:rPr>
              <a:t>merupakan</a:t>
            </a:r>
            <a:r>
              <a:rPr lang="en-US" sz="2000" b="0" i="0" dirty="0">
                <a:solidFill>
                  <a:srgbClr val="123F7C"/>
                </a:solidFill>
                <a:effectLst/>
                <a:latin typeface="+mj-lt"/>
              </a:rPr>
              <a:t> </a:t>
            </a:r>
            <a:r>
              <a:rPr lang="en-US" sz="2000" b="0" i="0" dirty="0" err="1">
                <a:solidFill>
                  <a:srgbClr val="123F7C"/>
                </a:solidFill>
                <a:effectLst/>
                <a:latin typeface="+mj-lt"/>
              </a:rPr>
              <a:t>upaya</a:t>
            </a:r>
            <a:r>
              <a:rPr lang="en-US" sz="2000" b="0" i="0" dirty="0">
                <a:solidFill>
                  <a:srgbClr val="123F7C"/>
                </a:solidFill>
                <a:effectLst/>
                <a:latin typeface="+mj-lt"/>
              </a:rPr>
              <a:t> </a:t>
            </a:r>
            <a:r>
              <a:rPr lang="en-US" sz="2000" b="0" i="0" dirty="0" err="1">
                <a:solidFill>
                  <a:srgbClr val="123F7C"/>
                </a:solidFill>
                <a:effectLst/>
                <a:latin typeface="+mj-lt"/>
              </a:rPr>
              <a:t>menerobos</a:t>
            </a:r>
            <a:r>
              <a:rPr lang="en-US" sz="2000" b="0" i="0" dirty="0">
                <a:solidFill>
                  <a:srgbClr val="123F7C"/>
                </a:solidFill>
                <a:effectLst/>
                <a:latin typeface="+mj-lt"/>
              </a:rPr>
              <a:t> program computer </a:t>
            </a:r>
            <a:r>
              <a:rPr lang="en-US" sz="2000" b="0" i="0" dirty="0" err="1">
                <a:solidFill>
                  <a:srgbClr val="123F7C"/>
                </a:solidFill>
                <a:effectLst/>
                <a:latin typeface="+mj-lt"/>
              </a:rPr>
              <a:t>milik</a:t>
            </a:r>
            <a:r>
              <a:rPr lang="en-US" sz="2000" b="0" i="0" dirty="0">
                <a:solidFill>
                  <a:srgbClr val="123F7C"/>
                </a:solidFill>
                <a:effectLst/>
                <a:latin typeface="+mj-lt"/>
              </a:rPr>
              <a:t> </a:t>
            </a:r>
            <a:r>
              <a:rPr lang="en-US" sz="2000" b="0" i="0" dirty="0" err="1">
                <a:solidFill>
                  <a:srgbClr val="123F7C"/>
                </a:solidFill>
                <a:effectLst/>
                <a:latin typeface="+mj-lt"/>
              </a:rPr>
              <a:t>pihak</a:t>
            </a:r>
            <a:r>
              <a:rPr lang="en-US" sz="2000" b="0" i="0" dirty="0">
                <a:solidFill>
                  <a:srgbClr val="123F7C"/>
                </a:solidFill>
                <a:effectLst/>
                <a:latin typeface="+mj-lt"/>
              </a:rPr>
              <a:t> lain, </a:t>
            </a:r>
            <a:r>
              <a:rPr lang="en-US" sz="2000" b="0" i="0" dirty="0" err="1">
                <a:solidFill>
                  <a:srgbClr val="123F7C"/>
                </a:solidFill>
                <a:effectLst/>
                <a:latin typeface="+mj-lt"/>
              </a:rPr>
              <a:t>mengambil</a:t>
            </a:r>
            <a:r>
              <a:rPr lang="en-US" sz="2000" b="0" i="0" dirty="0">
                <a:solidFill>
                  <a:srgbClr val="123F7C"/>
                </a:solidFill>
                <a:effectLst/>
                <a:latin typeface="+mj-lt"/>
              </a:rPr>
              <a:t> </a:t>
            </a:r>
            <a:r>
              <a:rPr lang="en-US" sz="2000" b="0" i="0" dirty="0" err="1">
                <a:solidFill>
                  <a:srgbClr val="123F7C"/>
                </a:solidFill>
                <a:effectLst/>
                <a:latin typeface="+mj-lt"/>
              </a:rPr>
              <a:t>alih</a:t>
            </a:r>
            <a:r>
              <a:rPr lang="en-US" sz="2000" b="0" i="0" dirty="0">
                <a:solidFill>
                  <a:srgbClr val="123F7C"/>
                </a:solidFill>
                <a:effectLst/>
                <a:latin typeface="+mj-lt"/>
              </a:rPr>
              <a:t> system </a:t>
            </a:r>
            <a:r>
              <a:rPr lang="en-US" sz="2000" b="0" i="0" dirty="0" err="1">
                <a:solidFill>
                  <a:srgbClr val="123F7C"/>
                </a:solidFill>
                <a:effectLst/>
                <a:latin typeface="+mj-lt"/>
              </a:rPr>
              <a:t>jaringan</a:t>
            </a:r>
            <a:r>
              <a:rPr lang="en-US" sz="2000" b="0" i="0" dirty="0">
                <a:solidFill>
                  <a:srgbClr val="123F7C"/>
                </a:solidFill>
                <a:effectLst/>
                <a:latin typeface="+mj-lt"/>
              </a:rPr>
              <a:t>, </a:t>
            </a:r>
            <a:r>
              <a:rPr lang="en-US" sz="2000" b="0" i="0" dirty="0" err="1">
                <a:solidFill>
                  <a:srgbClr val="123F7C"/>
                </a:solidFill>
                <a:effectLst/>
                <a:latin typeface="+mj-lt"/>
              </a:rPr>
              <a:t>akun</a:t>
            </a:r>
            <a:r>
              <a:rPr lang="en-US" sz="2000" b="0" i="0" dirty="0">
                <a:solidFill>
                  <a:srgbClr val="123F7C"/>
                </a:solidFill>
                <a:effectLst/>
                <a:latin typeface="+mj-lt"/>
              </a:rPr>
              <a:t> digital, </a:t>
            </a:r>
            <a:r>
              <a:rPr lang="en-US" sz="2000" b="0" i="0" dirty="0" err="1">
                <a:solidFill>
                  <a:srgbClr val="123F7C"/>
                </a:solidFill>
                <a:effectLst/>
                <a:latin typeface="+mj-lt"/>
              </a:rPr>
              <a:t>akun</a:t>
            </a:r>
            <a:r>
              <a:rPr lang="en-US" sz="2000" b="0" i="0" dirty="0">
                <a:solidFill>
                  <a:srgbClr val="123F7C"/>
                </a:solidFill>
                <a:effectLst/>
                <a:latin typeface="+mj-lt"/>
              </a:rPr>
              <a:t> </a:t>
            </a:r>
            <a:r>
              <a:rPr lang="en-US" sz="2000" b="0" i="0" dirty="0" err="1">
                <a:solidFill>
                  <a:srgbClr val="123F7C"/>
                </a:solidFill>
                <a:effectLst/>
                <a:latin typeface="+mj-lt"/>
              </a:rPr>
              <a:t>perbankan</a:t>
            </a:r>
            <a:r>
              <a:rPr lang="en-US" sz="2000" b="0" i="0" dirty="0">
                <a:solidFill>
                  <a:srgbClr val="123F7C"/>
                </a:solidFill>
                <a:effectLst/>
                <a:latin typeface="+mj-lt"/>
              </a:rPr>
              <a:t>, </a:t>
            </a:r>
            <a:r>
              <a:rPr lang="en-US" sz="2000" b="0" i="0" dirty="0" err="1">
                <a:solidFill>
                  <a:srgbClr val="123F7C"/>
                </a:solidFill>
                <a:effectLst/>
                <a:latin typeface="+mj-lt"/>
              </a:rPr>
              <a:t>mengambil</a:t>
            </a:r>
            <a:r>
              <a:rPr lang="en-US" sz="2000" b="0" i="0" dirty="0">
                <a:solidFill>
                  <a:srgbClr val="123F7C"/>
                </a:solidFill>
                <a:effectLst/>
                <a:latin typeface="+mj-lt"/>
              </a:rPr>
              <a:t> </a:t>
            </a:r>
            <a:r>
              <a:rPr lang="en-US" sz="2000" b="0" i="0" dirty="0" err="1">
                <a:solidFill>
                  <a:srgbClr val="123F7C"/>
                </a:solidFill>
                <a:effectLst/>
                <a:latin typeface="+mj-lt"/>
              </a:rPr>
              <a:t>alih</a:t>
            </a:r>
            <a:r>
              <a:rPr lang="en-US" sz="2000" b="0" i="0" dirty="0">
                <a:solidFill>
                  <a:srgbClr val="123F7C"/>
                </a:solidFill>
                <a:effectLst/>
                <a:latin typeface="+mj-lt"/>
              </a:rPr>
              <a:t> social media </a:t>
            </a:r>
            <a:r>
              <a:rPr lang="en-US" sz="2000" b="0" i="0" dirty="0" err="1">
                <a:solidFill>
                  <a:srgbClr val="123F7C"/>
                </a:solidFill>
                <a:effectLst/>
                <a:latin typeface="+mj-lt"/>
              </a:rPr>
              <a:t>dsb</a:t>
            </a:r>
            <a:endParaRPr lang="id-ID" sz="2000" b="0" i="0" dirty="0">
              <a:solidFill>
                <a:srgbClr val="123F7C"/>
              </a:solidFill>
              <a:effectLst/>
              <a:latin typeface="+mj-lt"/>
            </a:endParaRPr>
          </a:p>
        </p:txBody>
      </p:sp>
      <p:sp>
        <p:nvSpPr>
          <p:cNvPr id="5" name="Google Shape;191;p6">
            <a:extLst>
              <a:ext uri="{FF2B5EF4-FFF2-40B4-BE49-F238E27FC236}">
                <a16:creationId xmlns:a16="http://schemas.microsoft.com/office/drawing/2014/main" id="{8A94E3A5-C51B-307B-17E0-61AC9841DCA9}"/>
              </a:ext>
            </a:extLst>
          </p:cNvPr>
          <p:cNvSpPr txBox="1"/>
          <p:nvPr/>
        </p:nvSpPr>
        <p:spPr>
          <a:xfrm>
            <a:off x="582237" y="2787645"/>
            <a:ext cx="6885772" cy="473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2800" b="1" i="0" u="none" strike="noStrike" cap="none" dirty="0">
                <a:solidFill>
                  <a:srgbClr val="A5BBE3"/>
                </a:solidFill>
                <a:latin typeface="Fira Sans Black" panose="020B0A03050000020004" pitchFamily="34" charset="0"/>
                <a:ea typeface="Open Sans"/>
                <a:cs typeface="Open Sans"/>
                <a:sym typeface="Open Sans"/>
              </a:rPr>
              <a:t>JENIS SERANGAN HACKER</a:t>
            </a:r>
            <a:endParaRPr sz="1600" b="0" i="0" u="none" strike="noStrike" cap="none" dirty="0">
              <a:solidFill>
                <a:srgbClr val="A5BBE3"/>
              </a:solidFill>
              <a:latin typeface="Fira Sans Black" panose="020B0A03050000020004" pitchFamily="34" charset="0"/>
              <a:ea typeface="Open Sans"/>
              <a:cs typeface="Open Sans"/>
              <a:sym typeface="Open Sans"/>
            </a:endParaRPr>
          </a:p>
        </p:txBody>
      </p:sp>
      <p:sp>
        <p:nvSpPr>
          <p:cNvPr id="6" name="Google Shape;192;p6">
            <a:extLst>
              <a:ext uri="{FF2B5EF4-FFF2-40B4-BE49-F238E27FC236}">
                <a16:creationId xmlns:a16="http://schemas.microsoft.com/office/drawing/2014/main" id="{69246FC1-D2EA-693B-E102-3DEA7E37ECBC}"/>
              </a:ext>
            </a:extLst>
          </p:cNvPr>
          <p:cNvSpPr txBox="1"/>
          <p:nvPr/>
        </p:nvSpPr>
        <p:spPr>
          <a:xfrm>
            <a:off x="662704" y="3236354"/>
            <a:ext cx="6163902" cy="2462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23F7C"/>
                </a:solidFill>
                <a:latin typeface="+mj-lt"/>
              </a:rPr>
              <a:t>Crypto Mining : </a:t>
            </a:r>
            <a:r>
              <a:rPr lang="en-US" sz="2000" dirty="0" err="1">
                <a:solidFill>
                  <a:srgbClr val="123F7C"/>
                </a:solidFill>
                <a:latin typeface="+mj-lt"/>
              </a:rPr>
              <a:t>ambil</a:t>
            </a:r>
            <a:r>
              <a:rPr lang="en-US" sz="2000" dirty="0">
                <a:solidFill>
                  <a:srgbClr val="123F7C"/>
                </a:solidFill>
                <a:latin typeface="+mj-lt"/>
              </a:rPr>
              <a:t> </a:t>
            </a:r>
            <a:r>
              <a:rPr lang="en-US" sz="2000" dirty="0" err="1">
                <a:solidFill>
                  <a:srgbClr val="123F7C"/>
                </a:solidFill>
                <a:latin typeface="+mj-lt"/>
              </a:rPr>
              <a:t>akun</a:t>
            </a:r>
            <a:r>
              <a:rPr lang="en-US" sz="2000" dirty="0">
                <a:solidFill>
                  <a:srgbClr val="123F7C"/>
                </a:solidFill>
                <a:latin typeface="+mj-lt"/>
              </a:rPr>
              <a:t> </a:t>
            </a:r>
            <a:r>
              <a:rPr lang="en-US" sz="2000" dirty="0" err="1">
                <a:solidFill>
                  <a:srgbClr val="123F7C"/>
                </a:solidFill>
                <a:latin typeface="+mj-lt"/>
              </a:rPr>
              <a:t>akun</a:t>
            </a:r>
            <a:r>
              <a:rPr lang="en-US" sz="2000" dirty="0">
                <a:solidFill>
                  <a:srgbClr val="123F7C"/>
                </a:solidFill>
                <a:latin typeface="+mj-lt"/>
              </a:rPr>
              <a:t> </a:t>
            </a:r>
            <a:r>
              <a:rPr lang="en-US" sz="2000" dirty="0" err="1">
                <a:solidFill>
                  <a:srgbClr val="123F7C"/>
                </a:solidFill>
                <a:latin typeface="+mj-lt"/>
              </a:rPr>
              <a:t>perbankan</a:t>
            </a:r>
            <a:endParaRPr lang="en-US" sz="2000" dirty="0">
              <a:solidFill>
                <a:srgbClr val="123F7C"/>
              </a:solidFill>
              <a:latin typeface="+mj-lt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123F7C"/>
                </a:solidFill>
                <a:effectLst/>
                <a:latin typeface="+mj-lt"/>
              </a:rPr>
              <a:t>Social Engineering : insert link/APK</a:t>
            </a: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 pitchFamily="34" charset="0"/>
              <a:buChar char="•"/>
            </a:pPr>
            <a:r>
              <a:rPr lang="en-US" sz="2000" b="0" i="0" dirty="0" err="1">
                <a:solidFill>
                  <a:srgbClr val="123F7C"/>
                </a:solidFill>
                <a:effectLst/>
                <a:latin typeface="+mj-lt"/>
              </a:rPr>
              <a:t>ClickJacking</a:t>
            </a:r>
            <a:r>
              <a:rPr lang="en-US" sz="2000" b="0" i="0" dirty="0">
                <a:solidFill>
                  <a:srgbClr val="123F7C"/>
                </a:solidFill>
                <a:effectLst/>
                <a:latin typeface="+mj-lt"/>
              </a:rPr>
              <a:t> : </a:t>
            </a:r>
            <a:r>
              <a:rPr lang="en-US" sz="2000" b="0" i="0" dirty="0" err="1">
                <a:solidFill>
                  <a:srgbClr val="123F7C"/>
                </a:solidFill>
                <a:effectLst/>
                <a:latin typeface="+mj-lt"/>
              </a:rPr>
              <a:t>menerobos</a:t>
            </a:r>
            <a:r>
              <a:rPr lang="en-US" sz="2000" b="0" i="0" dirty="0">
                <a:solidFill>
                  <a:srgbClr val="123F7C"/>
                </a:solidFill>
                <a:effectLst/>
                <a:latin typeface="+mj-lt"/>
              </a:rPr>
              <a:t> </a:t>
            </a:r>
            <a:r>
              <a:rPr lang="en-US" sz="2000" b="0" i="0" dirty="0" err="1">
                <a:solidFill>
                  <a:srgbClr val="123F7C"/>
                </a:solidFill>
                <a:effectLst/>
                <a:latin typeface="+mj-lt"/>
              </a:rPr>
              <a:t>masuk</a:t>
            </a:r>
            <a:r>
              <a:rPr lang="en-US" sz="2000" b="0" i="0" dirty="0">
                <a:solidFill>
                  <a:srgbClr val="123F7C"/>
                </a:solidFill>
                <a:effectLst/>
                <a:latin typeface="+mj-lt"/>
              </a:rPr>
              <a:t> via website</a:t>
            </a: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23F7C"/>
                </a:solidFill>
                <a:latin typeface="+mj-lt"/>
              </a:rPr>
              <a:t>Credential Ruses : </a:t>
            </a:r>
            <a:r>
              <a:rPr lang="en-US" sz="2000" dirty="0" err="1">
                <a:solidFill>
                  <a:srgbClr val="123F7C"/>
                </a:solidFill>
                <a:latin typeface="+mj-lt"/>
              </a:rPr>
              <a:t>mencuri</a:t>
            </a:r>
            <a:r>
              <a:rPr lang="en-US" sz="2000" dirty="0">
                <a:solidFill>
                  <a:srgbClr val="123F7C"/>
                </a:solidFill>
                <a:latin typeface="+mj-lt"/>
              </a:rPr>
              <a:t> password, PIN</a:t>
            </a: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123F7C"/>
                </a:solidFill>
                <a:effectLst/>
                <a:latin typeface="+mj-lt"/>
              </a:rPr>
              <a:t>Man in the middle : </a:t>
            </a:r>
            <a:r>
              <a:rPr lang="en-US" sz="2000" b="0" i="0" dirty="0" err="1">
                <a:solidFill>
                  <a:srgbClr val="123F7C"/>
                </a:solidFill>
                <a:effectLst/>
                <a:latin typeface="+mj-lt"/>
              </a:rPr>
              <a:t>memasuki</a:t>
            </a:r>
            <a:r>
              <a:rPr lang="en-US" sz="2000" b="0" i="0" dirty="0">
                <a:solidFill>
                  <a:srgbClr val="123F7C"/>
                </a:solidFill>
                <a:effectLst/>
                <a:latin typeface="+mj-lt"/>
              </a:rPr>
              <a:t> </a:t>
            </a:r>
            <a:r>
              <a:rPr lang="en-US" sz="2000" b="0" i="0" dirty="0" err="1">
                <a:solidFill>
                  <a:srgbClr val="123F7C"/>
                </a:solidFill>
                <a:effectLst/>
                <a:latin typeface="+mj-lt"/>
              </a:rPr>
              <a:t>cyrcle</a:t>
            </a:r>
            <a:r>
              <a:rPr lang="en-US" sz="2000" b="0" i="0" dirty="0">
                <a:solidFill>
                  <a:srgbClr val="123F7C"/>
                </a:solidFill>
                <a:effectLst/>
                <a:latin typeface="+mj-lt"/>
              </a:rPr>
              <a:t> </a:t>
            </a:r>
            <a:r>
              <a:rPr lang="en-US" sz="2000" b="0" i="0" dirty="0" err="1">
                <a:solidFill>
                  <a:srgbClr val="123F7C"/>
                </a:solidFill>
                <a:effectLst/>
                <a:latin typeface="+mj-lt"/>
              </a:rPr>
              <a:t>percakapan</a:t>
            </a:r>
            <a:endParaRPr lang="en-US" sz="2000" b="0" i="0" dirty="0">
              <a:solidFill>
                <a:srgbClr val="123F7C"/>
              </a:solidFill>
              <a:effectLst/>
              <a:latin typeface="+mj-lt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 pitchFamily="34" charset="0"/>
              <a:buChar char="•"/>
            </a:pPr>
            <a:r>
              <a:rPr lang="en-US" sz="2000" b="0" i="0" dirty="0" err="1">
                <a:solidFill>
                  <a:srgbClr val="123F7C"/>
                </a:solidFill>
                <a:effectLst/>
                <a:latin typeface="+mj-lt"/>
              </a:rPr>
              <a:t>Phising</a:t>
            </a:r>
            <a:r>
              <a:rPr lang="en-US" sz="2000" b="0" i="0" dirty="0">
                <a:solidFill>
                  <a:srgbClr val="123F7C"/>
                </a:solidFill>
                <a:effectLst/>
                <a:latin typeface="+mj-lt"/>
              </a:rPr>
              <a:t> : </a:t>
            </a:r>
            <a:r>
              <a:rPr lang="en-US" sz="2000" b="0" i="0" dirty="0" err="1">
                <a:solidFill>
                  <a:srgbClr val="123F7C"/>
                </a:solidFill>
                <a:effectLst/>
                <a:latin typeface="+mj-lt"/>
              </a:rPr>
              <a:t>Pencurian</a:t>
            </a:r>
            <a:r>
              <a:rPr lang="en-US" sz="2000" b="0" i="0" dirty="0">
                <a:solidFill>
                  <a:srgbClr val="123F7C"/>
                </a:solidFill>
                <a:effectLst/>
                <a:latin typeface="+mj-lt"/>
              </a:rPr>
              <a:t> data </a:t>
            </a:r>
            <a:r>
              <a:rPr lang="en-US" sz="2000" b="0" i="0" dirty="0" err="1">
                <a:solidFill>
                  <a:srgbClr val="123F7C"/>
                </a:solidFill>
                <a:effectLst/>
                <a:latin typeface="+mj-lt"/>
              </a:rPr>
              <a:t>melalui</a:t>
            </a:r>
            <a:r>
              <a:rPr lang="en-US" sz="2000" b="0" i="0" dirty="0">
                <a:solidFill>
                  <a:srgbClr val="123F7C"/>
                </a:solidFill>
                <a:effectLst/>
                <a:latin typeface="+mj-lt"/>
              </a:rPr>
              <a:t> </a:t>
            </a:r>
            <a:r>
              <a:rPr lang="en-US" sz="2000" b="0" i="0" dirty="0" err="1">
                <a:solidFill>
                  <a:srgbClr val="123F7C"/>
                </a:solidFill>
                <a:effectLst/>
                <a:latin typeface="+mj-lt"/>
              </a:rPr>
              <a:t>tautan</a:t>
            </a:r>
            <a:r>
              <a:rPr lang="en-US" sz="2000" b="0" i="0" dirty="0">
                <a:solidFill>
                  <a:srgbClr val="123F7C"/>
                </a:solidFill>
                <a:effectLst/>
                <a:latin typeface="+mj-lt"/>
              </a:rPr>
              <a:t> </a:t>
            </a:r>
            <a:r>
              <a:rPr lang="en-US" sz="2000" b="0" i="0" dirty="0" err="1">
                <a:solidFill>
                  <a:srgbClr val="123F7C"/>
                </a:solidFill>
                <a:effectLst/>
                <a:latin typeface="+mj-lt"/>
              </a:rPr>
              <a:t>tertentu</a:t>
            </a:r>
            <a:endParaRPr lang="en-US" sz="2000" b="0" i="0" dirty="0">
              <a:solidFill>
                <a:srgbClr val="123F7C"/>
              </a:solidFill>
              <a:effectLst/>
              <a:latin typeface="+mj-lt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23F7C"/>
                </a:solidFill>
                <a:latin typeface="+mj-lt"/>
              </a:rPr>
              <a:t>Spoofing : </a:t>
            </a:r>
            <a:r>
              <a:rPr lang="en-US" sz="2000" dirty="0" err="1">
                <a:solidFill>
                  <a:srgbClr val="123F7C"/>
                </a:solidFill>
                <a:latin typeface="+mj-lt"/>
              </a:rPr>
              <a:t>Menyamar</a:t>
            </a:r>
            <a:r>
              <a:rPr lang="en-US" sz="2000" dirty="0">
                <a:solidFill>
                  <a:srgbClr val="123F7C"/>
                </a:solidFill>
                <a:latin typeface="+mj-lt"/>
              </a:rPr>
              <a:t> </a:t>
            </a:r>
            <a:r>
              <a:rPr lang="en-US" sz="2000" dirty="0" err="1">
                <a:solidFill>
                  <a:srgbClr val="123F7C"/>
                </a:solidFill>
                <a:latin typeface="+mj-lt"/>
              </a:rPr>
              <a:t>sebagai</a:t>
            </a:r>
            <a:r>
              <a:rPr lang="en-US" sz="2000" dirty="0">
                <a:solidFill>
                  <a:srgbClr val="123F7C"/>
                </a:solidFill>
                <a:latin typeface="+mj-lt"/>
              </a:rPr>
              <a:t> </a:t>
            </a:r>
            <a:r>
              <a:rPr lang="en-US" sz="2000" dirty="0" err="1">
                <a:solidFill>
                  <a:srgbClr val="123F7C"/>
                </a:solidFill>
                <a:latin typeface="+mj-lt"/>
              </a:rPr>
              <a:t>pihak</a:t>
            </a:r>
            <a:r>
              <a:rPr lang="en-US" sz="2000" dirty="0">
                <a:solidFill>
                  <a:srgbClr val="123F7C"/>
                </a:solidFill>
                <a:latin typeface="+mj-lt"/>
              </a:rPr>
              <a:t> </a:t>
            </a:r>
            <a:r>
              <a:rPr lang="en-US" sz="2000" dirty="0" err="1">
                <a:solidFill>
                  <a:srgbClr val="123F7C"/>
                </a:solidFill>
                <a:latin typeface="+mj-lt"/>
              </a:rPr>
              <a:t>berwenang</a:t>
            </a:r>
            <a:endParaRPr lang="en-US" sz="2000" b="0" i="0" dirty="0">
              <a:solidFill>
                <a:srgbClr val="123F7C"/>
              </a:solidFill>
              <a:effectLst/>
              <a:latin typeface="+mj-lt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 pitchFamily="34" charset="0"/>
              <a:buChar char="•"/>
            </a:pPr>
            <a:endParaRPr lang="id-ID" sz="2000" b="0" i="0" dirty="0">
              <a:solidFill>
                <a:srgbClr val="123F7C"/>
              </a:solidFill>
              <a:effectLst/>
              <a:latin typeface="+mj-lt"/>
            </a:endParaRPr>
          </a:p>
        </p:txBody>
      </p:sp>
      <p:sp>
        <p:nvSpPr>
          <p:cNvPr id="7" name="Google Shape;193;p6">
            <a:extLst>
              <a:ext uri="{FF2B5EF4-FFF2-40B4-BE49-F238E27FC236}">
                <a16:creationId xmlns:a16="http://schemas.microsoft.com/office/drawing/2014/main" id="{F6BEF46F-6D30-1F9D-6220-7E32E3727240}"/>
              </a:ext>
            </a:extLst>
          </p:cNvPr>
          <p:cNvSpPr/>
          <p:nvPr/>
        </p:nvSpPr>
        <p:spPr>
          <a:xfrm>
            <a:off x="7543378" y="1332521"/>
            <a:ext cx="4364195" cy="913182"/>
          </a:xfrm>
          <a:custGeom>
            <a:avLst/>
            <a:gdLst/>
            <a:ahLst/>
            <a:cxnLst/>
            <a:rect l="l" t="t" r="r" b="b"/>
            <a:pathLst>
              <a:path w="7066131" h="1233792" extrusionOk="0">
                <a:moveTo>
                  <a:pt x="6941671" y="1233792"/>
                </a:moveTo>
                <a:lnTo>
                  <a:pt x="124460" y="1233792"/>
                </a:lnTo>
                <a:cubicBezTo>
                  <a:pt x="55880" y="1233792"/>
                  <a:pt x="0" y="1177912"/>
                  <a:pt x="0" y="1109332"/>
                </a:cubicBezTo>
                <a:lnTo>
                  <a:pt x="0" y="124460"/>
                </a:lnTo>
                <a:cubicBezTo>
                  <a:pt x="0" y="55880"/>
                  <a:pt x="55880" y="0"/>
                  <a:pt x="124460" y="0"/>
                </a:cubicBezTo>
                <a:lnTo>
                  <a:pt x="6941671" y="0"/>
                </a:lnTo>
                <a:cubicBezTo>
                  <a:pt x="7010251" y="0"/>
                  <a:pt x="7066131" y="55880"/>
                  <a:pt x="7066131" y="124460"/>
                </a:cubicBezTo>
                <a:lnTo>
                  <a:pt x="7066131" y="1109332"/>
                </a:lnTo>
                <a:cubicBezTo>
                  <a:pt x="7066131" y="1177912"/>
                  <a:pt x="7010251" y="1233792"/>
                  <a:pt x="6941671" y="123379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 dirty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PENYEBAB IDENTITAS</a:t>
            </a:r>
            <a:br>
              <a:rPr lang="id-ID" sz="2000" b="1" i="0" u="none" strike="noStrike" cap="none" dirty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en-US" sz="2000" b="1" i="0" u="none" strike="noStrike" cap="none" dirty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NETIZEN MUDAH DIBAJAK</a:t>
            </a:r>
            <a:endParaRPr sz="2000" b="1" i="0" u="none" strike="noStrike" cap="none" dirty="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" name="Google Shape;194;p6">
            <a:extLst>
              <a:ext uri="{FF2B5EF4-FFF2-40B4-BE49-F238E27FC236}">
                <a16:creationId xmlns:a16="http://schemas.microsoft.com/office/drawing/2014/main" id="{A925DEE3-5A7C-169A-AAA8-A245F1A11C10}"/>
              </a:ext>
            </a:extLst>
          </p:cNvPr>
          <p:cNvSpPr/>
          <p:nvPr/>
        </p:nvSpPr>
        <p:spPr>
          <a:xfrm>
            <a:off x="7543378" y="2372644"/>
            <a:ext cx="641403" cy="676035"/>
          </a:xfrm>
          <a:custGeom>
            <a:avLst/>
            <a:gdLst/>
            <a:ahLst/>
            <a:cxnLst/>
            <a:rect l="l" t="t" r="r" b="b"/>
            <a:pathLst>
              <a:path w="6321665" h="6350000" extrusionOk="0">
                <a:moveTo>
                  <a:pt x="3160833" y="0"/>
                </a:moveTo>
                <a:lnTo>
                  <a:pt x="3160833" y="0"/>
                </a:lnTo>
                <a:cubicBezTo>
                  <a:pt x="4908795" y="7817"/>
                  <a:pt x="6321666" y="1427021"/>
                  <a:pt x="6321666" y="3175000"/>
                </a:cubicBezTo>
                <a:cubicBezTo>
                  <a:pt x="6321666" y="4922979"/>
                  <a:pt x="4908795" y="6342183"/>
                  <a:pt x="3160833" y="6350000"/>
                </a:cubicBezTo>
                <a:cubicBezTo>
                  <a:pt x="1412871" y="6342183"/>
                  <a:pt x="0" y="4922979"/>
                  <a:pt x="0" y="3175000"/>
                </a:cubicBezTo>
                <a:cubicBezTo>
                  <a:pt x="0" y="1427021"/>
                  <a:pt x="1412871" y="7817"/>
                  <a:pt x="3160833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1</a:t>
            </a:r>
            <a:endParaRPr sz="2000" b="1" i="0" u="none" strike="noStrike" cap="none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" name="Google Shape;195;p6">
            <a:extLst>
              <a:ext uri="{FF2B5EF4-FFF2-40B4-BE49-F238E27FC236}">
                <a16:creationId xmlns:a16="http://schemas.microsoft.com/office/drawing/2014/main" id="{3EC2FABF-9E81-77E5-42DC-27DE4AADC77E}"/>
              </a:ext>
            </a:extLst>
          </p:cNvPr>
          <p:cNvSpPr/>
          <p:nvPr/>
        </p:nvSpPr>
        <p:spPr>
          <a:xfrm>
            <a:off x="8314122" y="2372644"/>
            <a:ext cx="3593452" cy="639693"/>
          </a:xfrm>
          <a:custGeom>
            <a:avLst/>
            <a:gdLst/>
            <a:ahLst/>
            <a:cxnLst/>
            <a:rect l="l" t="t" r="r" b="b"/>
            <a:pathLst>
              <a:path w="5429749" h="1233792" extrusionOk="0">
                <a:moveTo>
                  <a:pt x="5305289" y="1233792"/>
                </a:moveTo>
                <a:lnTo>
                  <a:pt x="124460" y="1233792"/>
                </a:lnTo>
                <a:cubicBezTo>
                  <a:pt x="55880" y="1233792"/>
                  <a:pt x="0" y="1177912"/>
                  <a:pt x="0" y="1109332"/>
                </a:cubicBezTo>
                <a:lnTo>
                  <a:pt x="0" y="124460"/>
                </a:lnTo>
                <a:cubicBezTo>
                  <a:pt x="0" y="55880"/>
                  <a:pt x="55880" y="0"/>
                  <a:pt x="124460" y="0"/>
                </a:cubicBezTo>
                <a:lnTo>
                  <a:pt x="5305289" y="0"/>
                </a:lnTo>
                <a:cubicBezTo>
                  <a:pt x="5373869" y="0"/>
                  <a:pt x="5429749" y="55880"/>
                  <a:pt x="5429749" y="124460"/>
                </a:cubicBezTo>
                <a:lnTo>
                  <a:pt x="5429749" y="1109332"/>
                </a:lnTo>
                <a:cubicBezTo>
                  <a:pt x="5429749" y="1177912"/>
                  <a:pt x="5373869" y="1233792"/>
                  <a:pt x="5305289" y="1233792"/>
                </a:cubicBezTo>
                <a:close/>
              </a:path>
            </a:pathLst>
          </a:custGeom>
          <a:solidFill>
            <a:srgbClr val="EDF0F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b="1" i="0" u="none" strike="noStrike" cap="none" dirty="0" err="1">
                <a:solidFill>
                  <a:srgbClr val="123F7C"/>
                </a:solidFill>
                <a:latin typeface="Open Sans"/>
                <a:ea typeface="Open Sans"/>
                <a:cs typeface="Open Sans"/>
                <a:sym typeface="Open Sans"/>
              </a:rPr>
              <a:t>Keamanan</a:t>
            </a:r>
            <a:r>
              <a:rPr lang="en-US" b="1" i="0" u="none" strike="noStrike" cap="none" dirty="0">
                <a:solidFill>
                  <a:srgbClr val="123F7C"/>
                </a:solidFill>
                <a:latin typeface="Open Sans"/>
                <a:ea typeface="Open Sans"/>
                <a:cs typeface="Open Sans"/>
                <a:sym typeface="Open Sans"/>
              </a:rPr>
              <a:t> password dan PIN yang </a:t>
            </a:r>
            <a:r>
              <a:rPr lang="en-US" b="1" i="0" u="none" strike="noStrike" cap="none" dirty="0" err="1">
                <a:solidFill>
                  <a:srgbClr val="123F7C"/>
                </a:solidFill>
                <a:latin typeface="Open Sans"/>
                <a:ea typeface="Open Sans"/>
                <a:cs typeface="Open Sans"/>
                <a:sym typeface="Open Sans"/>
              </a:rPr>
              <a:t>buruk</a:t>
            </a:r>
            <a:endParaRPr b="1" i="0" u="none" strike="noStrike" cap="none" dirty="0">
              <a:solidFill>
                <a:srgbClr val="123F7C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" name="Google Shape;196;p6">
            <a:extLst>
              <a:ext uri="{FF2B5EF4-FFF2-40B4-BE49-F238E27FC236}">
                <a16:creationId xmlns:a16="http://schemas.microsoft.com/office/drawing/2014/main" id="{F06B0295-2DAA-9DF4-3856-85CEB07E6B27}"/>
              </a:ext>
            </a:extLst>
          </p:cNvPr>
          <p:cNvSpPr/>
          <p:nvPr/>
        </p:nvSpPr>
        <p:spPr>
          <a:xfrm>
            <a:off x="7543378" y="3117093"/>
            <a:ext cx="641403" cy="676035"/>
          </a:xfrm>
          <a:custGeom>
            <a:avLst/>
            <a:gdLst/>
            <a:ahLst/>
            <a:cxnLst/>
            <a:rect l="l" t="t" r="r" b="b"/>
            <a:pathLst>
              <a:path w="6321665" h="6350000" extrusionOk="0">
                <a:moveTo>
                  <a:pt x="3160833" y="0"/>
                </a:moveTo>
                <a:lnTo>
                  <a:pt x="3160833" y="0"/>
                </a:lnTo>
                <a:cubicBezTo>
                  <a:pt x="4908795" y="7817"/>
                  <a:pt x="6321666" y="1427021"/>
                  <a:pt x="6321666" y="3175000"/>
                </a:cubicBezTo>
                <a:cubicBezTo>
                  <a:pt x="6321666" y="4922979"/>
                  <a:pt x="4908795" y="6342183"/>
                  <a:pt x="3160833" y="6350000"/>
                </a:cubicBezTo>
                <a:cubicBezTo>
                  <a:pt x="1412871" y="6342183"/>
                  <a:pt x="0" y="4922979"/>
                  <a:pt x="0" y="3175000"/>
                </a:cubicBezTo>
                <a:cubicBezTo>
                  <a:pt x="0" y="1427021"/>
                  <a:pt x="1412871" y="7817"/>
                  <a:pt x="3160833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endParaRPr sz="2000" b="1" i="0" u="none" strike="noStrike" cap="none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" name="Google Shape;197;p6">
            <a:extLst>
              <a:ext uri="{FF2B5EF4-FFF2-40B4-BE49-F238E27FC236}">
                <a16:creationId xmlns:a16="http://schemas.microsoft.com/office/drawing/2014/main" id="{D9DBC8AD-24CB-33C4-473E-B48061CA07A3}"/>
              </a:ext>
            </a:extLst>
          </p:cNvPr>
          <p:cNvSpPr/>
          <p:nvPr/>
        </p:nvSpPr>
        <p:spPr>
          <a:xfrm>
            <a:off x="8314122" y="3117093"/>
            <a:ext cx="3593452" cy="639693"/>
          </a:xfrm>
          <a:custGeom>
            <a:avLst/>
            <a:gdLst/>
            <a:ahLst/>
            <a:cxnLst/>
            <a:rect l="l" t="t" r="r" b="b"/>
            <a:pathLst>
              <a:path w="5429749" h="1233792" extrusionOk="0">
                <a:moveTo>
                  <a:pt x="5305289" y="1233792"/>
                </a:moveTo>
                <a:lnTo>
                  <a:pt x="124460" y="1233792"/>
                </a:lnTo>
                <a:cubicBezTo>
                  <a:pt x="55880" y="1233792"/>
                  <a:pt x="0" y="1177912"/>
                  <a:pt x="0" y="1109332"/>
                </a:cubicBezTo>
                <a:lnTo>
                  <a:pt x="0" y="124460"/>
                </a:lnTo>
                <a:cubicBezTo>
                  <a:pt x="0" y="55880"/>
                  <a:pt x="55880" y="0"/>
                  <a:pt x="124460" y="0"/>
                </a:cubicBezTo>
                <a:lnTo>
                  <a:pt x="5305289" y="0"/>
                </a:lnTo>
                <a:cubicBezTo>
                  <a:pt x="5373869" y="0"/>
                  <a:pt x="5429749" y="55880"/>
                  <a:pt x="5429749" y="124460"/>
                </a:cubicBezTo>
                <a:lnTo>
                  <a:pt x="5429749" y="1109332"/>
                </a:lnTo>
                <a:cubicBezTo>
                  <a:pt x="5429749" y="1177912"/>
                  <a:pt x="5373869" y="1233792"/>
                  <a:pt x="5305289" y="1233792"/>
                </a:cubicBezTo>
                <a:close/>
              </a:path>
            </a:pathLst>
          </a:custGeom>
          <a:solidFill>
            <a:srgbClr val="EDF0F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b="1" i="0" u="none" strike="noStrike" cap="none" dirty="0" err="1">
                <a:solidFill>
                  <a:srgbClr val="123F7C"/>
                </a:solidFill>
                <a:latin typeface="Open Sans"/>
                <a:ea typeface="Open Sans"/>
                <a:cs typeface="Open Sans"/>
                <a:sym typeface="Open Sans"/>
              </a:rPr>
              <a:t>Terlalu</a:t>
            </a:r>
            <a:r>
              <a:rPr lang="en-US" b="1" i="0" u="none" strike="noStrike" cap="none" dirty="0">
                <a:solidFill>
                  <a:srgbClr val="123F7C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b="1" i="0" u="none" strike="noStrike" cap="none" dirty="0" err="1">
                <a:solidFill>
                  <a:srgbClr val="123F7C"/>
                </a:solidFill>
                <a:latin typeface="Open Sans"/>
                <a:ea typeface="Open Sans"/>
                <a:cs typeface="Open Sans"/>
                <a:sym typeface="Open Sans"/>
              </a:rPr>
              <a:t>banyak</a:t>
            </a:r>
            <a:r>
              <a:rPr lang="en-US" b="1" i="0" u="none" strike="noStrike" cap="none" dirty="0">
                <a:solidFill>
                  <a:srgbClr val="123F7C"/>
                </a:solidFill>
                <a:latin typeface="Open Sans"/>
                <a:ea typeface="Open Sans"/>
                <a:cs typeface="Open Sans"/>
                <a:sym typeface="Open Sans"/>
              </a:rPr>
              <a:t> asset digital yang </a:t>
            </a:r>
            <a:r>
              <a:rPr lang="en-US" b="1" i="0" u="none" strike="noStrike" cap="none" dirty="0" err="1">
                <a:solidFill>
                  <a:srgbClr val="123F7C"/>
                </a:solidFill>
                <a:latin typeface="Open Sans"/>
                <a:ea typeface="Open Sans"/>
                <a:cs typeface="Open Sans"/>
                <a:sym typeface="Open Sans"/>
              </a:rPr>
              <a:t>sudah</a:t>
            </a:r>
            <a:r>
              <a:rPr lang="en-US" b="1" i="0" u="none" strike="noStrike" cap="none" dirty="0">
                <a:solidFill>
                  <a:srgbClr val="123F7C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b="1" i="0" u="none" strike="noStrike" cap="none" dirty="0" err="1">
                <a:solidFill>
                  <a:srgbClr val="123F7C"/>
                </a:solidFill>
                <a:latin typeface="Open Sans"/>
                <a:ea typeface="Open Sans"/>
                <a:cs typeface="Open Sans"/>
                <a:sym typeface="Open Sans"/>
              </a:rPr>
              <a:t>tidak</a:t>
            </a:r>
            <a:r>
              <a:rPr lang="en-US" b="1" i="0" u="none" strike="noStrike" cap="none" dirty="0">
                <a:solidFill>
                  <a:srgbClr val="123F7C"/>
                </a:solidFill>
                <a:latin typeface="Open Sans"/>
                <a:ea typeface="Open Sans"/>
                <a:cs typeface="Open Sans"/>
                <a:sym typeface="Open Sans"/>
              </a:rPr>
              <a:t> di </a:t>
            </a:r>
            <a:r>
              <a:rPr lang="en-US" b="1" i="0" u="none" strike="noStrike" cap="none" dirty="0" err="1">
                <a:solidFill>
                  <a:srgbClr val="123F7C"/>
                </a:solidFill>
                <a:latin typeface="Open Sans"/>
                <a:ea typeface="Open Sans"/>
                <a:cs typeface="Open Sans"/>
                <a:sym typeface="Open Sans"/>
              </a:rPr>
              <a:t>pakai</a:t>
            </a:r>
            <a:endParaRPr b="1" i="0" u="none" strike="noStrike" cap="none" dirty="0">
              <a:solidFill>
                <a:srgbClr val="123F7C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" name="Google Shape;198;p6">
            <a:extLst>
              <a:ext uri="{FF2B5EF4-FFF2-40B4-BE49-F238E27FC236}">
                <a16:creationId xmlns:a16="http://schemas.microsoft.com/office/drawing/2014/main" id="{FB78CF60-7281-25DC-D823-907F4FF30D8F}"/>
              </a:ext>
            </a:extLst>
          </p:cNvPr>
          <p:cNvSpPr/>
          <p:nvPr/>
        </p:nvSpPr>
        <p:spPr>
          <a:xfrm>
            <a:off x="7543377" y="3879878"/>
            <a:ext cx="641403" cy="676035"/>
          </a:xfrm>
          <a:custGeom>
            <a:avLst/>
            <a:gdLst/>
            <a:ahLst/>
            <a:cxnLst/>
            <a:rect l="l" t="t" r="r" b="b"/>
            <a:pathLst>
              <a:path w="6321665" h="6350000" extrusionOk="0">
                <a:moveTo>
                  <a:pt x="3160833" y="0"/>
                </a:moveTo>
                <a:lnTo>
                  <a:pt x="3160833" y="0"/>
                </a:lnTo>
                <a:cubicBezTo>
                  <a:pt x="4908795" y="7817"/>
                  <a:pt x="6321666" y="1427021"/>
                  <a:pt x="6321666" y="3175000"/>
                </a:cubicBezTo>
                <a:cubicBezTo>
                  <a:pt x="6321666" y="4922979"/>
                  <a:pt x="4908795" y="6342183"/>
                  <a:pt x="3160833" y="6350000"/>
                </a:cubicBezTo>
                <a:cubicBezTo>
                  <a:pt x="1412871" y="6342183"/>
                  <a:pt x="0" y="4922979"/>
                  <a:pt x="0" y="3175000"/>
                </a:cubicBezTo>
                <a:cubicBezTo>
                  <a:pt x="0" y="1427021"/>
                  <a:pt x="1412871" y="7817"/>
                  <a:pt x="3160833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  <a:endParaRPr sz="2000" b="1" i="0" u="none" strike="noStrike" cap="none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" name="Google Shape;199;p6">
            <a:extLst>
              <a:ext uri="{FF2B5EF4-FFF2-40B4-BE49-F238E27FC236}">
                <a16:creationId xmlns:a16="http://schemas.microsoft.com/office/drawing/2014/main" id="{78616722-FCF1-C282-150D-018F66275A5C}"/>
              </a:ext>
            </a:extLst>
          </p:cNvPr>
          <p:cNvSpPr/>
          <p:nvPr/>
        </p:nvSpPr>
        <p:spPr>
          <a:xfrm>
            <a:off x="8314121" y="3875813"/>
            <a:ext cx="3593452" cy="639693"/>
          </a:xfrm>
          <a:custGeom>
            <a:avLst/>
            <a:gdLst/>
            <a:ahLst/>
            <a:cxnLst/>
            <a:rect l="l" t="t" r="r" b="b"/>
            <a:pathLst>
              <a:path w="5429749" h="1233792" extrusionOk="0">
                <a:moveTo>
                  <a:pt x="5305289" y="1233792"/>
                </a:moveTo>
                <a:lnTo>
                  <a:pt x="124460" y="1233792"/>
                </a:lnTo>
                <a:cubicBezTo>
                  <a:pt x="55880" y="1233792"/>
                  <a:pt x="0" y="1177912"/>
                  <a:pt x="0" y="1109332"/>
                </a:cubicBezTo>
                <a:lnTo>
                  <a:pt x="0" y="124460"/>
                </a:lnTo>
                <a:cubicBezTo>
                  <a:pt x="0" y="55880"/>
                  <a:pt x="55880" y="0"/>
                  <a:pt x="124460" y="0"/>
                </a:cubicBezTo>
                <a:lnTo>
                  <a:pt x="5305289" y="0"/>
                </a:lnTo>
                <a:cubicBezTo>
                  <a:pt x="5373869" y="0"/>
                  <a:pt x="5429749" y="55880"/>
                  <a:pt x="5429749" y="124460"/>
                </a:cubicBezTo>
                <a:lnTo>
                  <a:pt x="5429749" y="1109332"/>
                </a:lnTo>
                <a:cubicBezTo>
                  <a:pt x="5429749" y="1177912"/>
                  <a:pt x="5373869" y="1233792"/>
                  <a:pt x="5305289" y="1233792"/>
                </a:cubicBezTo>
                <a:close/>
              </a:path>
            </a:pathLst>
          </a:custGeom>
          <a:solidFill>
            <a:srgbClr val="EDF0F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b="1" i="0" u="none" strike="noStrike" cap="none" dirty="0" err="1">
                <a:solidFill>
                  <a:srgbClr val="123F7C"/>
                </a:solidFill>
                <a:latin typeface="Open Sans"/>
                <a:ea typeface="Open Sans"/>
                <a:cs typeface="Open Sans"/>
                <a:sym typeface="Open Sans"/>
              </a:rPr>
              <a:t>Tidak</a:t>
            </a:r>
            <a:r>
              <a:rPr lang="en-US" b="1" i="0" u="none" strike="noStrike" cap="none" dirty="0">
                <a:solidFill>
                  <a:srgbClr val="123F7C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b="1" i="0" u="none" strike="noStrike" cap="none" dirty="0" err="1">
                <a:solidFill>
                  <a:srgbClr val="123F7C"/>
                </a:solidFill>
                <a:latin typeface="Open Sans"/>
                <a:ea typeface="Open Sans"/>
                <a:cs typeface="Open Sans"/>
                <a:sym typeface="Open Sans"/>
              </a:rPr>
              <a:t>memanfaatkan</a:t>
            </a:r>
            <a:r>
              <a:rPr lang="en-US" b="1" i="0" u="none" strike="noStrike" cap="none" dirty="0">
                <a:solidFill>
                  <a:srgbClr val="123F7C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b="1" i="0" u="none" strike="noStrike" cap="none" dirty="0" err="1">
                <a:solidFill>
                  <a:srgbClr val="123F7C"/>
                </a:solidFill>
                <a:latin typeface="Open Sans"/>
                <a:ea typeface="Open Sans"/>
                <a:cs typeface="Open Sans"/>
                <a:sym typeface="Open Sans"/>
              </a:rPr>
              <a:t>Autentifikasi</a:t>
            </a:r>
            <a:r>
              <a:rPr lang="en-US" b="1" i="0" u="none" strike="noStrike" cap="none" dirty="0">
                <a:solidFill>
                  <a:srgbClr val="123F7C"/>
                </a:solidFill>
                <a:latin typeface="Open Sans"/>
                <a:ea typeface="Open Sans"/>
                <a:cs typeface="Open Sans"/>
                <a:sym typeface="Open Sans"/>
              </a:rPr>
              <a:t> 2 factor pada </a:t>
            </a:r>
            <a:r>
              <a:rPr lang="en-US" b="1" i="0" u="none" strike="noStrike" cap="none" dirty="0" err="1">
                <a:solidFill>
                  <a:srgbClr val="123F7C"/>
                </a:solidFill>
                <a:latin typeface="Open Sans"/>
                <a:ea typeface="Open Sans"/>
                <a:cs typeface="Open Sans"/>
                <a:sym typeface="Open Sans"/>
              </a:rPr>
              <a:t>akun</a:t>
            </a:r>
            <a:r>
              <a:rPr lang="en-US" b="1" i="0" u="none" strike="noStrike" cap="none" dirty="0">
                <a:solidFill>
                  <a:srgbClr val="123F7C"/>
                </a:solidFill>
                <a:latin typeface="Open Sans"/>
                <a:ea typeface="Open Sans"/>
                <a:cs typeface="Open Sans"/>
                <a:sym typeface="Open Sans"/>
              </a:rPr>
              <a:t> digital</a:t>
            </a:r>
            <a:endParaRPr b="1" dirty="0">
              <a:solidFill>
                <a:srgbClr val="123F7C"/>
              </a:solidFill>
            </a:endParaRPr>
          </a:p>
        </p:txBody>
      </p:sp>
      <p:sp>
        <p:nvSpPr>
          <p:cNvPr id="14" name="Google Shape;200;p6">
            <a:extLst>
              <a:ext uri="{FF2B5EF4-FFF2-40B4-BE49-F238E27FC236}">
                <a16:creationId xmlns:a16="http://schemas.microsoft.com/office/drawing/2014/main" id="{A326EB0B-2805-6250-2599-DEEE25D1D61F}"/>
              </a:ext>
            </a:extLst>
          </p:cNvPr>
          <p:cNvSpPr/>
          <p:nvPr/>
        </p:nvSpPr>
        <p:spPr>
          <a:xfrm>
            <a:off x="7543377" y="4620262"/>
            <a:ext cx="641403" cy="676035"/>
          </a:xfrm>
          <a:custGeom>
            <a:avLst/>
            <a:gdLst/>
            <a:ahLst/>
            <a:cxnLst/>
            <a:rect l="l" t="t" r="r" b="b"/>
            <a:pathLst>
              <a:path w="6321665" h="6350000" extrusionOk="0">
                <a:moveTo>
                  <a:pt x="3160833" y="0"/>
                </a:moveTo>
                <a:lnTo>
                  <a:pt x="3160833" y="0"/>
                </a:lnTo>
                <a:cubicBezTo>
                  <a:pt x="4908795" y="7817"/>
                  <a:pt x="6321666" y="1427021"/>
                  <a:pt x="6321666" y="3175000"/>
                </a:cubicBezTo>
                <a:cubicBezTo>
                  <a:pt x="6321666" y="4922979"/>
                  <a:pt x="4908795" y="6342183"/>
                  <a:pt x="3160833" y="6350000"/>
                </a:cubicBezTo>
                <a:cubicBezTo>
                  <a:pt x="1412871" y="6342183"/>
                  <a:pt x="0" y="4922979"/>
                  <a:pt x="0" y="3175000"/>
                </a:cubicBezTo>
                <a:cubicBezTo>
                  <a:pt x="0" y="1427021"/>
                  <a:pt x="1412871" y="7817"/>
                  <a:pt x="3160833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4</a:t>
            </a:r>
            <a:endParaRPr sz="2000" b="1" i="0" u="none" strike="noStrike" cap="none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" name="Google Shape;201;p6">
            <a:extLst>
              <a:ext uri="{FF2B5EF4-FFF2-40B4-BE49-F238E27FC236}">
                <a16:creationId xmlns:a16="http://schemas.microsoft.com/office/drawing/2014/main" id="{D3847478-A0AF-3C33-268F-AE19CCD9FC72}"/>
              </a:ext>
            </a:extLst>
          </p:cNvPr>
          <p:cNvSpPr/>
          <p:nvPr/>
        </p:nvSpPr>
        <p:spPr>
          <a:xfrm>
            <a:off x="8314121" y="4620262"/>
            <a:ext cx="3593452" cy="639693"/>
          </a:xfrm>
          <a:custGeom>
            <a:avLst/>
            <a:gdLst/>
            <a:ahLst/>
            <a:cxnLst/>
            <a:rect l="l" t="t" r="r" b="b"/>
            <a:pathLst>
              <a:path w="5429749" h="1233792" extrusionOk="0">
                <a:moveTo>
                  <a:pt x="5305289" y="1233792"/>
                </a:moveTo>
                <a:lnTo>
                  <a:pt x="124460" y="1233792"/>
                </a:lnTo>
                <a:cubicBezTo>
                  <a:pt x="55880" y="1233792"/>
                  <a:pt x="0" y="1177912"/>
                  <a:pt x="0" y="1109332"/>
                </a:cubicBezTo>
                <a:lnTo>
                  <a:pt x="0" y="124460"/>
                </a:lnTo>
                <a:cubicBezTo>
                  <a:pt x="0" y="55880"/>
                  <a:pt x="55880" y="0"/>
                  <a:pt x="124460" y="0"/>
                </a:cubicBezTo>
                <a:lnTo>
                  <a:pt x="5305289" y="0"/>
                </a:lnTo>
                <a:cubicBezTo>
                  <a:pt x="5373869" y="0"/>
                  <a:pt x="5429749" y="55880"/>
                  <a:pt x="5429749" y="124460"/>
                </a:cubicBezTo>
                <a:lnTo>
                  <a:pt x="5429749" y="1109332"/>
                </a:lnTo>
                <a:cubicBezTo>
                  <a:pt x="5429749" y="1177912"/>
                  <a:pt x="5373869" y="1233792"/>
                  <a:pt x="5305289" y="1233792"/>
                </a:cubicBezTo>
                <a:close/>
              </a:path>
            </a:pathLst>
          </a:custGeom>
          <a:solidFill>
            <a:srgbClr val="EDF0F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b="1" i="0" u="none" strike="noStrike" cap="none" dirty="0" err="1">
                <a:solidFill>
                  <a:srgbClr val="123F7C"/>
                </a:solidFill>
                <a:latin typeface="Open Sans"/>
                <a:ea typeface="Open Sans"/>
                <a:cs typeface="Open Sans"/>
                <a:sym typeface="Open Sans"/>
              </a:rPr>
              <a:t>Tidak</a:t>
            </a:r>
            <a:r>
              <a:rPr lang="en-US" b="1" i="0" u="none" strike="noStrike" cap="none" dirty="0">
                <a:solidFill>
                  <a:srgbClr val="123F7C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b="1" i="0" u="none" strike="noStrike" cap="none" dirty="0" err="1">
                <a:solidFill>
                  <a:srgbClr val="123F7C"/>
                </a:solidFill>
                <a:latin typeface="Open Sans"/>
                <a:ea typeface="Open Sans"/>
                <a:cs typeface="Open Sans"/>
                <a:sym typeface="Open Sans"/>
              </a:rPr>
              <a:t>paham</a:t>
            </a:r>
            <a:r>
              <a:rPr lang="en-US" b="1" i="0" u="none" strike="noStrike" cap="none" dirty="0">
                <a:solidFill>
                  <a:srgbClr val="123F7C"/>
                </a:solidFill>
                <a:latin typeface="Open Sans"/>
                <a:ea typeface="Open Sans"/>
                <a:cs typeface="Open Sans"/>
                <a:sym typeface="Open Sans"/>
              </a:rPr>
              <a:t> trend </a:t>
            </a:r>
            <a:r>
              <a:rPr lang="en-US" b="1" i="0" u="none" strike="noStrike" cap="none" dirty="0" err="1">
                <a:solidFill>
                  <a:srgbClr val="123F7C"/>
                </a:solidFill>
                <a:latin typeface="Open Sans"/>
                <a:ea typeface="Open Sans"/>
                <a:cs typeface="Open Sans"/>
                <a:sym typeface="Open Sans"/>
              </a:rPr>
              <a:t>penipuan</a:t>
            </a:r>
            <a:r>
              <a:rPr lang="en-US" b="1" i="0" u="none" strike="noStrike" cap="none" dirty="0">
                <a:solidFill>
                  <a:srgbClr val="123F7C"/>
                </a:solidFill>
                <a:latin typeface="Open Sans"/>
                <a:ea typeface="Open Sans"/>
                <a:cs typeface="Open Sans"/>
                <a:sym typeface="Open Sans"/>
              </a:rPr>
              <a:t> digital</a:t>
            </a:r>
            <a:endParaRPr b="1" dirty="0">
              <a:solidFill>
                <a:srgbClr val="123F7C"/>
              </a:solidFill>
            </a:endParaRPr>
          </a:p>
        </p:txBody>
      </p:sp>
      <p:sp>
        <p:nvSpPr>
          <p:cNvPr id="16" name="Google Shape;202;p6">
            <a:extLst>
              <a:ext uri="{FF2B5EF4-FFF2-40B4-BE49-F238E27FC236}">
                <a16:creationId xmlns:a16="http://schemas.microsoft.com/office/drawing/2014/main" id="{B0C4343E-CD33-D9C6-AEFC-A7F9ADF5C992}"/>
              </a:ext>
            </a:extLst>
          </p:cNvPr>
          <p:cNvSpPr/>
          <p:nvPr/>
        </p:nvSpPr>
        <p:spPr>
          <a:xfrm>
            <a:off x="7543377" y="5422164"/>
            <a:ext cx="641403" cy="676035"/>
          </a:xfrm>
          <a:custGeom>
            <a:avLst/>
            <a:gdLst/>
            <a:ahLst/>
            <a:cxnLst/>
            <a:rect l="l" t="t" r="r" b="b"/>
            <a:pathLst>
              <a:path w="6321665" h="6350000" extrusionOk="0">
                <a:moveTo>
                  <a:pt x="3160833" y="0"/>
                </a:moveTo>
                <a:lnTo>
                  <a:pt x="3160833" y="0"/>
                </a:lnTo>
                <a:cubicBezTo>
                  <a:pt x="4908795" y="7817"/>
                  <a:pt x="6321666" y="1427021"/>
                  <a:pt x="6321666" y="3175000"/>
                </a:cubicBezTo>
                <a:cubicBezTo>
                  <a:pt x="6321666" y="4922979"/>
                  <a:pt x="4908795" y="6342183"/>
                  <a:pt x="3160833" y="6350000"/>
                </a:cubicBezTo>
                <a:cubicBezTo>
                  <a:pt x="1412871" y="6342183"/>
                  <a:pt x="0" y="4922979"/>
                  <a:pt x="0" y="3175000"/>
                </a:cubicBezTo>
                <a:cubicBezTo>
                  <a:pt x="0" y="1427021"/>
                  <a:pt x="1412871" y="7817"/>
                  <a:pt x="3160833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5</a:t>
            </a:r>
            <a:endParaRPr sz="2000" b="1" i="0" u="none" strike="noStrike" cap="none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" name="Google Shape;203;p6">
            <a:extLst>
              <a:ext uri="{FF2B5EF4-FFF2-40B4-BE49-F238E27FC236}">
                <a16:creationId xmlns:a16="http://schemas.microsoft.com/office/drawing/2014/main" id="{641CFE6D-D310-71E6-8F25-A822781DA440}"/>
              </a:ext>
            </a:extLst>
          </p:cNvPr>
          <p:cNvSpPr/>
          <p:nvPr/>
        </p:nvSpPr>
        <p:spPr>
          <a:xfrm>
            <a:off x="8314121" y="5422164"/>
            <a:ext cx="3593452" cy="639693"/>
          </a:xfrm>
          <a:custGeom>
            <a:avLst/>
            <a:gdLst/>
            <a:ahLst/>
            <a:cxnLst/>
            <a:rect l="l" t="t" r="r" b="b"/>
            <a:pathLst>
              <a:path w="5429749" h="1233792" extrusionOk="0">
                <a:moveTo>
                  <a:pt x="5305289" y="1233792"/>
                </a:moveTo>
                <a:lnTo>
                  <a:pt x="124460" y="1233792"/>
                </a:lnTo>
                <a:cubicBezTo>
                  <a:pt x="55880" y="1233792"/>
                  <a:pt x="0" y="1177912"/>
                  <a:pt x="0" y="1109332"/>
                </a:cubicBezTo>
                <a:lnTo>
                  <a:pt x="0" y="124460"/>
                </a:lnTo>
                <a:cubicBezTo>
                  <a:pt x="0" y="55880"/>
                  <a:pt x="55880" y="0"/>
                  <a:pt x="124460" y="0"/>
                </a:cubicBezTo>
                <a:lnTo>
                  <a:pt x="5305289" y="0"/>
                </a:lnTo>
                <a:cubicBezTo>
                  <a:pt x="5373869" y="0"/>
                  <a:pt x="5429749" y="55880"/>
                  <a:pt x="5429749" y="124460"/>
                </a:cubicBezTo>
                <a:lnTo>
                  <a:pt x="5429749" y="1109332"/>
                </a:lnTo>
                <a:cubicBezTo>
                  <a:pt x="5429749" y="1177912"/>
                  <a:pt x="5373869" y="1233792"/>
                  <a:pt x="5305289" y="1233792"/>
                </a:cubicBezTo>
                <a:close/>
              </a:path>
            </a:pathLst>
          </a:custGeom>
          <a:solidFill>
            <a:srgbClr val="EDF0F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b="1" i="0" u="none" strike="noStrike" cap="none" dirty="0" err="1">
                <a:solidFill>
                  <a:srgbClr val="123F7C"/>
                </a:solidFill>
                <a:latin typeface="Open Sans"/>
                <a:ea typeface="Open Sans"/>
                <a:cs typeface="Open Sans"/>
                <a:sym typeface="Open Sans"/>
              </a:rPr>
              <a:t>Tidak</a:t>
            </a:r>
            <a:r>
              <a:rPr lang="en-US" b="1" i="0" u="none" strike="noStrike" cap="none" dirty="0">
                <a:solidFill>
                  <a:srgbClr val="123F7C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b="1" i="0" u="none" strike="noStrike" cap="none" dirty="0" err="1">
                <a:solidFill>
                  <a:srgbClr val="123F7C"/>
                </a:solidFill>
                <a:latin typeface="Open Sans"/>
                <a:ea typeface="Open Sans"/>
                <a:cs typeface="Open Sans"/>
                <a:sym typeface="Open Sans"/>
              </a:rPr>
              <a:t>bijak</a:t>
            </a:r>
            <a:r>
              <a:rPr lang="en-US" b="1" i="0" u="none" strike="noStrike" cap="none" dirty="0">
                <a:solidFill>
                  <a:srgbClr val="123F7C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b="1" i="0" u="none" strike="noStrike" cap="none" dirty="0" err="1">
                <a:solidFill>
                  <a:srgbClr val="123F7C"/>
                </a:solidFill>
                <a:latin typeface="Open Sans"/>
                <a:ea typeface="Open Sans"/>
                <a:cs typeface="Open Sans"/>
                <a:sym typeface="Open Sans"/>
              </a:rPr>
              <a:t>mengadopsi</a:t>
            </a:r>
            <a:r>
              <a:rPr lang="en-US" b="1" i="0" u="none" strike="noStrike" cap="none" dirty="0">
                <a:solidFill>
                  <a:srgbClr val="123F7C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b="1" i="0" u="none" strike="noStrike" cap="none" dirty="0" err="1">
                <a:solidFill>
                  <a:srgbClr val="123F7C"/>
                </a:solidFill>
                <a:latin typeface="Open Sans"/>
                <a:ea typeface="Open Sans"/>
                <a:cs typeface="Open Sans"/>
                <a:sym typeface="Open Sans"/>
              </a:rPr>
              <a:t>informasi</a:t>
            </a:r>
            <a:r>
              <a:rPr lang="en-US" b="1" i="0" u="none" strike="noStrike" cap="none" dirty="0">
                <a:solidFill>
                  <a:srgbClr val="123F7C"/>
                </a:solidFill>
                <a:latin typeface="Open Sans"/>
                <a:ea typeface="Open Sans"/>
                <a:cs typeface="Open Sans"/>
                <a:sym typeface="Open Sans"/>
              </a:rPr>
              <a:t> yang </a:t>
            </a:r>
            <a:r>
              <a:rPr lang="en-US" b="1" i="0" u="none" strike="noStrike" cap="none" dirty="0" err="1">
                <a:solidFill>
                  <a:srgbClr val="123F7C"/>
                </a:solidFill>
                <a:latin typeface="Open Sans"/>
                <a:ea typeface="Open Sans"/>
                <a:cs typeface="Open Sans"/>
                <a:sym typeface="Open Sans"/>
              </a:rPr>
              <a:t>tidak</a:t>
            </a:r>
            <a:r>
              <a:rPr lang="en-US" b="1" i="0" u="none" strike="noStrike" cap="none" dirty="0">
                <a:solidFill>
                  <a:srgbClr val="123F7C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b="1" i="0" u="none" strike="noStrike" cap="none" dirty="0" err="1">
                <a:solidFill>
                  <a:srgbClr val="123F7C"/>
                </a:solidFill>
                <a:latin typeface="Open Sans"/>
                <a:ea typeface="Open Sans"/>
                <a:cs typeface="Open Sans"/>
                <a:sym typeface="Open Sans"/>
              </a:rPr>
              <a:t>penting</a:t>
            </a:r>
            <a:endParaRPr b="1" dirty="0">
              <a:solidFill>
                <a:srgbClr val="123F7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844766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BAB87D-4A88-C4D0-B424-44E4A102C2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F462B80-F09D-484D-0647-D62AF3D7735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856920" y="6228636"/>
            <a:ext cx="2743200" cy="236803"/>
          </a:xfrm>
        </p:spPr>
        <p:txBody>
          <a:bodyPr/>
          <a:lstStyle/>
          <a:p>
            <a:fld id="{DBE5F007-28FD-B845-A833-24BC97E499D9}" type="slidenum">
              <a:rPr lang="uk-UA" altLang="en-US" smtClean="0"/>
              <a:pPr/>
              <a:t>14</a:t>
            </a:fld>
            <a:endParaRPr lang="uk-UA" altLang="en-US" dirty="0"/>
          </a:p>
        </p:txBody>
      </p:sp>
      <p:pic>
        <p:nvPicPr>
          <p:cNvPr id="51" name="Picture 50">
            <a:extLst>
              <a:ext uri="{FF2B5EF4-FFF2-40B4-BE49-F238E27FC236}">
                <a16:creationId xmlns:a16="http://schemas.microsoft.com/office/drawing/2014/main" id="{0A2905E7-7D21-2C00-A3D2-5D2108B1454E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317785" y="184928"/>
            <a:ext cx="1689834" cy="342178"/>
          </a:xfrm>
          <a:prstGeom prst="rect">
            <a:avLst/>
          </a:prstGeo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EF65D04-6253-4FC2-8F7A-337B8F3B86F8}"/>
              </a:ext>
            </a:extLst>
          </p:cNvPr>
          <p:cNvSpPr txBox="1">
            <a:spLocks/>
          </p:cNvSpPr>
          <p:nvPr/>
        </p:nvSpPr>
        <p:spPr>
          <a:xfrm>
            <a:off x="591881" y="1337189"/>
            <a:ext cx="10479242" cy="5305233"/>
          </a:xfrm>
          <a:prstGeom prst="rect">
            <a:avLst/>
          </a:prstGeom>
        </p:spPr>
        <p:txBody>
          <a:bodyPr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Cek </a:t>
            </a:r>
            <a:r>
              <a:rPr lang="en-US" sz="2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kekuatan</a:t>
            </a:r>
            <a:r>
              <a:rPr lang="en-US" sz="2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password: </a:t>
            </a:r>
            <a:r>
              <a:rPr lang="en-US" sz="2200" b="1" dirty="0">
                <a:solidFill>
                  <a:schemeClr val="accent1">
                    <a:lumMod val="75000"/>
                  </a:schemeClr>
                </a:solidFill>
                <a:latin typeface="+mn-l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http://password.kaspersky.com</a:t>
            </a:r>
            <a:endParaRPr lang="en-US" sz="22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Aktifkan</a:t>
            </a:r>
            <a:r>
              <a:rPr lang="en-US" sz="2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2FA di </a:t>
            </a:r>
            <a:r>
              <a:rPr lang="en-US" sz="2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medsos</a:t>
            </a:r>
            <a:r>
              <a:rPr lang="en-US" sz="2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/WA, </a:t>
            </a:r>
            <a:r>
              <a:rPr lang="en-US" sz="2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cek</a:t>
            </a:r>
            <a:r>
              <a:rPr lang="en-US" sz="2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2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caranya</a:t>
            </a:r>
            <a:r>
              <a:rPr lang="en-US" sz="2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: </a:t>
            </a:r>
            <a:r>
              <a:rPr lang="en-ID" sz="2200" b="1" dirty="0">
                <a:solidFill>
                  <a:schemeClr val="accent1">
                    <a:lumMod val="75000"/>
                  </a:schemeClr>
                </a:solidFill>
                <a:latin typeface="+mn-l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http://ictwatch.id/2fa</a:t>
            </a:r>
            <a:r>
              <a:rPr lang="en-ID" sz="2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Cek </a:t>
            </a:r>
            <a:r>
              <a:rPr lang="en-US" sz="2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Privasi</a:t>
            </a:r>
            <a:r>
              <a:rPr lang="en-US" sz="2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di Google: </a:t>
            </a:r>
            <a:r>
              <a:rPr lang="en-ID" sz="2200" b="1" dirty="0">
                <a:solidFill>
                  <a:schemeClr val="accent1">
                    <a:lumMod val="75000"/>
                  </a:schemeClr>
                </a:solidFill>
                <a:latin typeface="+mn-l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</a:t>
            </a:r>
            <a:r>
              <a:rPr lang="id-ID" sz="2200" b="1" dirty="0">
                <a:solidFill>
                  <a:schemeClr val="accent1">
                    <a:lumMod val="75000"/>
                  </a:schemeClr>
                </a:solidFill>
                <a:latin typeface="+mn-l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g.co/</a:t>
            </a:r>
            <a:r>
              <a:rPr lang="en-US" sz="2200" b="1" dirty="0">
                <a:solidFill>
                  <a:schemeClr val="accent1">
                    <a:lumMod val="75000"/>
                  </a:schemeClr>
                </a:solidFill>
                <a:latin typeface="+mn-l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Privacy</a:t>
            </a:r>
            <a:r>
              <a:rPr lang="id-ID" sz="2200" b="1" dirty="0">
                <a:solidFill>
                  <a:schemeClr val="accent1">
                    <a:lumMod val="75000"/>
                  </a:schemeClr>
                </a:solidFill>
                <a:latin typeface="+mn-l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Checkup</a:t>
            </a:r>
            <a:endParaRPr lang="en-ID" sz="22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D" sz="2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Cek </a:t>
            </a:r>
            <a:r>
              <a:rPr lang="en-ID" sz="2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Keamanan</a:t>
            </a:r>
            <a:r>
              <a:rPr lang="en-ID" sz="2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di Google: </a:t>
            </a:r>
            <a:r>
              <a:rPr lang="en-ID" sz="2200" b="1" dirty="0">
                <a:solidFill>
                  <a:schemeClr val="accent1">
                    <a:lumMod val="75000"/>
                  </a:schemeClr>
                </a:solidFill>
                <a:latin typeface="+mn-l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</a:t>
            </a:r>
            <a:r>
              <a:rPr lang="id-ID" sz="2200" b="1" dirty="0">
                <a:solidFill>
                  <a:schemeClr val="accent1">
                    <a:lumMod val="75000"/>
                  </a:schemeClr>
                </a:solidFill>
                <a:latin typeface="+mn-l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g.co/</a:t>
            </a:r>
            <a:r>
              <a:rPr lang="en-US" sz="2200" b="1" dirty="0">
                <a:solidFill>
                  <a:schemeClr val="accent1">
                    <a:lumMod val="75000"/>
                  </a:schemeClr>
                </a:solidFill>
                <a:latin typeface="+mn-l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Security</a:t>
            </a:r>
            <a:r>
              <a:rPr lang="id-ID" sz="2200" b="1" dirty="0">
                <a:solidFill>
                  <a:schemeClr val="accent1">
                    <a:lumMod val="75000"/>
                  </a:schemeClr>
                </a:solidFill>
                <a:latin typeface="+mn-l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Checkup</a:t>
            </a:r>
            <a:endParaRPr lang="en-US" sz="22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Cek Setting &amp; </a:t>
            </a:r>
            <a:r>
              <a:rPr lang="en-US" sz="2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Privasi</a:t>
            </a:r>
            <a:r>
              <a:rPr lang="en-US" sz="2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di </a:t>
            </a:r>
            <a:r>
              <a:rPr lang="en-US" sz="2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Facebok</a:t>
            </a:r>
            <a:r>
              <a:rPr lang="en-US" sz="2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: </a:t>
            </a:r>
            <a:r>
              <a:rPr lang="en-US" sz="2200" b="1" dirty="0">
                <a:solidFill>
                  <a:schemeClr val="accent1">
                    <a:lumMod val="75000"/>
                  </a:schemeClr>
                </a:solidFill>
                <a:latin typeface="+mn-l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http://fb.com/privacy</a:t>
            </a:r>
            <a:endParaRPr lang="en-US" sz="22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Cek email :</a:t>
            </a:r>
            <a:r>
              <a:rPr lang="en-US" sz="2200" b="1" dirty="0">
                <a:solidFill>
                  <a:schemeClr val="accent1">
                    <a:lumMod val="75000"/>
                  </a:schemeClr>
                </a:solidFill>
                <a:latin typeface="+mn-lt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http://periksadata.com</a:t>
            </a:r>
            <a:r>
              <a:rPr lang="en-US" sz="2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2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atau</a:t>
            </a:r>
            <a:r>
              <a:rPr lang="en-US" sz="2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2200" b="1" dirty="0">
                <a:solidFill>
                  <a:schemeClr val="accent1">
                    <a:lumMod val="75000"/>
                  </a:schemeClr>
                </a:solidFill>
                <a:latin typeface="+mn-lt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http://haveibeenpwned.com</a:t>
            </a:r>
            <a:endParaRPr lang="en-US" sz="22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2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Akun</a:t>
            </a:r>
            <a:r>
              <a:rPr lang="en-US" sz="2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2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diretas</a:t>
            </a:r>
            <a:r>
              <a:rPr lang="en-US" sz="2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: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Facebook: </a:t>
            </a:r>
            <a:r>
              <a:rPr lang="en-ID" sz="2200" b="1" dirty="0">
                <a:solidFill>
                  <a:schemeClr val="accent1">
                    <a:lumMod val="75000"/>
                  </a:schemeClr>
                </a:solidFill>
                <a:latin typeface="+mn-lt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https://s.id/fbretas</a:t>
            </a:r>
            <a:r>
              <a:rPr lang="id-ID" sz="2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endParaRPr lang="en-US" sz="22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Twitter: </a:t>
            </a:r>
            <a:r>
              <a:rPr lang="en-US" sz="2200" b="1" dirty="0">
                <a:solidFill>
                  <a:schemeClr val="accent1">
                    <a:lumMod val="75000"/>
                  </a:schemeClr>
                </a:solidFill>
                <a:latin typeface="+mn-lt"/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https://s.id/twretas</a:t>
            </a:r>
            <a:r>
              <a:rPr lang="id-ID" sz="2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	</a:t>
            </a:r>
            <a:endParaRPr lang="en-US" sz="22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Instagram: </a:t>
            </a:r>
            <a:r>
              <a:rPr lang="en-US" sz="2200" b="1" dirty="0">
                <a:solidFill>
                  <a:schemeClr val="accent1">
                    <a:lumMod val="75000"/>
                  </a:schemeClr>
                </a:solidFill>
                <a:latin typeface="+mn-lt"/>
                <a:hlinkClick r:id="rId1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https://s.id/googleretas</a:t>
            </a:r>
            <a:r>
              <a:rPr lang="id-ID" sz="2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endParaRPr lang="en-US" sz="22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Google: </a:t>
            </a:r>
            <a:r>
              <a:rPr lang="en-US" sz="2200" b="1" dirty="0">
                <a:solidFill>
                  <a:schemeClr val="accent1">
                    <a:lumMod val="75000"/>
                  </a:schemeClr>
                </a:solidFill>
                <a:latin typeface="+mn-lt"/>
                <a:hlinkClick r:id="rId12"/>
              </a:rPr>
              <a:t>https://s.id/igretas</a:t>
            </a:r>
            <a:endParaRPr lang="en-US" sz="22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TikTok: https://s.id/tiktokretas</a:t>
            </a:r>
          </a:p>
        </p:txBody>
      </p:sp>
      <p:sp>
        <p:nvSpPr>
          <p:cNvPr id="5" name="Google Shape;191;p6">
            <a:extLst>
              <a:ext uri="{FF2B5EF4-FFF2-40B4-BE49-F238E27FC236}">
                <a16:creationId xmlns:a16="http://schemas.microsoft.com/office/drawing/2014/main" id="{9DFC57D8-7E13-20E0-185F-C1383AB54584}"/>
              </a:ext>
            </a:extLst>
          </p:cNvPr>
          <p:cNvSpPr txBox="1"/>
          <p:nvPr/>
        </p:nvSpPr>
        <p:spPr>
          <a:xfrm>
            <a:off x="591881" y="356017"/>
            <a:ext cx="6885772" cy="7448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2800" b="1" i="0" u="none" strike="noStrike" cap="none" dirty="0">
                <a:solidFill>
                  <a:srgbClr val="123F7C"/>
                </a:solidFill>
                <a:latin typeface="Fira Sans Black" panose="020B0A03050000020004" pitchFamily="34" charset="0"/>
                <a:ea typeface="Open Sans"/>
                <a:cs typeface="Open Sans"/>
                <a:sym typeface="Open Sans"/>
              </a:rPr>
              <a:t>Langkah-</a:t>
            </a:r>
            <a:r>
              <a:rPr lang="en-US" sz="2800" b="1" i="0" u="none" strike="noStrike" cap="none" dirty="0" err="1">
                <a:solidFill>
                  <a:srgbClr val="123F7C"/>
                </a:solidFill>
                <a:latin typeface="Fira Sans Black" panose="020B0A03050000020004" pitchFamily="34" charset="0"/>
                <a:ea typeface="Open Sans"/>
                <a:cs typeface="Open Sans"/>
                <a:sym typeface="Open Sans"/>
              </a:rPr>
              <a:t>langah</a:t>
            </a:r>
            <a:r>
              <a:rPr lang="id-ID" sz="2800" b="1" i="0" u="none" strike="noStrike" cap="none" dirty="0">
                <a:solidFill>
                  <a:srgbClr val="123F7C"/>
                </a:solidFill>
                <a:latin typeface="Fira Sans Black" panose="020B0A03050000020004" pitchFamily="34" charset="0"/>
                <a:ea typeface="Open Sans"/>
                <a:cs typeface="Open Sans"/>
                <a:sym typeface="Open Sans"/>
              </a:rPr>
              <a:t> </a:t>
            </a:r>
            <a:r>
              <a:rPr lang="en-US" sz="4400" b="1" i="0" u="none" strike="noStrike" cap="none" dirty="0">
                <a:solidFill>
                  <a:srgbClr val="123F7C"/>
                </a:solidFill>
                <a:latin typeface="Fira Sans Black" panose="020B0A03050000020004" pitchFamily="34" charset="0"/>
                <a:ea typeface="Open Sans"/>
                <a:cs typeface="Open Sans"/>
                <a:sym typeface="Open Sans"/>
              </a:rPr>
              <a:t>PENGAMANAN</a:t>
            </a:r>
            <a:endParaRPr sz="2800" b="0" i="0" u="none" strike="noStrike" cap="none" dirty="0">
              <a:solidFill>
                <a:srgbClr val="123F7C"/>
              </a:solidFill>
              <a:latin typeface="Fira Sans Black" panose="020B0A03050000020004" pitchFamily="34" charset="0"/>
              <a:ea typeface="Open Sans"/>
              <a:cs typeface="Open Sans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89008836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FF3642-C995-8472-2283-EC30E1F4A5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0D6DFA4-B4A0-3424-4249-3F6BD2A8EA2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856920" y="6228636"/>
            <a:ext cx="2743200" cy="236803"/>
          </a:xfrm>
        </p:spPr>
        <p:txBody>
          <a:bodyPr/>
          <a:lstStyle/>
          <a:p>
            <a:fld id="{DBE5F007-28FD-B845-A833-24BC97E499D9}" type="slidenum">
              <a:rPr lang="uk-UA" altLang="en-US" smtClean="0"/>
              <a:pPr/>
              <a:t>15</a:t>
            </a:fld>
            <a:endParaRPr lang="uk-UA" altLang="en-US" dirty="0"/>
          </a:p>
        </p:txBody>
      </p:sp>
      <p:pic>
        <p:nvPicPr>
          <p:cNvPr id="51" name="Picture 50">
            <a:extLst>
              <a:ext uri="{FF2B5EF4-FFF2-40B4-BE49-F238E27FC236}">
                <a16:creationId xmlns:a16="http://schemas.microsoft.com/office/drawing/2014/main" id="{4B87DD0B-5E7B-68D1-B625-6DA8DF40E1A6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317785" y="184928"/>
            <a:ext cx="1689834" cy="34217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E37A563-A369-92E3-D72A-3CB4DFA6C65D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3374" t="24927" r="2481" b="12029"/>
          <a:stretch>
            <a:fillRect/>
          </a:stretch>
        </p:blipFill>
        <p:spPr>
          <a:xfrm>
            <a:off x="441859" y="1621042"/>
            <a:ext cx="11416438" cy="4323522"/>
          </a:xfrm>
          <a:prstGeom prst="rect">
            <a:avLst/>
          </a:prstGeom>
        </p:spPr>
      </p:pic>
      <p:sp>
        <p:nvSpPr>
          <p:cNvPr id="4" name="Google Shape;191;p6">
            <a:extLst>
              <a:ext uri="{FF2B5EF4-FFF2-40B4-BE49-F238E27FC236}">
                <a16:creationId xmlns:a16="http://schemas.microsoft.com/office/drawing/2014/main" id="{27493539-E60B-8863-D3FA-FCAD88156ABF}"/>
              </a:ext>
            </a:extLst>
          </p:cNvPr>
          <p:cNvSpPr txBox="1"/>
          <p:nvPr/>
        </p:nvSpPr>
        <p:spPr>
          <a:xfrm>
            <a:off x="561815" y="535803"/>
            <a:ext cx="6885772" cy="7448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2800" b="1" i="0" u="none" strike="noStrike" cap="none" dirty="0">
                <a:solidFill>
                  <a:srgbClr val="4472C4"/>
                </a:solidFill>
                <a:latin typeface="Fira Sans Black" panose="020B0A03050000020004" pitchFamily="34" charset="0"/>
                <a:ea typeface="Open Sans"/>
                <a:cs typeface="Open Sans"/>
                <a:sym typeface="Open Sans"/>
              </a:rPr>
              <a:t>LARANGAN dan</a:t>
            </a:r>
            <a:r>
              <a:rPr lang="id-ID" sz="2800" b="1" i="0" u="none" strike="noStrike" cap="none" dirty="0">
                <a:solidFill>
                  <a:srgbClr val="4472C4"/>
                </a:solidFill>
                <a:latin typeface="Fira Sans Black" panose="020B0A03050000020004" pitchFamily="34" charset="0"/>
                <a:ea typeface="Open Sans"/>
                <a:cs typeface="Open Sans"/>
                <a:sym typeface="Open Sans"/>
              </a:rPr>
              <a:t> </a:t>
            </a:r>
            <a:r>
              <a:rPr lang="en-US" sz="4400" b="1" i="0" u="none" strike="noStrike" cap="none" dirty="0">
                <a:solidFill>
                  <a:srgbClr val="A5BBE3"/>
                </a:solidFill>
                <a:latin typeface="Fira Sans Black" panose="020B0A03050000020004" pitchFamily="34" charset="0"/>
                <a:ea typeface="Open Sans"/>
                <a:cs typeface="Open Sans"/>
                <a:sym typeface="Open Sans"/>
              </a:rPr>
              <a:t>PIDANA</a:t>
            </a:r>
            <a:endParaRPr sz="2800" b="0" i="0" u="none" strike="noStrike" cap="none" dirty="0">
              <a:solidFill>
                <a:srgbClr val="A5BBE3"/>
              </a:solidFill>
              <a:latin typeface="Fira Sans Black" panose="020B0A03050000020004" pitchFamily="34" charset="0"/>
              <a:ea typeface="Open Sans"/>
              <a:cs typeface="Open Sans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24684962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theme/theme1.xml><?xml version="1.0" encoding="utf-8"?>
<a:theme xmlns:a="http://schemas.openxmlformats.org/drawingml/2006/main" name="ISOC">
  <a:themeElements>
    <a:clrScheme name="2023 ISOC">
      <a:dk1>
        <a:srgbClr val="0C1C2C"/>
      </a:dk1>
      <a:lt1>
        <a:srgbClr val="EEF2EC"/>
      </a:lt1>
      <a:dk2>
        <a:srgbClr val="23366E"/>
      </a:dk2>
      <a:lt2>
        <a:srgbClr val="DEDAD0"/>
      </a:lt2>
      <a:accent1>
        <a:srgbClr val="3982E3"/>
      </a:accent1>
      <a:accent2>
        <a:srgbClr val="045856"/>
      </a:accent2>
      <a:accent3>
        <a:srgbClr val="40B2A4"/>
      </a:accent3>
      <a:accent4>
        <a:srgbClr val="7E245C"/>
      </a:accent4>
      <a:accent5>
        <a:srgbClr val="D25238"/>
      </a:accent5>
      <a:accent6>
        <a:srgbClr val="EECA4A"/>
      </a:accent6>
      <a:hlink>
        <a:srgbClr val="0C1C2C"/>
      </a:hlink>
      <a:folHlink>
        <a:srgbClr val="0C1C2C"/>
      </a:folHlink>
    </a:clrScheme>
    <a:fontScheme name="Office 2">
      <a:majorFont>
        <a:latin typeface="Hind Light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Hind Light"/>
        <a:ea typeface=""/>
        <a:cs typeface=""/>
        <a:font script="Jpan" typeface="ＭＳ Ｐ明朝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2025_ISOC_Template.potx" id="{6FA21D9B-E016-DE4B-90EE-38AC46E94CCE}" vid="{D179CA0D-11EF-E749-AAB8-BEF65BEC590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2025_ISOC_Template</Template>
  <TotalTime>358</TotalTime>
  <Words>808</Words>
  <Application>Microsoft Office PowerPoint</Application>
  <PresentationFormat>Widescreen</PresentationFormat>
  <Paragraphs>155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Arial</vt:lpstr>
      <vt:lpstr>Calibri</vt:lpstr>
      <vt:lpstr>Fira Sans</vt:lpstr>
      <vt:lpstr>Fira Sans Black</vt:lpstr>
      <vt:lpstr>Hind Light</vt:lpstr>
      <vt:lpstr>Lato</vt:lpstr>
      <vt:lpstr>Open Sans</vt:lpstr>
      <vt:lpstr>ISOC</vt:lpstr>
      <vt:lpstr>PowerPoint Presentation</vt:lpstr>
      <vt:lpstr>Pahami Data Pribadi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Menjaga Data Pribadi  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Natalie Abendroth</dc:creator>
  <cp:lastModifiedBy>fajar eridianto</cp:lastModifiedBy>
  <cp:revision>8</cp:revision>
  <cp:lastPrinted>2016-06-14T17:50:38Z</cp:lastPrinted>
  <dcterms:created xsi:type="dcterms:W3CDTF">2025-05-28T16:44:10Z</dcterms:created>
  <dcterms:modified xsi:type="dcterms:W3CDTF">2026-09-04T16:20:12Z</dcterms:modified>
</cp:coreProperties>
</file>